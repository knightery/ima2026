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4.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5.xml" ContentType="application/vnd.openxmlformats-officedocument.drawingml.chartshape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6.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7.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8.xml" ContentType="application/vnd.openxmlformats-officedocument.drawingml.chartshapes+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9.xml" ContentType="application/vnd.openxmlformats-officedocument.drawingml.chartshape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79"/>
  </p:notesMasterIdLst>
  <p:sldIdLst>
    <p:sldId id="256" r:id="rId5"/>
    <p:sldId id="610" r:id="rId6"/>
    <p:sldId id="613" r:id="rId7"/>
    <p:sldId id="612" r:id="rId8"/>
    <p:sldId id="622" r:id="rId9"/>
    <p:sldId id="650" r:id="rId10"/>
    <p:sldId id="662" r:id="rId11"/>
    <p:sldId id="605" r:id="rId12"/>
    <p:sldId id="637" r:id="rId13"/>
    <p:sldId id="615" r:id="rId14"/>
    <p:sldId id="638" r:id="rId15"/>
    <p:sldId id="619" r:id="rId16"/>
    <p:sldId id="599" r:id="rId17"/>
    <p:sldId id="620" r:id="rId18"/>
    <p:sldId id="621" r:id="rId19"/>
    <p:sldId id="639" r:id="rId20"/>
    <p:sldId id="632" r:id="rId21"/>
    <p:sldId id="641" r:id="rId22"/>
    <p:sldId id="616" r:id="rId23"/>
    <p:sldId id="623" r:id="rId24"/>
    <p:sldId id="624" r:id="rId25"/>
    <p:sldId id="731" r:id="rId26"/>
    <p:sldId id="642" r:id="rId27"/>
    <p:sldId id="643" r:id="rId28"/>
    <p:sldId id="640" r:id="rId29"/>
    <p:sldId id="625" r:id="rId30"/>
    <p:sldId id="631" r:id="rId31"/>
    <p:sldId id="627" r:id="rId32"/>
    <p:sldId id="626" r:id="rId33"/>
    <p:sldId id="628" r:id="rId34"/>
    <p:sldId id="629" r:id="rId35"/>
    <p:sldId id="630" r:id="rId36"/>
    <p:sldId id="606" r:id="rId37"/>
    <p:sldId id="618" r:id="rId38"/>
    <p:sldId id="633" r:id="rId39"/>
    <p:sldId id="634" r:id="rId40"/>
    <p:sldId id="635" r:id="rId41"/>
    <p:sldId id="636" r:id="rId42"/>
    <p:sldId id="607" r:id="rId43"/>
    <p:sldId id="608" r:id="rId44"/>
    <p:sldId id="644" r:id="rId45"/>
    <p:sldId id="645" r:id="rId46"/>
    <p:sldId id="646" r:id="rId47"/>
    <p:sldId id="271" r:id="rId48"/>
    <p:sldId id="340" r:id="rId49"/>
    <p:sldId id="346" r:id="rId50"/>
    <p:sldId id="604" r:id="rId51"/>
    <p:sldId id="276" r:id="rId52"/>
    <p:sldId id="351" r:id="rId53"/>
    <p:sldId id="299" r:id="rId54"/>
    <p:sldId id="647" r:id="rId55"/>
    <p:sldId id="279" r:id="rId56"/>
    <p:sldId id="600" r:id="rId57"/>
    <p:sldId id="733" r:id="rId58"/>
    <p:sldId id="359" r:id="rId59"/>
    <p:sldId id="732" r:id="rId60"/>
    <p:sldId id="358" r:id="rId61"/>
    <p:sldId id="734" r:id="rId62"/>
    <p:sldId id="735" r:id="rId63"/>
    <p:sldId id="422" r:id="rId64"/>
    <p:sldId id="588" r:id="rId65"/>
    <p:sldId id="586" r:id="rId66"/>
    <p:sldId id="580" r:id="rId67"/>
    <p:sldId id="442" r:id="rId68"/>
    <p:sldId id="259" r:id="rId69"/>
    <p:sldId id="308" r:id="rId70"/>
    <p:sldId id="354" r:id="rId71"/>
    <p:sldId id="263" r:id="rId72"/>
    <p:sldId id="357" r:id="rId73"/>
    <p:sldId id="349" r:id="rId74"/>
    <p:sldId id="603" r:id="rId75"/>
    <p:sldId id="350" r:id="rId76"/>
    <p:sldId id="355" r:id="rId77"/>
    <p:sldId id="281" r:id="rId78"/>
  </p:sldIdLst>
  <p:sldSz cx="18288000" cy="10287000"/>
  <p:notesSz cx="6858000" cy="9144000"/>
  <p:embeddedFontLst>
    <p:embeddedFont>
      <p:font typeface="Montserrat" pitchFamily="2" charset="77"/>
      <p:regular r:id="rId80"/>
      <p:bold r:id="rId81"/>
      <p:italic r:id="rId82"/>
      <p:boldItalic r:id="rId83"/>
    </p:embeddedFont>
    <p:embeddedFont>
      <p:font typeface="Montserrat Bold" pitchFamily="2" charset="77"/>
      <p:regular r:id="rId84"/>
      <p:bold r:id="rId85"/>
    </p:embeddedFont>
    <p:embeddedFont>
      <p:font typeface="Montserrat Ultra-Bold" pitchFamily="2" charset="77"/>
      <p:regular r:id="rId86"/>
      <p:bold r:id="rId8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Deck" id="{1750D088-35C9-4A6F-BF7A-CF995463913B}">
          <p14:sldIdLst>
            <p14:sldId id="256"/>
            <p14:sldId id="610"/>
            <p14:sldId id="613"/>
            <p14:sldId id="612"/>
            <p14:sldId id="622"/>
            <p14:sldId id="650"/>
            <p14:sldId id="662"/>
            <p14:sldId id="605"/>
            <p14:sldId id="637"/>
            <p14:sldId id="615"/>
            <p14:sldId id="638"/>
            <p14:sldId id="619"/>
            <p14:sldId id="599"/>
            <p14:sldId id="620"/>
            <p14:sldId id="621"/>
            <p14:sldId id="639"/>
            <p14:sldId id="632"/>
            <p14:sldId id="641"/>
            <p14:sldId id="616"/>
            <p14:sldId id="623"/>
            <p14:sldId id="624"/>
            <p14:sldId id="731"/>
            <p14:sldId id="642"/>
            <p14:sldId id="643"/>
            <p14:sldId id="640"/>
            <p14:sldId id="625"/>
            <p14:sldId id="631"/>
            <p14:sldId id="627"/>
            <p14:sldId id="626"/>
            <p14:sldId id="628"/>
            <p14:sldId id="629"/>
            <p14:sldId id="630"/>
            <p14:sldId id="606"/>
            <p14:sldId id="618"/>
            <p14:sldId id="633"/>
            <p14:sldId id="634"/>
            <p14:sldId id="635"/>
            <p14:sldId id="636"/>
            <p14:sldId id="607"/>
            <p14:sldId id="608"/>
            <p14:sldId id="644"/>
            <p14:sldId id="645"/>
            <p14:sldId id="646"/>
            <p14:sldId id="271"/>
            <p14:sldId id="340"/>
            <p14:sldId id="346"/>
            <p14:sldId id="604"/>
            <p14:sldId id="276"/>
            <p14:sldId id="351"/>
            <p14:sldId id="299"/>
            <p14:sldId id="647"/>
            <p14:sldId id="279"/>
            <p14:sldId id="600"/>
          </p14:sldIdLst>
        </p14:section>
        <p14:section name="Past Slide Designs" id="{BD46E4AA-8A2E-406D-9AA1-3F07DB79C789}">
          <p14:sldIdLst>
            <p14:sldId id="733"/>
            <p14:sldId id="359"/>
            <p14:sldId id="732"/>
            <p14:sldId id="358"/>
            <p14:sldId id="734"/>
            <p14:sldId id="735"/>
            <p14:sldId id="422"/>
            <p14:sldId id="588"/>
            <p14:sldId id="586"/>
            <p14:sldId id="580"/>
            <p14:sldId id="442"/>
            <p14:sldId id="259"/>
            <p14:sldId id="308"/>
            <p14:sldId id="354"/>
            <p14:sldId id="263"/>
            <p14:sldId id="357"/>
            <p14:sldId id="349"/>
            <p14:sldId id="603"/>
            <p14:sldId id="350"/>
            <p14:sldId id="355"/>
            <p14:sldId id="28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8636EE-AC90-205A-3EA3-FC6010371F9A}" name="Joshua Peterson" initials="JP" userId="S::peter123@myumanitoba.ca::d754054a-13a2-471c-b7b0-9c93ea8921c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D7F05"/>
    <a:srgbClr val="2C8BBB"/>
    <a:srgbClr val="263E6C"/>
    <a:srgbClr val="FFFFFF"/>
    <a:srgbClr val="71966B"/>
    <a:srgbClr val="D9D9D9"/>
    <a:srgbClr val="3FB9D6"/>
    <a:srgbClr val="E0DDDD"/>
    <a:srgbClr val="E8EBEB"/>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14"/>
    <p:restoredTop sz="94765"/>
  </p:normalViewPr>
  <p:slideViewPr>
    <p:cSldViewPr snapToGrid="0">
      <p:cViewPr varScale="1">
        <p:scale>
          <a:sx n="82" d="100"/>
          <a:sy n="82" d="100"/>
        </p:scale>
        <p:origin x="512" y="168"/>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5.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theme" Target="theme/them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1.fntdata"/><Relationship Id="rId85"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4.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font" Target="fonts/font2.fntdata"/><Relationship Id="rId86"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8.fntdata"/><Relationship Id="rId61" Type="http://schemas.openxmlformats.org/officeDocument/2006/relationships/slide" Target="slides/slide57.xml"/><Relationship Id="rId82" Type="http://schemas.openxmlformats.org/officeDocument/2006/relationships/font" Target="fonts/font3.fntdata"/><Relationship Id="rId19" Type="http://schemas.openxmlformats.org/officeDocument/2006/relationships/slide" Target="slides/slide1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https://umanitoba-my.sharepoint.com/personal/negraver_myumanitoba_ca/Documents/ICC@M/Practice%20Case/4-Hour%20Case%203/Financial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C1C7-B340-A65B-3BE95A781B0B}"/>
              </c:ext>
            </c:extLst>
          </c:dPt>
          <c:dPt>
            <c:idx val="1"/>
            <c:bubble3D val="0"/>
            <c:spPr>
              <a:solidFill>
                <a:schemeClr val="bg1">
                  <a:lumMod val="65000"/>
                </a:schemeClr>
              </a:solidFill>
              <a:ln w="19050">
                <a:noFill/>
              </a:ln>
              <a:effectLst/>
            </c:spPr>
            <c:extLst>
              <c:ext xmlns:c16="http://schemas.microsoft.com/office/drawing/2014/chart" uri="{C3380CC4-5D6E-409C-BE32-E72D297353CC}">
                <c16:uniqueId val="{00000003-C1C7-B340-A65B-3BE95A781B0B}"/>
              </c:ext>
            </c:extLst>
          </c:dPt>
          <c:dPt>
            <c:idx val="2"/>
            <c:bubble3D val="0"/>
            <c:spPr>
              <a:solidFill>
                <a:srgbClr val="7C8AB8"/>
              </a:solidFill>
              <a:ln w="19050">
                <a:noFill/>
              </a:ln>
              <a:effectLst/>
            </c:spPr>
            <c:extLst>
              <c:ext xmlns:c16="http://schemas.microsoft.com/office/drawing/2014/chart" uri="{C3380CC4-5D6E-409C-BE32-E72D297353CC}">
                <c16:uniqueId val="{00000005-C1C7-B340-A65B-3BE95A781B0B}"/>
              </c:ext>
            </c:extLst>
          </c:dPt>
          <c:dPt>
            <c:idx val="3"/>
            <c:bubble3D val="0"/>
            <c:spPr>
              <a:solidFill>
                <a:srgbClr val="7C8AB8"/>
              </a:solidFill>
              <a:ln w="19050">
                <a:noFill/>
              </a:ln>
              <a:effectLst/>
            </c:spPr>
            <c:extLst>
              <c:ext xmlns:c16="http://schemas.microsoft.com/office/drawing/2014/chart" uri="{C3380CC4-5D6E-409C-BE32-E72D297353CC}">
                <c16:uniqueId val="{00000007-C1C7-B340-A65B-3BE95A781B0B}"/>
              </c:ext>
            </c:extLst>
          </c:dPt>
          <c:cat>
            <c:strRef>
              <c:f>Sheet1!$A$2:$A$5</c:f>
              <c:strCache>
                <c:ptCount val="1"/>
                <c:pt idx="0">
                  <c:v>Fabric</c:v>
                </c:pt>
              </c:strCache>
            </c:strRef>
          </c:cat>
          <c:val>
            <c:numRef>
              <c:f>Sheet1!$B$2:$B$5</c:f>
              <c:numCache>
                <c:formatCode>0%</c:formatCode>
                <c:ptCount val="4"/>
                <c:pt idx="0">
                  <c:v>0.56999999999999995</c:v>
                </c:pt>
                <c:pt idx="1">
                  <c:v>0.43000000000000005</c:v>
                </c:pt>
              </c:numCache>
            </c:numRef>
          </c:val>
          <c:extLst>
            <c:ext xmlns:c16="http://schemas.microsoft.com/office/drawing/2014/chart" uri="{C3380CC4-5D6E-409C-BE32-E72D297353CC}">
              <c16:uniqueId val="{00000008-C1C7-B340-A65B-3BE95A781B0B}"/>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F504-DA49-B8D5-32F60BE125A9}"/>
              </c:ext>
            </c:extLst>
          </c:dPt>
          <c:dPt>
            <c:idx val="1"/>
            <c:bubble3D val="0"/>
            <c:spPr>
              <a:solidFill>
                <a:schemeClr val="bg1">
                  <a:lumMod val="65000"/>
                </a:schemeClr>
              </a:solidFill>
              <a:ln w="19050">
                <a:noFill/>
              </a:ln>
              <a:effectLst/>
            </c:spPr>
            <c:extLst>
              <c:ext xmlns:c16="http://schemas.microsoft.com/office/drawing/2014/chart" uri="{C3380CC4-5D6E-409C-BE32-E72D297353CC}">
                <c16:uniqueId val="{00000003-F504-DA49-B8D5-32F60BE125A9}"/>
              </c:ext>
            </c:extLst>
          </c:dPt>
          <c:dPt>
            <c:idx val="2"/>
            <c:bubble3D val="0"/>
            <c:spPr>
              <a:solidFill>
                <a:srgbClr val="7C8AB8"/>
              </a:solidFill>
              <a:ln w="19050">
                <a:noFill/>
              </a:ln>
              <a:effectLst/>
            </c:spPr>
            <c:extLst>
              <c:ext xmlns:c16="http://schemas.microsoft.com/office/drawing/2014/chart" uri="{C3380CC4-5D6E-409C-BE32-E72D297353CC}">
                <c16:uniqueId val="{00000005-F504-DA49-B8D5-32F60BE125A9}"/>
              </c:ext>
            </c:extLst>
          </c:dPt>
          <c:dPt>
            <c:idx val="3"/>
            <c:bubble3D val="0"/>
            <c:spPr>
              <a:solidFill>
                <a:srgbClr val="7C8AB8"/>
              </a:solidFill>
              <a:ln w="19050">
                <a:noFill/>
              </a:ln>
              <a:effectLst/>
            </c:spPr>
            <c:extLst>
              <c:ext xmlns:c16="http://schemas.microsoft.com/office/drawing/2014/chart" uri="{C3380CC4-5D6E-409C-BE32-E72D297353CC}">
                <c16:uniqueId val="{00000007-F504-DA49-B8D5-32F60BE125A9}"/>
              </c:ext>
            </c:extLst>
          </c:dPt>
          <c:cat>
            <c:strRef>
              <c:f>Sheet1!$A$2:$A$5</c:f>
              <c:strCache>
                <c:ptCount val="1"/>
                <c:pt idx="0">
                  <c:v>Fabric</c:v>
                </c:pt>
              </c:strCache>
            </c:strRef>
          </c:cat>
          <c:val>
            <c:numRef>
              <c:f>Sheet1!$B$2:$B$5</c:f>
              <c:numCache>
                <c:formatCode>0%</c:formatCode>
                <c:ptCount val="4"/>
                <c:pt idx="0">
                  <c:v>0.56999999999999995</c:v>
                </c:pt>
                <c:pt idx="1">
                  <c:v>0.43000000000000005</c:v>
                </c:pt>
              </c:numCache>
            </c:numRef>
          </c:val>
          <c:extLst>
            <c:ext xmlns:c16="http://schemas.microsoft.com/office/drawing/2014/chart" uri="{C3380CC4-5D6E-409C-BE32-E72D297353CC}">
              <c16:uniqueId val="{00000008-F504-DA49-B8D5-32F60BE125A9}"/>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0AD7-E140-9306-A73C3BF5B94C}"/>
              </c:ext>
            </c:extLst>
          </c:dPt>
          <c:dPt>
            <c:idx val="1"/>
            <c:bubble3D val="0"/>
            <c:spPr>
              <a:solidFill>
                <a:schemeClr val="bg1">
                  <a:lumMod val="65000"/>
                </a:schemeClr>
              </a:solidFill>
              <a:ln w="19050">
                <a:noFill/>
              </a:ln>
              <a:effectLst/>
            </c:spPr>
            <c:extLst>
              <c:ext xmlns:c16="http://schemas.microsoft.com/office/drawing/2014/chart" uri="{C3380CC4-5D6E-409C-BE32-E72D297353CC}">
                <c16:uniqueId val="{00000003-0AD7-E140-9306-A73C3BF5B94C}"/>
              </c:ext>
            </c:extLst>
          </c:dPt>
          <c:dPt>
            <c:idx val="2"/>
            <c:bubble3D val="0"/>
            <c:spPr>
              <a:solidFill>
                <a:srgbClr val="7C8AB8"/>
              </a:solidFill>
              <a:ln w="19050">
                <a:noFill/>
              </a:ln>
              <a:effectLst/>
            </c:spPr>
            <c:extLst>
              <c:ext xmlns:c16="http://schemas.microsoft.com/office/drawing/2014/chart" uri="{C3380CC4-5D6E-409C-BE32-E72D297353CC}">
                <c16:uniqueId val="{00000005-0AD7-E140-9306-A73C3BF5B94C}"/>
              </c:ext>
            </c:extLst>
          </c:dPt>
          <c:dPt>
            <c:idx val="3"/>
            <c:bubble3D val="0"/>
            <c:spPr>
              <a:solidFill>
                <a:srgbClr val="7C8AB8"/>
              </a:solidFill>
              <a:ln w="19050">
                <a:noFill/>
              </a:ln>
              <a:effectLst/>
            </c:spPr>
            <c:extLst>
              <c:ext xmlns:c16="http://schemas.microsoft.com/office/drawing/2014/chart" uri="{C3380CC4-5D6E-409C-BE32-E72D297353CC}">
                <c16:uniqueId val="{00000007-0AD7-E140-9306-A73C3BF5B94C}"/>
              </c:ext>
            </c:extLst>
          </c:dPt>
          <c:cat>
            <c:strRef>
              <c:f>Sheet1!$A$2:$A$5</c:f>
              <c:strCache>
                <c:ptCount val="1"/>
                <c:pt idx="0">
                  <c:v>Fabric</c:v>
                </c:pt>
              </c:strCache>
            </c:strRef>
          </c:cat>
          <c:val>
            <c:numRef>
              <c:f>Sheet1!$B$2:$B$5</c:f>
              <c:numCache>
                <c:formatCode>0%</c:formatCode>
                <c:ptCount val="4"/>
                <c:pt idx="0">
                  <c:v>0.56999999999999995</c:v>
                </c:pt>
                <c:pt idx="1">
                  <c:v>0.43000000000000005</c:v>
                </c:pt>
              </c:numCache>
            </c:numRef>
          </c:val>
          <c:extLst>
            <c:ext xmlns:c16="http://schemas.microsoft.com/office/drawing/2014/chart" uri="{C3380CC4-5D6E-409C-BE32-E72D297353CC}">
              <c16:uniqueId val="{00000008-0AD7-E140-9306-A73C3BF5B94C}"/>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ontserrat" pitchFamily="2"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[Financials.xlsx]Sheet1!$D$106:$I$106</c:f>
              <c:numCache>
                <c:formatCode>General"E"</c:formatCode>
                <c:ptCount val="6"/>
                <c:pt idx="0">
                  <c:v>2023</c:v>
                </c:pt>
                <c:pt idx="1">
                  <c:v>2024</c:v>
                </c:pt>
                <c:pt idx="2">
                  <c:v>2025</c:v>
                </c:pt>
                <c:pt idx="3">
                  <c:v>2026</c:v>
                </c:pt>
                <c:pt idx="4">
                  <c:v>2027</c:v>
                </c:pt>
                <c:pt idx="5">
                  <c:v>2028</c:v>
                </c:pt>
              </c:numCache>
            </c:numRef>
          </c:cat>
          <c:val>
            <c:numRef>
              <c:f>[Financials.xlsx]Sheet1!$D$125:$I$125</c:f>
              <c:numCache>
                <c:formatCode>_(* #,##0.00_);_(* \(#,##0.00\);_(* "-"??_);_(@_)</c:formatCode>
                <c:ptCount val="6"/>
                <c:pt idx="0">
                  <c:v>119.47712675823355</c:v>
                </c:pt>
                <c:pt idx="1">
                  <c:v>405.50220317670312</c:v>
                </c:pt>
                <c:pt idx="2">
                  <c:v>604.34286461353076</c:v>
                </c:pt>
                <c:pt idx="3">
                  <c:v>760.42173583341264</c:v>
                </c:pt>
                <c:pt idx="4">
                  <c:v>952.20579655493395</c:v>
                </c:pt>
                <c:pt idx="5">
                  <c:v>1188.4697397887528</c:v>
                </c:pt>
              </c:numCache>
            </c:numRef>
          </c:val>
          <c:extLst>
            <c:ext xmlns:c16="http://schemas.microsoft.com/office/drawing/2014/chart" uri="{C3380CC4-5D6E-409C-BE32-E72D297353CC}">
              <c16:uniqueId val="{00000000-1330-4245-9E4F-D7B8CDA84C70}"/>
            </c:ext>
          </c:extLst>
        </c:ser>
        <c:ser>
          <c:idx val="1"/>
          <c:order val="1"/>
          <c:tx>
            <c:strRef>
              <c:f>[Financials.xlsx]Sheet1!$B$106</c:f>
              <c:strCache>
                <c:ptCount val="1"/>
                <c:pt idx="0">
                  <c:v>Revenue</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ontserrat" pitchFamily="2"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[Financials.xlsx]Sheet1!$D$110:$I$110</c:f>
              <c:numCache>
                <c:formatCode>_(* #,##0.00_);_(* \(#,##0.00\);_(* "-"??_);_(@_)</c:formatCode>
                <c:ptCount val="6"/>
                <c:pt idx="0">
                  <c:v>481.76088601812006</c:v>
                </c:pt>
                <c:pt idx="1">
                  <c:v>635.52308395041894</c:v>
                </c:pt>
                <c:pt idx="2">
                  <c:v>679.92435559087505</c:v>
                </c:pt>
                <c:pt idx="3">
                  <c:v>575.79459230225859</c:v>
                </c:pt>
                <c:pt idx="4">
                  <c:v>678.97379077718426</c:v>
                </c:pt>
                <c:pt idx="5">
                  <c:v>806.08302081266686</c:v>
                </c:pt>
              </c:numCache>
            </c:numRef>
          </c:val>
          <c:extLst>
            <c:ext xmlns:c16="http://schemas.microsoft.com/office/drawing/2014/chart" uri="{C3380CC4-5D6E-409C-BE32-E72D297353CC}">
              <c16:uniqueId val="{00000001-1330-4245-9E4F-D7B8CDA84C70}"/>
            </c:ext>
          </c:extLst>
        </c:ser>
        <c:ser>
          <c:idx val="2"/>
          <c:order val="2"/>
          <c:tx>
            <c:strRef>
              <c:f>[Financials.xlsx]Sheet1!$B$118</c:f>
              <c:strCache>
                <c:ptCount val="1"/>
                <c:pt idx="0">
                  <c:v>Costs</c:v>
                </c:pt>
              </c:strCache>
            </c:strRef>
          </c:tx>
          <c:spPr>
            <a:solidFill>
              <a:schemeClr val="accent5"/>
            </a:solidFill>
            <a:ln>
              <a:noFill/>
            </a:ln>
            <a:effectLst/>
          </c:spPr>
          <c:invertIfNegative val="0"/>
          <c:dLbls>
            <c:dLbl>
              <c:idx val="0"/>
              <c:layout>
                <c:manualLayout>
                  <c:x val="0"/>
                  <c:y val="-4.117643244409154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F93-B143-BEF2-B3B860425360}"/>
                </c:ext>
              </c:extLst>
            </c:dLbl>
            <c:numFmt formatCode="#,##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ontserrat" pitchFamily="2" charset="77"/>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[Financials.xlsx]Sheet1!$D$124:$I$124</c:f>
              <c:numCache>
                <c:formatCode>_(* #,##0.00_);_(* \(#,##0.00\);_(* "-"??_);_(@_)</c:formatCode>
                <c:ptCount val="6"/>
                <c:pt idx="0">
                  <c:v>-55.516240740113503</c:v>
                </c:pt>
                <c:pt idx="1">
                  <c:v>-187.77911922628411</c:v>
                </c:pt>
                <c:pt idx="2">
                  <c:v>-279.41819541516571</c:v>
                </c:pt>
                <c:pt idx="3">
                  <c:v>-351.52714353115414</c:v>
                </c:pt>
                <c:pt idx="4">
                  <c:v>-440.13200577774967</c:v>
                </c:pt>
                <c:pt idx="5">
                  <c:v>-549.28671897608604</c:v>
                </c:pt>
              </c:numCache>
            </c:numRef>
          </c:val>
          <c:extLst>
            <c:ext xmlns:c16="http://schemas.microsoft.com/office/drawing/2014/chart" uri="{C3380CC4-5D6E-409C-BE32-E72D297353CC}">
              <c16:uniqueId val="{00000002-1330-4245-9E4F-D7B8CDA84C70}"/>
            </c:ext>
          </c:extLst>
        </c:ser>
        <c:dLbls>
          <c:showLegendKey val="0"/>
          <c:showVal val="0"/>
          <c:showCatName val="0"/>
          <c:showSerName val="0"/>
          <c:showPercent val="0"/>
          <c:showBubbleSize val="0"/>
        </c:dLbls>
        <c:gapWidth val="219"/>
        <c:overlap val="-27"/>
        <c:axId val="484520720"/>
        <c:axId val="485489104"/>
      </c:barChart>
      <c:catAx>
        <c:axId val="484520720"/>
        <c:scaling>
          <c:orientation val="minMax"/>
        </c:scaling>
        <c:delete val="0"/>
        <c:axPos val="b"/>
        <c:numFmt formatCode="General&quot;E&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ontserrat" pitchFamily="2" charset="77"/>
                <a:ea typeface="+mn-ea"/>
                <a:cs typeface="+mn-cs"/>
              </a:defRPr>
            </a:pPr>
            <a:endParaRPr lang="en-US"/>
          </a:p>
        </c:txPr>
        <c:crossAx val="485489104"/>
        <c:crosses val="autoZero"/>
        <c:auto val="1"/>
        <c:lblAlgn val="ctr"/>
        <c:lblOffset val="100"/>
        <c:noMultiLvlLbl val="0"/>
      </c:catAx>
      <c:valAx>
        <c:axId val="485489104"/>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ontserrat" pitchFamily="2" charset="77"/>
                <a:ea typeface="+mn-ea"/>
                <a:cs typeface="+mn-cs"/>
              </a:defRPr>
            </a:pPr>
            <a:endParaRPr lang="en-US"/>
          </a:p>
        </c:txPr>
        <c:crossAx val="484520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Montserrat" pitchFamily="2" charset="77"/>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402456595704324E-3"/>
          <c:y val="6.7762027595586805E-2"/>
          <c:w val="0.93223819849648348"/>
          <c:h val="0.9322379724044132"/>
        </c:manualLayout>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402456595704324E-3"/>
          <c:y val="6.7762027595586805E-2"/>
          <c:w val="0.93223819849648348"/>
          <c:h val="0.9322379724044132"/>
        </c:manualLayout>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07BF-5B48-8CDC-ACD94C322285}"/>
              </c:ext>
            </c:extLst>
          </c:dPt>
          <c:dPt>
            <c:idx val="1"/>
            <c:bubble3D val="0"/>
            <c:spPr>
              <a:solidFill>
                <a:srgbClr val="7C8AB8"/>
              </a:solidFill>
              <a:ln w="19050">
                <a:noFill/>
              </a:ln>
              <a:effectLst/>
            </c:spPr>
            <c:extLst>
              <c:ext xmlns:c16="http://schemas.microsoft.com/office/drawing/2014/chart" uri="{C3380CC4-5D6E-409C-BE32-E72D297353CC}">
                <c16:uniqueId val="{00000003-07BF-5B48-8CDC-ACD94C322285}"/>
              </c:ext>
            </c:extLst>
          </c:dPt>
          <c:dPt>
            <c:idx val="2"/>
            <c:bubble3D val="0"/>
            <c:spPr>
              <a:solidFill>
                <a:srgbClr val="7C8AB8"/>
              </a:solidFill>
              <a:ln w="19050">
                <a:noFill/>
              </a:ln>
              <a:effectLst/>
            </c:spPr>
            <c:extLst>
              <c:ext xmlns:c16="http://schemas.microsoft.com/office/drawing/2014/chart" uri="{C3380CC4-5D6E-409C-BE32-E72D297353CC}">
                <c16:uniqueId val="{00000005-07BF-5B48-8CDC-ACD94C322285}"/>
              </c:ext>
            </c:extLst>
          </c:dPt>
          <c:dPt>
            <c:idx val="3"/>
            <c:bubble3D val="0"/>
            <c:spPr>
              <a:solidFill>
                <a:srgbClr val="7C8AB8"/>
              </a:solidFill>
              <a:ln w="19050">
                <a:noFill/>
              </a:ln>
              <a:effectLst/>
            </c:spPr>
            <c:extLst>
              <c:ext xmlns:c16="http://schemas.microsoft.com/office/drawing/2014/chart" uri="{C3380CC4-5D6E-409C-BE32-E72D297353CC}">
                <c16:uniqueId val="{00000007-07BF-5B48-8CDC-ACD94C322285}"/>
              </c:ext>
            </c:extLst>
          </c:dPt>
          <c:cat>
            <c:strRef>
              <c:f>Sheet1!$A$2:$A$5</c:f>
              <c:strCache>
                <c:ptCount val="1"/>
                <c:pt idx="0">
                  <c:v>Fabric</c:v>
                </c:pt>
              </c:strCache>
            </c:strRef>
          </c:cat>
          <c:val>
            <c:numRef>
              <c:f>Sheet1!$B$2:$B$5</c:f>
              <c:numCache>
                <c:formatCode>0%</c:formatCode>
                <c:ptCount val="4"/>
                <c:pt idx="0">
                  <c:v>0.5</c:v>
                </c:pt>
                <c:pt idx="1">
                  <c:v>0.5</c:v>
                </c:pt>
              </c:numCache>
            </c:numRef>
          </c:val>
          <c:extLst>
            <c:ext xmlns:c16="http://schemas.microsoft.com/office/drawing/2014/chart" uri="{C3380CC4-5D6E-409C-BE32-E72D297353CC}">
              <c16:uniqueId val="{00000008-07BF-5B48-8CDC-ACD94C322285}"/>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B126-6F42-A220-213880510D40}"/>
              </c:ext>
            </c:extLst>
          </c:dPt>
          <c:dPt>
            <c:idx val="1"/>
            <c:bubble3D val="0"/>
            <c:spPr>
              <a:solidFill>
                <a:srgbClr val="7C8AB8"/>
              </a:solidFill>
              <a:ln w="19050">
                <a:noFill/>
              </a:ln>
              <a:effectLst/>
            </c:spPr>
            <c:extLst>
              <c:ext xmlns:c16="http://schemas.microsoft.com/office/drawing/2014/chart" uri="{C3380CC4-5D6E-409C-BE32-E72D297353CC}">
                <c16:uniqueId val="{00000003-B126-6F42-A220-213880510D40}"/>
              </c:ext>
            </c:extLst>
          </c:dPt>
          <c:dPt>
            <c:idx val="2"/>
            <c:bubble3D val="0"/>
            <c:spPr>
              <a:solidFill>
                <a:srgbClr val="7C8AB8"/>
              </a:solidFill>
              <a:ln w="19050">
                <a:noFill/>
              </a:ln>
              <a:effectLst/>
            </c:spPr>
            <c:extLst>
              <c:ext xmlns:c16="http://schemas.microsoft.com/office/drawing/2014/chart" uri="{C3380CC4-5D6E-409C-BE32-E72D297353CC}">
                <c16:uniqueId val="{00000005-B126-6F42-A220-213880510D40}"/>
              </c:ext>
            </c:extLst>
          </c:dPt>
          <c:dPt>
            <c:idx val="3"/>
            <c:bubble3D val="0"/>
            <c:spPr>
              <a:solidFill>
                <a:srgbClr val="7C8AB8"/>
              </a:solidFill>
              <a:ln w="19050">
                <a:noFill/>
              </a:ln>
              <a:effectLst/>
            </c:spPr>
            <c:extLst>
              <c:ext xmlns:c16="http://schemas.microsoft.com/office/drawing/2014/chart" uri="{C3380CC4-5D6E-409C-BE32-E72D297353CC}">
                <c16:uniqueId val="{00000007-B126-6F42-A220-213880510D40}"/>
              </c:ext>
            </c:extLst>
          </c:dPt>
          <c:cat>
            <c:strRef>
              <c:f>Sheet1!$A$2:$A$5</c:f>
              <c:strCache>
                <c:ptCount val="1"/>
                <c:pt idx="0">
                  <c:v>Fabric</c:v>
                </c:pt>
              </c:strCache>
            </c:strRef>
          </c:cat>
          <c:val>
            <c:numRef>
              <c:f>Sheet1!$B$2:$B$5</c:f>
              <c:numCache>
                <c:formatCode>0%</c:formatCode>
                <c:ptCount val="4"/>
                <c:pt idx="0">
                  <c:v>0.8</c:v>
                </c:pt>
                <c:pt idx="1">
                  <c:v>0.19999999999999996</c:v>
                </c:pt>
              </c:numCache>
            </c:numRef>
          </c:val>
          <c:extLst>
            <c:ext xmlns:c16="http://schemas.microsoft.com/office/drawing/2014/chart" uri="{C3380CC4-5D6E-409C-BE32-E72D297353CC}">
              <c16:uniqueId val="{00000008-B126-6F42-A220-213880510D40}"/>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94BB-3E41-9D4F-E5E1DDBD4827}"/>
              </c:ext>
            </c:extLst>
          </c:dPt>
          <c:dPt>
            <c:idx val="1"/>
            <c:bubble3D val="0"/>
            <c:spPr>
              <a:solidFill>
                <a:srgbClr val="7C8AB8"/>
              </a:solidFill>
              <a:ln w="19050">
                <a:noFill/>
              </a:ln>
              <a:effectLst/>
            </c:spPr>
            <c:extLst>
              <c:ext xmlns:c16="http://schemas.microsoft.com/office/drawing/2014/chart" uri="{C3380CC4-5D6E-409C-BE32-E72D297353CC}">
                <c16:uniqueId val="{00000003-94BB-3E41-9D4F-E5E1DDBD4827}"/>
              </c:ext>
            </c:extLst>
          </c:dPt>
          <c:dPt>
            <c:idx val="2"/>
            <c:bubble3D val="0"/>
            <c:spPr>
              <a:solidFill>
                <a:srgbClr val="7C8AB8"/>
              </a:solidFill>
              <a:ln w="19050">
                <a:noFill/>
              </a:ln>
              <a:effectLst/>
            </c:spPr>
            <c:extLst>
              <c:ext xmlns:c16="http://schemas.microsoft.com/office/drawing/2014/chart" uri="{C3380CC4-5D6E-409C-BE32-E72D297353CC}">
                <c16:uniqueId val="{00000005-94BB-3E41-9D4F-E5E1DDBD4827}"/>
              </c:ext>
            </c:extLst>
          </c:dPt>
          <c:dPt>
            <c:idx val="3"/>
            <c:bubble3D val="0"/>
            <c:spPr>
              <a:solidFill>
                <a:srgbClr val="7C8AB8"/>
              </a:solidFill>
              <a:ln w="19050">
                <a:noFill/>
              </a:ln>
              <a:effectLst/>
            </c:spPr>
            <c:extLst>
              <c:ext xmlns:c16="http://schemas.microsoft.com/office/drawing/2014/chart" uri="{C3380CC4-5D6E-409C-BE32-E72D297353CC}">
                <c16:uniqueId val="{00000007-94BB-3E41-9D4F-E5E1DDBD4827}"/>
              </c:ext>
            </c:extLst>
          </c:dPt>
          <c:cat>
            <c:strRef>
              <c:f>Sheet1!$A$2:$A$5</c:f>
              <c:strCache>
                <c:ptCount val="1"/>
                <c:pt idx="0">
                  <c:v>Fabric</c:v>
                </c:pt>
              </c:strCache>
            </c:strRef>
          </c:cat>
          <c:val>
            <c:numRef>
              <c:f>Sheet1!$B$2:$B$5</c:f>
              <c:numCache>
                <c:formatCode>0%</c:formatCode>
                <c:ptCount val="4"/>
                <c:pt idx="0">
                  <c:v>0.06</c:v>
                </c:pt>
                <c:pt idx="1">
                  <c:v>0.94</c:v>
                </c:pt>
              </c:numCache>
            </c:numRef>
          </c:val>
          <c:extLst>
            <c:ext xmlns:c16="http://schemas.microsoft.com/office/drawing/2014/chart" uri="{C3380CC4-5D6E-409C-BE32-E72D297353CC}">
              <c16:uniqueId val="{00000008-94BB-3E41-9D4F-E5E1DDBD4827}"/>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582674624939506E-2"/>
          <c:y val="5.2704093489591979E-2"/>
          <c:w val="0.93223819849648348"/>
          <c:h val="0.9322379724044132"/>
        </c:manualLayout>
      </c:layout>
      <c:doughnutChart>
        <c:varyColors val="1"/>
        <c:ser>
          <c:idx val="0"/>
          <c:order val="0"/>
          <c:tx>
            <c:strRef>
              <c:f>Sheet1!$B$1</c:f>
              <c:strCache>
                <c:ptCount val="1"/>
                <c:pt idx="0">
                  <c:v>Sales</c:v>
                </c:pt>
              </c:strCache>
            </c:strRef>
          </c:tx>
          <c:spPr>
            <a:solidFill>
              <a:srgbClr val="7C8AB8"/>
            </a:solidFill>
            <a:ln>
              <a:noFill/>
            </a:ln>
          </c:spPr>
          <c:dPt>
            <c:idx val="0"/>
            <c:bubble3D val="0"/>
            <c:spPr>
              <a:solidFill>
                <a:srgbClr val="002060"/>
              </a:solidFill>
              <a:ln w="19050">
                <a:noFill/>
              </a:ln>
              <a:effectLst/>
            </c:spPr>
            <c:extLst>
              <c:ext xmlns:c16="http://schemas.microsoft.com/office/drawing/2014/chart" uri="{C3380CC4-5D6E-409C-BE32-E72D297353CC}">
                <c16:uniqueId val="{00000001-94BB-3E41-9D4F-E5E1DDBD4827}"/>
              </c:ext>
            </c:extLst>
          </c:dPt>
          <c:dPt>
            <c:idx val="1"/>
            <c:bubble3D val="0"/>
            <c:spPr>
              <a:solidFill>
                <a:srgbClr val="7C8AB8"/>
              </a:solidFill>
              <a:ln w="19050">
                <a:noFill/>
              </a:ln>
              <a:effectLst/>
            </c:spPr>
            <c:extLst>
              <c:ext xmlns:c16="http://schemas.microsoft.com/office/drawing/2014/chart" uri="{C3380CC4-5D6E-409C-BE32-E72D297353CC}">
                <c16:uniqueId val="{00000003-94BB-3E41-9D4F-E5E1DDBD4827}"/>
              </c:ext>
            </c:extLst>
          </c:dPt>
          <c:dPt>
            <c:idx val="2"/>
            <c:bubble3D val="0"/>
            <c:spPr>
              <a:solidFill>
                <a:srgbClr val="7C8AB8"/>
              </a:solidFill>
              <a:ln w="19050">
                <a:noFill/>
              </a:ln>
              <a:effectLst/>
            </c:spPr>
            <c:extLst>
              <c:ext xmlns:c16="http://schemas.microsoft.com/office/drawing/2014/chart" uri="{C3380CC4-5D6E-409C-BE32-E72D297353CC}">
                <c16:uniqueId val="{00000005-94BB-3E41-9D4F-E5E1DDBD4827}"/>
              </c:ext>
            </c:extLst>
          </c:dPt>
          <c:dPt>
            <c:idx val="3"/>
            <c:bubble3D val="0"/>
            <c:spPr>
              <a:solidFill>
                <a:srgbClr val="7C8AB8"/>
              </a:solidFill>
              <a:ln w="19050">
                <a:noFill/>
              </a:ln>
              <a:effectLst/>
            </c:spPr>
            <c:extLst>
              <c:ext xmlns:c16="http://schemas.microsoft.com/office/drawing/2014/chart" uri="{C3380CC4-5D6E-409C-BE32-E72D297353CC}">
                <c16:uniqueId val="{00000007-94BB-3E41-9D4F-E5E1DDBD4827}"/>
              </c:ext>
            </c:extLst>
          </c:dPt>
          <c:cat>
            <c:strRef>
              <c:f>Sheet1!$A$2:$A$5</c:f>
              <c:strCache>
                <c:ptCount val="1"/>
                <c:pt idx="0">
                  <c:v>Fabric</c:v>
                </c:pt>
              </c:strCache>
            </c:strRef>
          </c:cat>
          <c:val>
            <c:numRef>
              <c:f>Sheet1!$B$2:$B$5</c:f>
              <c:numCache>
                <c:formatCode>0%</c:formatCode>
                <c:ptCount val="4"/>
                <c:pt idx="0">
                  <c:v>0.14000000000000001</c:v>
                </c:pt>
                <c:pt idx="1">
                  <c:v>0.86</c:v>
                </c:pt>
              </c:numCache>
            </c:numRef>
          </c:val>
          <c:extLst>
            <c:ext xmlns:c16="http://schemas.microsoft.com/office/drawing/2014/chart" uri="{C3380CC4-5D6E-409C-BE32-E72D297353CC}">
              <c16:uniqueId val="{00000008-94BB-3E41-9D4F-E5E1DDBD4827}"/>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0.12012</cdr:x>
      <cdr:y>0.31514</cdr:y>
    </cdr:from>
    <cdr:to>
      <cdr:x>0.79847</cdr:x>
      <cdr:y>0.87211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191097" y="395441"/>
          <a:ext cx="1079166" cy="69889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CA" sz="3600" b="1" dirty="0">
              <a:solidFill>
                <a:srgbClr val="42B8D6"/>
              </a:solidFill>
              <a:latin typeface="Aptos" panose="020B0004020202020204" pitchFamily="34" charset="0"/>
            </a:rPr>
            <a:t>--</a:t>
          </a:r>
          <a:endParaRPr lang="en-CA" sz="4000" b="1" dirty="0">
            <a:solidFill>
              <a:srgbClr val="42B8D6"/>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0.20137</cdr:x>
      <cdr:y>0.16078</cdr:y>
    </cdr:from>
    <cdr:to>
      <cdr:x>0.79863</cdr:x>
      <cdr:y>0.69611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320353" y="201747"/>
          <a:ext cx="950164" cy="67173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CA" sz="4400" b="1" dirty="0">
              <a:solidFill>
                <a:srgbClr val="42B8D6"/>
              </a:solidFill>
            </a:rPr>
            <a:t>--</a:t>
          </a:r>
          <a:endParaRPr lang="en-CA" sz="3600" b="1" dirty="0">
            <a:solidFill>
              <a:srgbClr val="42B8D6"/>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drawings/drawing9.xml><?xml version="1.0" encoding="utf-8"?>
<c:userShapes xmlns:c="http://schemas.openxmlformats.org/drawingml/2006/chart">
  <cdr:relSizeAnchor xmlns:cdr="http://schemas.openxmlformats.org/drawingml/2006/chartDrawing">
    <cdr:from>
      <cdr:x>0</cdr:x>
      <cdr:y>0.3526</cdr:y>
    </cdr:from>
    <cdr:to>
      <cdr:x>1</cdr:x>
      <cdr:y>1</cdr:y>
    </cdr:to>
    <cdr:sp macro="" textlink="">
      <cdr:nvSpPr>
        <cdr:cNvPr id="2" name="TextBox 1">
          <a:extLst xmlns:a="http://schemas.openxmlformats.org/drawingml/2006/main">
            <a:ext uri="{FF2B5EF4-FFF2-40B4-BE49-F238E27FC236}">
              <a16:creationId xmlns:a16="http://schemas.microsoft.com/office/drawing/2014/main" id="{C5590E2E-C33F-1F62-67AB-7DDF166C2B41}"/>
            </a:ext>
          </a:extLst>
        </cdr:cNvPr>
        <cdr:cNvSpPr txBox="1"/>
      </cdr:nvSpPr>
      <cdr:spPr>
        <a:xfrm xmlns:a="http://schemas.openxmlformats.org/drawingml/2006/main">
          <a:off x="0" y="297379"/>
          <a:ext cx="929850" cy="54600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endParaRPr lang="en-CA" sz="1800" b="1" dirty="0">
            <a:latin typeface="Aptos" panose="020B0004020202020204" pitchFamily="34"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AA450-EDD3-DE47-99F2-88D2B7C26214}" type="datetimeFigureOut">
              <a:rPr lang="en-US" smtClean="0"/>
              <a:t>1/23/26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8F2D75-EF97-D44D-903A-9E6B4938A054}" type="slidenum">
              <a:rPr lang="en-US" smtClean="0"/>
              <a:t>‹#›</a:t>
            </a:fld>
            <a:endParaRPr lang="en-US"/>
          </a:p>
        </p:txBody>
      </p:sp>
    </p:spTree>
    <p:extLst>
      <p:ext uri="{BB962C8B-B14F-4D97-AF65-F5344CB8AC3E}">
        <p14:creationId xmlns:p14="http://schemas.microsoft.com/office/powerpoint/2010/main" val="285777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1</a:t>
            </a:fld>
            <a:endParaRPr lang="en-US"/>
          </a:p>
        </p:txBody>
      </p:sp>
    </p:spTree>
    <p:extLst>
      <p:ext uri="{BB962C8B-B14F-4D97-AF65-F5344CB8AC3E}">
        <p14:creationId xmlns:p14="http://schemas.microsoft.com/office/powerpoint/2010/main" val="393585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6</a:t>
            </a:fld>
            <a:endParaRPr lang="en-US"/>
          </a:p>
        </p:txBody>
      </p:sp>
    </p:spTree>
    <p:extLst>
      <p:ext uri="{BB962C8B-B14F-4D97-AF65-F5344CB8AC3E}">
        <p14:creationId xmlns:p14="http://schemas.microsoft.com/office/powerpoint/2010/main" val="849662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8</a:t>
            </a:fld>
            <a:endParaRPr lang="en-US"/>
          </a:p>
        </p:txBody>
      </p:sp>
    </p:spTree>
    <p:extLst>
      <p:ext uri="{BB962C8B-B14F-4D97-AF65-F5344CB8AC3E}">
        <p14:creationId xmlns:p14="http://schemas.microsoft.com/office/powerpoint/2010/main" val="1663536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9</a:t>
            </a:fld>
            <a:endParaRPr lang="en-US"/>
          </a:p>
        </p:txBody>
      </p:sp>
    </p:spTree>
    <p:extLst>
      <p:ext uri="{BB962C8B-B14F-4D97-AF65-F5344CB8AC3E}">
        <p14:creationId xmlns:p14="http://schemas.microsoft.com/office/powerpoint/2010/main" val="3626783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13</a:t>
            </a:fld>
            <a:endParaRPr lang="en-US"/>
          </a:p>
        </p:txBody>
      </p:sp>
    </p:spTree>
    <p:extLst>
      <p:ext uri="{BB962C8B-B14F-4D97-AF65-F5344CB8AC3E}">
        <p14:creationId xmlns:p14="http://schemas.microsoft.com/office/powerpoint/2010/main" val="3233931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14</a:t>
            </a:fld>
            <a:endParaRPr lang="en-US"/>
          </a:p>
        </p:txBody>
      </p:sp>
    </p:spTree>
    <p:extLst>
      <p:ext uri="{BB962C8B-B14F-4D97-AF65-F5344CB8AC3E}">
        <p14:creationId xmlns:p14="http://schemas.microsoft.com/office/powerpoint/2010/main" val="4257042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15</a:t>
            </a:fld>
            <a:endParaRPr lang="en-US"/>
          </a:p>
        </p:txBody>
      </p:sp>
    </p:spTree>
    <p:extLst>
      <p:ext uri="{BB962C8B-B14F-4D97-AF65-F5344CB8AC3E}">
        <p14:creationId xmlns:p14="http://schemas.microsoft.com/office/powerpoint/2010/main" val="149636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16</a:t>
            </a:fld>
            <a:endParaRPr lang="en-US"/>
          </a:p>
        </p:txBody>
      </p:sp>
    </p:spTree>
    <p:extLst>
      <p:ext uri="{BB962C8B-B14F-4D97-AF65-F5344CB8AC3E}">
        <p14:creationId xmlns:p14="http://schemas.microsoft.com/office/powerpoint/2010/main" val="701647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25</a:t>
            </a:fld>
            <a:endParaRPr lang="en-US"/>
          </a:p>
        </p:txBody>
      </p:sp>
    </p:spTree>
    <p:extLst>
      <p:ext uri="{BB962C8B-B14F-4D97-AF65-F5344CB8AC3E}">
        <p14:creationId xmlns:p14="http://schemas.microsoft.com/office/powerpoint/2010/main" val="715018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33</a:t>
            </a:fld>
            <a:endParaRPr lang="en-US"/>
          </a:p>
        </p:txBody>
      </p:sp>
    </p:spTree>
    <p:extLst>
      <p:ext uri="{BB962C8B-B14F-4D97-AF65-F5344CB8AC3E}">
        <p14:creationId xmlns:p14="http://schemas.microsoft.com/office/powerpoint/2010/main" val="1143604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39</a:t>
            </a:fld>
            <a:endParaRPr lang="en-US"/>
          </a:p>
        </p:txBody>
      </p:sp>
    </p:spTree>
    <p:extLst>
      <p:ext uri="{BB962C8B-B14F-4D97-AF65-F5344CB8AC3E}">
        <p14:creationId xmlns:p14="http://schemas.microsoft.com/office/powerpoint/2010/main" val="309601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40</a:t>
            </a:fld>
            <a:endParaRPr lang="en-US"/>
          </a:p>
        </p:txBody>
      </p:sp>
    </p:spTree>
    <p:extLst>
      <p:ext uri="{BB962C8B-B14F-4D97-AF65-F5344CB8AC3E}">
        <p14:creationId xmlns:p14="http://schemas.microsoft.com/office/powerpoint/2010/main" val="1181447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721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51</a:t>
            </a:fld>
            <a:endParaRPr lang="en-US"/>
          </a:p>
        </p:txBody>
      </p:sp>
    </p:spTree>
    <p:extLst>
      <p:ext uri="{BB962C8B-B14F-4D97-AF65-F5344CB8AC3E}">
        <p14:creationId xmlns:p14="http://schemas.microsoft.com/office/powerpoint/2010/main" val="215654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EE284E-2389-4557-A81C-0958AA3B7373}" type="slidenum">
              <a:rPr lang="en-CA" smtClean="0"/>
              <a:t>60</a:t>
            </a:fld>
            <a:endParaRPr lang="en-CA"/>
          </a:p>
        </p:txBody>
      </p:sp>
    </p:spTree>
    <p:extLst>
      <p:ext uri="{BB962C8B-B14F-4D97-AF65-F5344CB8AC3E}">
        <p14:creationId xmlns:p14="http://schemas.microsoft.com/office/powerpoint/2010/main" val="37320927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sz="1200" b="1">
                <a:solidFill>
                  <a:schemeClr val="bg1"/>
                </a:solidFill>
                <a:latin typeface="Arial" panose="020B0604020202020204" pitchFamily="34" charset="0"/>
                <a:cs typeface="Arial" panose="020B0604020202020204" pitchFamily="34" charset="0"/>
              </a:rPr>
              <a:t>9.5% CAGR </a:t>
            </a:r>
            <a:r>
              <a:rPr lang="en-CA" sz="1200">
                <a:solidFill>
                  <a:schemeClr val="bg1"/>
                </a:solidFill>
                <a:latin typeface="Arial" panose="020B0604020202020204" pitchFamily="34" charset="0"/>
                <a:cs typeface="Arial" panose="020B0604020202020204" pitchFamily="34" charset="0"/>
              </a:rPr>
              <a:t>in Asian Kiosk market</a:t>
            </a:r>
          </a:p>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61</a:t>
            </a:fld>
            <a:endParaRPr lang="en-US"/>
          </a:p>
        </p:txBody>
      </p:sp>
    </p:spTree>
    <p:extLst>
      <p:ext uri="{BB962C8B-B14F-4D97-AF65-F5344CB8AC3E}">
        <p14:creationId xmlns:p14="http://schemas.microsoft.com/office/powerpoint/2010/main" val="373467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lvl="1" indent="-285750">
              <a:buFont typeface="Arial" panose="020B0604020202020204" pitchFamily="34" charset="0"/>
              <a:buChar char="•"/>
            </a:pPr>
            <a:r>
              <a:rPr lang="en-CA"/>
              <a:t>Proof of concept for a ground water recharge partnership</a:t>
            </a:r>
          </a:p>
        </p:txBody>
      </p:sp>
      <p:sp>
        <p:nvSpPr>
          <p:cNvPr id="4" name="Slide Number Placeholder 3"/>
          <p:cNvSpPr>
            <a:spLocks noGrp="1"/>
          </p:cNvSpPr>
          <p:nvPr>
            <p:ph type="sldNum" sz="quarter" idx="5"/>
          </p:nvPr>
        </p:nvSpPr>
        <p:spPr/>
        <p:txBody>
          <a:bodyPr/>
          <a:lstStyle/>
          <a:p>
            <a:fld id="{4CEE284E-2389-4557-A81C-0958AA3B7373}" type="slidenum">
              <a:rPr lang="en-CA" smtClean="0"/>
              <a:t>62</a:t>
            </a:fld>
            <a:endParaRPr lang="en-CA"/>
          </a:p>
        </p:txBody>
      </p:sp>
    </p:spTree>
    <p:extLst>
      <p:ext uri="{BB962C8B-B14F-4D97-AF65-F5344CB8AC3E}">
        <p14:creationId xmlns:p14="http://schemas.microsoft.com/office/powerpoint/2010/main" val="2918725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a:p>
            <a:endParaRPr lang="en-US"/>
          </a:p>
          <a:p>
            <a:endParaRPr lang="en-US"/>
          </a:p>
        </p:txBody>
      </p:sp>
      <p:sp>
        <p:nvSpPr>
          <p:cNvPr id="4" name="Slide Number Placeholder 3"/>
          <p:cNvSpPr>
            <a:spLocks noGrp="1"/>
          </p:cNvSpPr>
          <p:nvPr>
            <p:ph type="sldNum" sz="quarter" idx="5"/>
          </p:nvPr>
        </p:nvSpPr>
        <p:spPr/>
        <p:txBody>
          <a:bodyPr/>
          <a:lstStyle/>
          <a:p>
            <a:fld id="{B98F2D75-EF97-D44D-903A-9E6B4938A054}" type="slidenum">
              <a:rPr lang="en-US" smtClean="0"/>
              <a:t>63</a:t>
            </a:fld>
            <a:endParaRPr lang="en-US"/>
          </a:p>
        </p:txBody>
      </p:sp>
    </p:spTree>
    <p:extLst>
      <p:ext uri="{BB962C8B-B14F-4D97-AF65-F5344CB8AC3E}">
        <p14:creationId xmlns:p14="http://schemas.microsoft.com/office/powerpoint/2010/main" val="2783289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previous slide: clients are super different -&gt; translates directly to that they’re looking for diverse types of talent </a:t>
            </a:r>
          </a:p>
        </p:txBody>
      </p:sp>
      <p:sp>
        <p:nvSpPr>
          <p:cNvPr id="4" name="Slide Number Placeholder 3"/>
          <p:cNvSpPr>
            <a:spLocks noGrp="1"/>
          </p:cNvSpPr>
          <p:nvPr>
            <p:ph type="sldNum" sz="quarter" idx="5"/>
          </p:nvPr>
        </p:nvSpPr>
        <p:spPr/>
        <p:txBody>
          <a:bodyPr/>
          <a:lstStyle/>
          <a:p>
            <a:fld id="{4CEE284E-2389-4557-A81C-0958AA3B7373}" type="slidenum">
              <a:rPr lang="en-CA" smtClean="0"/>
              <a:t>64</a:t>
            </a:fld>
            <a:endParaRPr lang="en-CA"/>
          </a:p>
        </p:txBody>
      </p:sp>
    </p:spTree>
    <p:extLst>
      <p:ext uri="{BB962C8B-B14F-4D97-AF65-F5344CB8AC3E}">
        <p14:creationId xmlns:p14="http://schemas.microsoft.com/office/powerpoint/2010/main" val="19813946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ights">
    <p:spTree>
      <p:nvGrpSpPr>
        <p:cNvPr id="1" name=""/>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3C192577-E2AA-8F47-BB75-3E73B78ED609}"/>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21" name="TextBox 30">
            <a:extLst>
              <a:ext uri="{FF2B5EF4-FFF2-40B4-BE49-F238E27FC236}">
                <a16:creationId xmlns:a16="http://schemas.microsoft.com/office/drawing/2014/main" id="{1E438A23-5206-AA48-A58B-E43135EA77B5}"/>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Insights</a:t>
            </a:r>
          </a:p>
        </p:txBody>
      </p:sp>
      <p:sp>
        <p:nvSpPr>
          <p:cNvPr id="22" name="TextBox 31">
            <a:extLst>
              <a:ext uri="{FF2B5EF4-FFF2-40B4-BE49-F238E27FC236}">
                <a16:creationId xmlns:a16="http://schemas.microsoft.com/office/drawing/2014/main" id="{3B8CE924-0B07-5346-9CCF-DA0613B55CD1}"/>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Strategy 1</a:t>
            </a:r>
          </a:p>
        </p:txBody>
      </p:sp>
      <p:sp>
        <p:nvSpPr>
          <p:cNvPr id="23" name="TextBox 32">
            <a:extLst>
              <a:ext uri="{FF2B5EF4-FFF2-40B4-BE49-F238E27FC236}">
                <a16:creationId xmlns:a16="http://schemas.microsoft.com/office/drawing/2014/main" id="{68C54888-631D-F040-B301-F2C8A23B19B5}"/>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Strategy 2</a:t>
            </a:r>
          </a:p>
        </p:txBody>
      </p:sp>
      <p:sp>
        <p:nvSpPr>
          <p:cNvPr id="24" name="TextBox 33">
            <a:extLst>
              <a:ext uri="{FF2B5EF4-FFF2-40B4-BE49-F238E27FC236}">
                <a16:creationId xmlns:a16="http://schemas.microsoft.com/office/drawing/2014/main" id="{557C33B9-D234-1848-9E75-D998E4E0D5BD}"/>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Impact</a:t>
            </a:r>
          </a:p>
        </p:txBody>
      </p:sp>
      <p:sp>
        <p:nvSpPr>
          <p:cNvPr id="4" name="AutoShape 2">
            <a:extLst>
              <a:ext uri="{FF2B5EF4-FFF2-40B4-BE49-F238E27FC236}">
                <a16:creationId xmlns:a16="http://schemas.microsoft.com/office/drawing/2014/main" id="{E10286AA-107E-0458-C124-3F85A4F593F3}"/>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txBody>
          <a:bodyPr/>
          <a:lstStyle/>
          <a:p>
            <a:endParaRPr lang="en-US"/>
          </a:p>
        </p:txBody>
      </p:sp>
      <p:sp>
        <p:nvSpPr>
          <p:cNvPr id="5" name="AutoShape 2">
            <a:extLst>
              <a:ext uri="{FF2B5EF4-FFF2-40B4-BE49-F238E27FC236}">
                <a16:creationId xmlns:a16="http://schemas.microsoft.com/office/drawing/2014/main" id="{A0D4AA36-AEB8-533B-93E1-0683EBF09A40}"/>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txBody>
          <a:bodyPr/>
          <a:lstStyle/>
          <a:p>
            <a:endParaRPr lang="en-US"/>
          </a:p>
        </p:txBody>
      </p:sp>
      <p:sp>
        <p:nvSpPr>
          <p:cNvPr id="11" name="Text Placeholder 10">
            <a:extLst>
              <a:ext uri="{FF2B5EF4-FFF2-40B4-BE49-F238E27FC236}">
                <a16:creationId xmlns:a16="http://schemas.microsoft.com/office/drawing/2014/main" id="{B5E1DE00-2D55-C0F5-9077-935F2F9EEE58}"/>
              </a:ext>
            </a:extLst>
          </p:cNvPr>
          <p:cNvSpPr>
            <a:spLocks noGrp="1"/>
          </p:cNvSpPr>
          <p:nvPr>
            <p:ph type="body" sz="quarter" idx="13" hasCustomPrompt="1"/>
          </p:nvPr>
        </p:nvSpPr>
        <p:spPr>
          <a:xfrm>
            <a:off x="730250" y="8520690"/>
            <a:ext cx="16862425" cy="438582"/>
          </a:xfrm>
        </p:spPr>
        <p:txBody>
          <a:bodyPr anchor="ctr">
            <a:spAutoFit/>
          </a:bodyPr>
          <a:lstStyle>
            <a:lvl1pPr marL="0" indent="0" algn="ctr">
              <a:lnSpc>
                <a:spcPct val="90000"/>
              </a:lnSpc>
              <a:buNone/>
              <a:defRPr sz="2500">
                <a:latin typeface="Arial" panose="020B0604020202020204" pitchFamily="34" charset="0"/>
                <a:cs typeface="Arial" panose="020B0604020202020204" pitchFamily="34" charset="0"/>
              </a:defRPr>
            </a:lvl1pPr>
          </a:lstStyle>
          <a:p>
            <a:pPr lvl="0"/>
            <a:r>
              <a:rPr lang="en-US"/>
              <a:t>Add Takeaway Here</a:t>
            </a:r>
          </a:p>
        </p:txBody>
      </p:sp>
      <p:sp>
        <p:nvSpPr>
          <p:cNvPr id="14" name="Text Placeholder 7">
            <a:extLst>
              <a:ext uri="{FF2B5EF4-FFF2-40B4-BE49-F238E27FC236}">
                <a16:creationId xmlns:a16="http://schemas.microsoft.com/office/drawing/2014/main" id="{FD74F85D-6AFC-40EF-076D-6CD0F573BAE8}"/>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dirty="0"/>
              <a:t>What is the point your trying to make?</a:t>
            </a:r>
          </a:p>
        </p:txBody>
      </p:sp>
      <p:sp>
        <p:nvSpPr>
          <p:cNvPr id="15" name="Text Placeholder 7">
            <a:extLst>
              <a:ext uri="{FF2B5EF4-FFF2-40B4-BE49-F238E27FC236}">
                <a16:creationId xmlns:a16="http://schemas.microsoft.com/office/drawing/2014/main" id="{AA0FBC8A-9AC7-125F-E443-FF81E6558DF0}"/>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dirty="0"/>
              <a:t>Subtitle</a:t>
            </a:r>
          </a:p>
        </p:txBody>
      </p:sp>
      <p:sp>
        <p:nvSpPr>
          <p:cNvPr id="27" name="Text Placeholder 7">
            <a:extLst>
              <a:ext uri="{FF2B5EF4-FFF2-40B4-BE49-F238E27FC236}">
                <a16:creationId xmlns:a16="http://schemas.microsoft.com/office/drawing/2014/main" id="{CB31EB5B-5874-8D46-F052-FEE73EB80265}"/>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
        <p:nvSpPr>
          <p:cNvPr id="16" name="Rectangle: Rounded Corners 12">
            <a:extLst>
              <a:ext uri="{FF2B5EF4-FFF2-40B4-BE49-F238E27FC236}">
                <a16:creationId xmlns:a16="http://schemas.microsoft.com/office/drawing/2014/main" id="{BBB42D3A-DEF0-3542-AE45-768A83F733CD}"/>
              </a:ext>
            </a:extLst>
          </p:cNvPr>
          <p:cNvSpPr/>
          <p:nvPr userDrawn="1"/>
        </p:nvSpPr>
        <p:spPr>
          <a:xfrm>
            <a:off x="729761" y="8352691"/>
            <a:ext cx="16863646" cy="773723"/>
          </a:xfrm>
          <a:prstGeom prst="roundRect">
            <a:avLst/>
          </a:prstGeom>
          <a:noFill/>
          <a:ln w="571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500" b="1">
              <a:solidFill>
                <a:schemeClr val="tx1"/>
              </a:solidFill>
              <a:latin typeface="Arial" panose="020B0604020202020204" pitchFamily="34" charset="0"/>
              <a:ea typeface="+mn-lt"/>
              <a:cs typeface="Arial" panose="020B0604020202020204" pitchFamily="34" charset="0"/>
            </a:endParaRPr>
          </a:p>
        </p:txBody>
      </p:sp>
      <p:pic>
        <p:nvPicPr>
          <p:cNvPr id="18" name="Picture 17" descr="A blue and black logo&#10;&#10;Description automatically generated">
            <a:hlinkClick r:id="rId2" action="ppaction://hlinksldjump"/>
            <a:extLst>
              <a:ext uri="{FF2B5EF4-FFF2-40B4-BE49-F238E27FC236}">
                <a16:creationId xmlns:a16="http://schemas.microsoft.com/office/drawing/2014/main" id="{01B2A1EE-3FF0-744F-A738-AC1F624B44A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llar 1">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FA8F9A50-858F-FC49-BD7E-81982F5E7E06}"/>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4" name="TextBox 30">
            <a:extLst>
              <a:ext uri="{FF2B5EF4-FFF2-40B4-BE49-F238E27FC236}">
                <a16:creationId xmlns:a16="http://schemas.microsoft.com/office/drawing/2014/main" id="{FD6044CF-C7FD-3846-BF92-848FBA15F477}"/>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Insights</a:t>
            </a:r>
          </a:p>
        </p:txBody>
      </p:sp>
      <p:sp>
        <p:nvSpPr>
          <p:cNvPr id="15" name="TextBox 31">
            <a:extLst>
              <a:ext uri="{FF2B5EF4-FFF2-40B4-BE49-F238E27FC236}">
                <a16:creationId xmlns:a16="http://schemas.microsoft.com/office/drawing/2014/main" id="{AEE7F9B9-4FA7-D54C-A6FE-FD56E232147C}"/>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Strategy</a:t>
            </a:r>
            <a:r>
              <a:rPr lang="en-US" sz="2596" spc="-153">
                <a:solidFill>
                  <a:srgbClr val="263F6B"/>
                </a:solidFill>
                <a:latin typeface="Arial" panose="020B0604020202020204" pitchFamily="34" charset="0"/>
                <a:cs typeface="Arial" panose="020B0604020202020204" pitchFamily="34" charset="0"/>
              </a:rPr>
              <a:t> 1</a:t>
            </a:r>
          </a:p>
        </p:txBody>
      </p:sp>
      <p:sp>
        <p:nvSpPr>
          <p:cNvPr id="16" name="TextBox 32">
            <a:extLst>
              <a:ext uri="{FF2B5EF4-FFF2-40B4-BE49-F238E27FC236}">
                <a16:creationId xmlns:a16="http://schemas.microsoft.com/office/drawing/2014/main" id="{80C6A241-84C0-D246-99BE-1D33EBC8D6F1}"/>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Strategy 2</a:t>
            </a:r>
          </a:p>
        </p:txBody>
      </p:sp>
      <p:sp>
        <p:nvSpPr>
          <p:cNvPr id="17" name="TextBox 33">
            <a:extLst>
              <a:ext uri="{FF2B5EF4-FFF2-40B4-BE49-F238E27FC236}">
                <a16:creationId xmlns:a16="http://schemas.microsoft.com/office/drawing/2014/main" id="{E5C13106-B7F7-5346-A33F-1DB55C530551}"/>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Impact</a:t>
            </a:r>
          </a:p>
        </p:txBody>
      </p:sp>
      <p:sp>
        <p:nvSpPr>
          <p:cNvPr id="3" name="AutoShape 2">
            <a:extLst>
              <a:ext uri="{FF2B5EF4-FFF2-40B4-BE49-F238E27FC236}">
                <a16:creationId xmlns:a16="http://schemas.microsoft.com/office/drawing/2014/main" id="{D511C8B5-83C8-CD83-EC7A-52AF2A9FF40A}"/>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4" name="AutoShape 2">
            <a:extLst>
              <a:ext uri="{FF2B5EF4-FFF2-40B4-BE49-F238E27FC236}">
                <a16:creationId xmlns:a16="http://schemas.microsoft.com/office/drawing/2014/main" id="{B0FAC7DA-C251-B2E6-07FF-C5FF3315A320}"/>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7" name="Rectangle: Rounded Corners 12">
            <a:extLst>
              <a:ext uri="{FF2B5EF4-FFF2-40B4-BE49-F238E27FC236}">
                <a16:creationId xmlns:a16="http://schemas.microsoft.com/office/drawing/2014/main" id="{A0C7931F-E6A3-8BD8-1998-5639F40B85B6}"/>
              </a:ext>
            </a:extLst>
          </p:cNvPr>
          <p:cNvSpPr/>
          <p:nvPr userDrawn="1"/>
        </p:nvSpPr>
        <p:spPr>
          <a:xfrm>
            <a:off x="729761" y="8352691"/>
            <a:ext cx="16863646" cy="773723"/>
          </a:xfrm>
          <a:prstGeom prst="roundRect">
            <a:avLst/>
          </a:prstGeom>
          <a:noFill/>
          <a:ln w="571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500" b="1">
              <a:solidFill>
                <a:schemeClr val="tx1"/>
              </a:solidFill>
              <a:latin typeface="Arial" panose="020B0604020202020204" pitchFamily="34" charset="0"/>
              <a:ea typeface="+mn-lt"/>
              <a:cs typeface="Arial" panose="020B0604020202020204" pitchFamily="34" charset="0"/>
            </a:endParaRPr>
          </a:p>
        </p:txBody>
      </p:sp>
      <p:sp>
        <p:nvSpPr>
          <p:cNvPr id="22" name="Text Placeholder 7">
            <a:extLst>
              <a:ext uri="{FF2B5EF4-FFF2-40B4-BE49-F238E27FC236}">
                <a16:creationId xmlns:a16="http://schemas.microsoft.com/office/drawing/2014/main" id="{210DA90A-DF19-9F2E-F4CF-18A04975C13A}"/>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sp>
        <p:nvSpPr>
          <p:cNvPr id="23" name="Text Placeholder 10">
            <a:extLst>
              <a:ext uri="{FF2B5EF4-FFF2-40B4-BE49-F238E27FC236}">
                <a16:creationId xmlns:a16="http://schemas.microsoft.com/office/drawing/2014/main" id="{9A73364E-5084-87F0-5510-CA9DC599F50C}"/>
              </a:ext>
            </a:extLst>
          </p:cNvPr>
          <p:cNvSpPr>
            <a:spLocks noGrp="1"/>
          </p:cNvSpPr>
          <p:nvPr>
            <p:ph type="body" sz="quarter" idx="13" hasCustomPrompt="1"/>
          </p:nvPr>
        </p:nvSpPr>
        <p:spPr>
          <a:xfrm>
            <a:off x="730250" y="8520690"/>
            <a:ext cx="16862425" cy="438582"/>
          </a:xfrm>
        </p:spPr>
        <p:txBody>
          <a:bodyPr anchor="ctr">
            <a:spAutoFit/>
          </a:bodyPr>
          <a:lstStyle>
            <a:lvl1pPr marL="0" indent="0" algn="ctr">
              <a:lnSpc>
                <a:spcPct val="90000"/>
              </a:lnSpc>
              <a:buNone/>
              <a:defRPr sz="2500">
                <a:latin typeface="Arial" panose="020B0604020202020204" pitchFamily="34" charset="0"/>
                <a:cs typeface="Arial" panose="020B0604020202020204" pitchFamily="34" charset="0"/>
              </a:defRPr>
            </a:lvl1pPr>
          </a:lstStyle>
          <a:p>
            <a:pPr lvl="0"/>
            <a:r>
              <a:rPr lang="en-US"/>
              <a:t>Add Takeaway Here</a:t>
            </a:r>
          </a:p>
        </p:txBody>
      </p:sp>
      <p:pic>
        <p:nvPicPr>
          <p:cNvPr id="24" name="Picture 23" descr="A blue and black logo&#10;&#10;Description automatically generated">
            <a:hlinkClick r:id="rId2" action="ppaction://hlinksldjump"/>
            <a:extLst>
              <a:ext uri="{FF2B5EF4-FFF2-40B4-BE49-F238E27FC236}">
                <a16:creationId xmlns:a16="http://schemas.microsoft.com/office/drawing/2014/main" id="{40515157-BC0B-C8DD-33E0-E427500A5A8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25" name="Text Placeholder 7">
            <a:extLst>
              <a:ext uri="{FF2B5EF4-FFF2-40B4-BE49-F238E27FC236}">
                <a16:creationId xmlns:a16="http://schemas.microsoft.com/office/drawing/2014/main" id="{54FBBBA4-ADF4-0BC1-E900-0D2EA22E77D0}"/>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28" name="Text Placeholder 7">
            <a:extLst>
              <a:ext uri="{FF2B5EF4-FFF2-40B4-BE49-F238E27FC236}">
                <a16:creationId xmlns:a16="http://schemas.microsoft.com/office/drawing/2014/main" id="{57B60D94-D809-D46C-34C4-D89FD5964586}"/>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llar 2">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856F30A3-FCE0-904F-B6B4-22F3558ABB07}"/>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4" name="TextBox 30">
            <a:extLst>
              <a:ext uri="{FF2B5EF4-FFF2-40B4-BE49-F238E27FC236}">
                <a16:creationId xmlns:a16="http://schemas.microsoft.com/office/drawing/2014/main" id="{4F0EEF67-3DF5-FA46-A59E-248E49512AA0}"/>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Insights</a:t>
            </a:r>
          </a:p>
        </p:txBody>
      </p:sp>
      <p:sp>
        <p:nvSpPr>
          <p:cNvPr id="15" name="TextBox 31">
            <a:extLst>
              <a:ext uri="{FF2B5EF4-FFF2-40B4-BE49-F238E27FC236}">
                <a16:creationId xmlns:a16="http://schemas.microsoft.com/office/drawing/2014/main" id="{B53B6F48-C4B7-8643-BC0B-FD8D3F272FE3}"/>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Strategy 1</a:t>
            </a:r>
          </a:p>
        </p:txBody>
      </p:sp>
      <p:sp>
        <p:nvSpPr>
          <p:cNvPr id="16" name="TextBox 32">
            <a:extLst>
              <a:ext uri="{FF2B5EF4-FFF2-40B4-BE49-F238E27FC236}">
                <a16:creationId xmlns:a16="http://schemas.microsoft.com/office/drawing/2014/main" id="{23FE1AA8-7E07-A04D-8364-0CB10E887E70}"/>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Strategy 2</a:t>
            </a:r>
          </a:p>
        </p:txBody>
      </p:sp>
      <p:sp>
        <p:nvSpPr>
          <p:cNvPr id="17" name="TextBox 33">
            <a:extLst>
              <a:ext uri="{FF2B5EF4-FFF2-40B4-BE49-F238E27FC236}">
                <a16:creationId xmlns:a16="http://schemas.microsoft.com/office/drawing/2014/main" id="{0F695AA0-4EC0-E84D-8969-DB29E5D361DB}"/>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Impact</a:t>
            </a:r>
          </a:p>
        </p:txBody>
      </p:sp>
      <p:sp>
        <p:nvSpPr>
          <p:cNvPr id="3" name="AutoShape 2">
            <a:extLst>
              <a:ext uri="{FF2B5EF4-FFF2-40B4-BE49-F238E27FC236}">
                <a16:creationId xmlns:a16="http://schemas.microsoft.com/office/drawing/2014/main" id="{AA7F51F2-2388-00B8-0DD7-6AC1590795AC}"/>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txBody>
          <a:bodyPr/>
          <a:lstStyle/>
          <a:p>
            <a:endParaRPr lang="en-US"/>
          </a:p>
        </p:txBody>
      </p:sp>
      <p:sp>
        <p:nvSpPr>
          <p:cNvPr id="4" name="AutoShape 2">
            <a:extLst>
              <a:ext uri="{FF2B5EF4-FFF2-40B4-BE49-F238E27FC236}">
                <a16:creationId xmlns:a16="http://schemas.microsoft.com/office/drawing/2014/main" id="{E97CF276-4B0C-A0E3-C87F-DE73C34AC5C2}"/>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txBody>
          <a:bodyPr/>
          <a:lstStyle/>
          <a:p>
            <a:endParaRPr lang="en-US"/>
          </a:p>
        </p:txBody>
      </p:sp>
      <p:sp>
        <p:nvSpPr>
          <p:cNvPr id="7" name="Rectangle: Rounded Corners 12">
            <a:extLst>
              <a:ext uri="{FF2B5EF4-FFF2-40B4-BE49-F238E27FC236}">
                <a16:creationId xmlns:a16="http://schemas.microsoft.com/office/drawing/2014/main" id="{B1611129-F697-8E5B-C259-C356CFD9EA51}"/>
              </a:ext>
            </a:extLst>
          </p:cNvPr>
          <p:cNvSpPr/>
          <p:nvPr userDrawn="1"/>
        </p:nvSpPr>
        <p:spPr>
          <a:xfrm>
            <a:off x="729761" y="8352691"/>
            <a:ext cx="16863646" cy="773723"/>
          </a:xfrm>
          <a:prstGeom prst="roundRect">
            <a:avLst/>
          </a:prstGeom>
          <a:noFill/>
          <a:ln w="571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500" b="1">
              <a:solidFill>
                <a:schemeClr val="tx1"/>
              </a:solidFill>
              <a:latin typeface="Arial" panose="020B0604020202020204" pitchFamily="34" charset="0"/>
              <a:ea typeface="+mn-lt"/>
              <a:cs typeface="Arial" panose="020B0604020202020204" pitchFamily="34" charset="0"/>
            </a:endParaRPr>
          </a:p>
        </p:txBody>
      </p:sp>
      <p:sp>
        <p:nvSpPr>
          <p:cNvPr id="22" name="Text Placeholder 7">
            <a:extLst>
              <a:ext uri="{FF2B5EF4-FFF2-40B4-BE49-F238E27FC236}">
                <a16:creationId xmlns:a16="http://schemas.microsoft.com/office/drawing/2014/main" id="{5CFE0B88-31C0-1BEA-6168-8E25A1F3CF79}"/>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sp>
        <p:nvSpPr>
          <p:cNvPr id="23" name="Text Placeholder 10">
            <a:extLst>
              <a:ext uri="{FF2B5EF4-FFF2-40B4-BE49-F238E27FC236}">
                <a16:creationId xmlns:a16="http://schemas.microsoft.com/office/drawing/2014/main" id="{47A0F1C6-7496-08FA-B6EF-DDABC0483E2D}"/>
              </a:ext>
            </a:extLst>
          </p:cNvPr>
          <p:cNvSpPr>
            <a:spLocks noGrp="1"/>
          </p:cNvSpPr>
          <p:nvPr>
            <p:ph type="body" sz="quarter" idx="13" hasCustomPrompt="1"/>
          </p:nvPr>
        </p:nvSpPr>
        <p:spPr>
          <a:xfrm>
            <a:off x="730250" y="8520690"/>
            <a:ext cx="16862425" cy="438582"/>
          </a:xfrm>
        </p:spPr>
        <p:txBody>
          <a:bodyPr anchor="ctr">
            <a:spAutoFit/>
          </a:bodyPr>
          <a:lstStyle>
            <a:lvl1pPr marL="0" indent="0" algn="ctr">
              <a:lnSpc>
                <a:spcPct val="90000"/>
              </a:lnSpc>
              <a:buNone/>
              <a:defRPr sz="2500">
                <a:latin typeface="Arial" panose="020B0604020202020204" pitchFamily="34" charset="0"/>
                <a:cs typeface="Arial" panose="020B0604020202020204" pitchFamily="34" charset="0"/>
              </a:defRPr>
            </a:lvl1pPr>
          </a:lstStyle>
          <a:p>
            <a:pPr lvl="0"/>
            <a:r>
              <a:rPr lang="en-US"/>
              <a:t>Add Takeaway Here</a:t>
            </a:r>
          </a:p>
        </p:txBody>
      </p:sp>
      <p:pic>
        <p:nvPicPr>
          <p:cNvPr id="24" name="Picture 23" descr="A blue and black logo&#10;&#10;Description automatically generated">
            <a:hlinkClick r:id="rId2" action="ppaction://hlinksldjump"/>
            <a:extLst>
              <a:ext uri="{FF2B5EF4-FFF2-40B4-BE49-F238E27FC236}">
                <a16:creationId xmlns:a16="http://schemas.microsoft.com/office/drawing/2014/main" id="{823B6EB7-4D39-3E30-3628-5813BB6443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25" name="Text Placeholder 7">
            <a:extLst>
              <a:ext uri="{FF2B5EF4-FFF2-40B4-BE49-F238E27FC236}">
                <a16:creationId xmlns:a16="http://schemas.microsoft.com/office/drawing/2014/main" id="{F2ABF378-E8A4-33BB-AA0C-EFED8F5A18A6}"/>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28" name="Text Placeholder 7">
            <a:extLst>
              <a:ext uri="{FF2B5EF4-FFF2-40B4-BE49-F238E27FC236}">
                <a16:creationId xmlns:a16="http://schemas.microsoft.com/office/drawing/2014/main" id="{F2249CD6-D4B7-D686-E00F-1A27809AF557}"/>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pact">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C4B40D17-4593-8C45-8867-A9938D7C1C35}"/>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3" name="TextBox 30">
            <a:extLst>
              <a:ext uri="{FF2B5EF4-FFF2-40B4-BE49-F238E27FC236}">
                <a16:creationId xmlns:a16="http://schemas.microsoft.com/office/drawing/2014/main" id="{8BC2FDF0-E302-A544-9631-AAA96A3E0195}"/>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Insights</a:t>
            </a:r>
          </a:p>
        </p:txBody>
      </p:sp>
      <p:sp>
        <p:nvSpPr>
          <p:cNvPr id="14" name="TextBox 31">
            <a:extLst>
              <a:ext uri="{FF2B5EF4-FFF2-40B4-BE49-F238E27FC236}">
                <a16:creationId xmlns:a16="http://schemas.microsoft.com/office/drawing/2014/main" id="{989B78C7-9E35-4346-80A4-5750E06F9E76}"/>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Strategy 1</a:t>
            </a:r>
          </a:p>
        </p:txBody>
      </p:sp>
      <p:sp>
        <p:nvSpPr>
          <p:cNvPr id="15" name="TextBox 32">
            <a:extLst>
              <a:ext uri="{FF2B5EF4-FFF2-40B4-BE49-F238E27FC236}">
                <a16:creationId xmlns:a16="http://schemas.microsoft.com/office/drawing/2014/main" id="{BC942C1E-CF74-6D4C-9AE1-DFC57EA7DA33}"/>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Strategy 2</a:t>
            </a:r>
          </a:p>
        </p:txBody>
      </p:sp>
      <p:sp>
        <p:nvSpPr>
          <p:cNvPr id="16" name="TextBox 33">
            <a:extLst>
              <a:ext uri="{FF2B5EF4-FFF2-40B4-BE49-F238E27FC236}">
                <a16:creationId xmlns:a16="http://schemas.microsoft.com/office/drawing/2014/main" id="{818B9361-ACB1-0A4A-B073-C6FA5F5EA4F5}"/>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Impact</a:t>
            </a:r>
          </a:p>
        </p:txBody>
      </p:sp>
      <p:sp>
        <p:nvSpPr>
          <p:cNvPr id="3" name="AutoShape 2">
            <a:extLst>
              <a:ext uri="{FF2B5EF4-FFF2-40B4-BE49-F238E27FC236}">
                <a16:creationId xmlns:a16="http://schemas.microsoft.com/office/drawing/2014/main" id="{98492ECD-2BC0-1B9E-1F6F-063F93FCCCC1}"/>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4" name="AutoShape 2">
            <a:extLst>
              <a:ext uri="{FF2B5EF4-FFF2-40B4-BE49-F238E27FC236}">
                <a16:creationId xmlns:a16="http://schemas.microsoft.com/office/drawing/2014/main" id="{712B4F5A-3457-871A-4A95-0941632C4624}"/>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17" name="Rectangle: Rounded Corners 12">
            <a:extLst>
              <a:ext uri="{FF2B5EF4-FFF2-40B4-BE49-F238E27FC236}">
                <a16:creationId xmlns:a16="http://schemas.microsoft.com/office/drawing/2014/main" id="{460A23BA-4F1D-5F66-74EE-0A656F525227}"/>
              </a:ext>
            </a:extLst>
          </p:cNvPr>
          <p:cNvSpPr/>
          <p:nvPr userDrawn="1"/>
        </p:nvSpPr>
        <p:spPr>
          <a:xfrm>
            <a:off x="729761" y="8352691"/>
            <a:ext cx="16863646" cy="773723"/>
          </a:xfrm>
          <a:prstGeom prst="roundRect">
            <a:avLst/>
          </a:prstGeom>
          <a:noFill/>
          <a:ln w="571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500" b="1">
              <a:solidFill>
                <a:schemeClr val="tx1"/>
              </a:solidFill>
              <a:latin typeface="Arial" panose="020B0604020202020204" pitchFamily="34" charset="0"/>
              <a:ea typeface="+mn-lt"/>
              <a:cs typeface="Arial" panose="020B0604020202020204" pitchFamily="34" charset="0"/>
            </a:endParaRPr>
          </a:p>
        </p:txBody>
      </p:sp>
      <p:sp>
        <p:nvSpPr>
          <p:cNvPr id="22" name="Text Placeholder 7">
            <a:extLst>
              <a:ext uri="{FF2B5EF4-FFF2-40B4-BE49-F238E27FC236}">
                <a16:creationId xmlns:a16="http://schemas.microsoft.com/office/drawing/2014/main" id="{DB07C73B-B803-10B3-56E4-AF94C0173D1F}"/>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sp>
        <p:nvSpPr>
          <p:cNvPr id="23" name="Text Placeholder 10">
            <a:extLst>
              <a:ext uri="{FF2B5EF4-FFF2-40B4-BE49-F238E27FC236}">
                <a16:creationId xmlns:a16="http://schemas.microsoft.com/office/drawing/2014/main" id="{7CDB1491-D36D-EFA1-16F3-7A35B25724EA}"/>
              </a:ext>
            </a:extLst>
          </p:cNvPr>
          <p:cNvSpPr>
            <a:spLocks noGrp="1"/>
          </p:cNvSpPr>
          <p:nvPr>
            <p:ph type="body" sz="quarter" idx="13" hasCustomPrompt="1"/>
          </p:nvPr>
        </p:nvSpPr>
        <p:spPr>
          <a:xfrm>
            <a:off x="730250" y="8520690"/>
            <a:ext cx="16862425" cy="438582"/>
          </a:xfrm>
        </p:spPr>
        <p:txBody>
          <a:bodyPr anchor="ctr">
            <a:spAutoFit/>
          </a:bodyPr>
          <a:lstStyle>
            <a:lvl1pPr marL="0" indent="0" algn="ctr">
              <a:lnSpc>
                <a:spcPct val="90000"/>
              </a:lnSpc>
              <a:buNone/>
              <a:defRPr sz="2500">
                <a:latin typeface="Arial" panose="020B0604020202020204" pitchFamily="34" charset="0"/>
                <a:cs typeface="Arial" panose="020B0604020202020204" pitchFamily="34" charset="0"/>
              </a:defRPr>
            </a:lvl1pPr>
          </a:lstStyle>
          <a:p>
            <a:pPr lvl="0"/>
            <a:r>
              <a:rPr lang="en-US"/>
              <a:t>Add Takeaway Here</a:t>
            </a:r>
          </a:p>
        </p:txBody>
      </p:sp>
      <p:pic>
        <p:nvPicPr>
          <p:cNvPr id="24" name="Picture 23" descr="A blue and black logo&#10;&#10;Description automatically generated">
            <a:hlinkClick r:id="rId2" action="ppaction://hlinksldjump"/>
            <a:extLst>
              <a:ext uri="{FF2B5EF4-FFF2-40B4-BE49-F238E27FC236}">
                <a16:creationId xmlns:a16="http://schemas.microsoft.com/office/drawing/2014/main" id="{440FB54D-1C4D-9FFD-9FF1-741C4D0DFD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25" name="Text Placeholder 7">
            <a:extLst>
              <a:ext uri="{FF2B5EF4-FFF2-40B4-BE49-F238E27FC236}">
                <a16:creationId xmlns:a16="http://schemas.microsoft.com/office/drawing/2014/main" id="{1CF64E5E-2234-298F-6C9A-7E6AF7D79279}"/>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28" name="Text Placeholder 7">
            <a:extLst>
              <a:ext uri="{FF2B5EF4-FFF2-40B4-BE49-F238E27FC236}">
                <a16:creationId xmlns:a16="http://schemas.microsoft.com/office/drawing/2014/main" id="{7453DC2B-A941-ABB3-BFC1-65C962B07C28}"/>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C4B40D17-4593-8C45-8867-A9938D7C1C35}"/>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5" name="TextBox 32">
            <a:extLst>
              <a:ext uri="{FF2B5EF4-FFF2-40B4-BE49-F238E27FC236}">
                <a16:creationId xmlns:a16="http://schemas.microsoft.com/office/drawing/2014/main" id="{BC942C1E-CF74-6D4C-9AE1-DFC57EA7DA33}"/>
              </a:ext>
            </a:extLst>
          </p:cNvPr>
          <p:cNvSpPr txBox="1"/>
          <p:nvPr userDrawn="1"/>
        </p:nvSpPr>
        <p:spPr>
          <a:xfrm>
            <a:off x="7492147" y="9730704"/>
            <a:ext cx="3303707" cy="329728"/>
          </a:xfrm>
          <a:prstGeom prst="rect">
            <a:avLst/>
          </a:prstGeom>
        </p:spPr>
        <p:txBody>
          <a:bodyPr lIns="0" tIns="0" rIns="0" bIns="0" rtlCol="0" anchor="t">
            <a:spAutoFit/>
          </a:bodyPr>
          <a:lstStyle/>
          <a:p>
            <a:pPr algn="ctr">
              <a:lnSpc>
                <a:spcPts val="2544"/>
              </a:lnSpc>
            </a:pPr>
            <a:r>
              <a:rPr lang="en-US" sz="2596" b="1" spc="-153">
                <a:solidFill>
                  <a:srgbClr val="263F6B"/>
                </a:solidFill>
                <a:latin typeface="Arial" panose="020B0604020202020204" pitchFamily="34" charset="0"/>
                <a:cs typeface="Arial" panose="020B0604020202020204" pitchFamily="34" charset="0"/>
              </a:rPr>
              <a:t>Appendix</a:t>
            </a:r>
          </a:p>
        </p:txBody>
      </p:sp>
      <p:sp>
        <p:nvSpPr>
          <p:cNvPr id="3" name="AutoShape 2">
            <a:extLst>
              <a:ext uri="{FF2B5EF4-FFF2-40B4-BE49-F238E27FC236}">
                <a16:creationId xmlns:a16="http://schemas.microsoft.com/office/drawing/2014/main" id="{2FDDD715-54CD-EA07-1A6A-94E5BA9E3288}"/>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4" name="AutoShape 2">
            <a:extLst>
              <a:ext uri="{FF2B5EF4-FFF2-40B4-BE49-F238E27FC236}">
                <a16:creationId xmlns:a16="http://schemas.microsoft.com/office/drawing/2014/main" id="{454673C6-3F28-BD05-7979-5A7313624C2D}"/>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17" name="Rectangle: Rounded Corners 12">
            <a:extLst>
              <a:ext uri="{FF2B5EF4-FFF2-40B4-BE49-F238E27FC236}">
                <a16:creationId xmlns:a16="http://schemas.microsoft.com/office/drawing/2014/main" id="{6DFAC976-9157-3550-75C2-A257B40D83C7}"/>
              </a:ext>
            </a:extLst>
          </p:cNvPr>
          <p:cNvSpPr/>
          <p:nvPr userDrawn="1"/>
        </p:nvSpPr>
        <p:spPr>
          <a:xfrm>
            <a:off x="729761" y="8352691"/>
            <a:ext cx="16863646" cy="773723"/>
          </a:xfrm>
          <a:prstGeom prst="roundRect">
            <a:avLst/>
          </a:prstGeom>
          <a:noFill/>
          <a:ln w="571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500" b="1">
              <a:solidFill>
                <a:schemeClr val="tx1"/>
              </a:solidFill>
              <a:latin typeface="Arial" panose="020B0604020202020204" pitchFamily="34" charset="0"/>
              <a:ea typeface="+mn-lt"/>
              <a:cs typeface="Arial" panose="020B0604020202020204" pitchFamily="34" charset="0"/>
            </a:endParaRPr>
          </a:p>
        </p:txBody>
      </p:sp>
      <p:sp>
        <p:nvSpPr>
          <p:cNvPr id="22" name="Text Placeholder 7">
            <a:extLst>
              <a:ext uri="{FF2B5EF4-FFF2-40B4-BE49-F238E27FC236}">
                <a16:creationId xmlns:a16="http://schemas.microsoft.com/office/drawing/2014/main" id="{B2A07C74-656E-1497-CA85-C348D61ED4DB}"/>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sp>
        <p:nvSpPr>
          <p:cNvPr id="23" name="Text Placeholder 10">
            <a:extLst>
              <a:ext uri="{FF2B5EF4-FFF2-40B4-BE49-F238E27FC236}">
                <a16:creationId xmlns:a16="http://schemas.microsoft.com/office/drawing/2014/main" id="{14A51D34-032E-F604-1262-6369EFE12A5B}"/>
              </a:ext>
            </a:extLst>
          </p:cNvPr>
          <p:cNvSpPr>
            <a:spLocks noGrp="1"/>
          </p:cNvSpPr>
          <p:nvPr>
            <p:ph type="body" sz="quarter" idx="13" hasCustomPrompt="1"/>
          </p:nvPr>
        </p:nvSpPr>
        <p:spPr>
          <a:xfrm>
            <a:off x="730250" y="8520690"/>
            <a:ext cx="16862425" cy="438582"/>
          </a:xfrm>
        </p:spPr>
        <p:txBody>
          <a:bodyPr anchor="ctr">
            <a:spAutoFit/>
          </a:bodyPr>
          <a:lstStyle>
            <a:lvl1pPr marL="0" indent="0" algn="ctr">
              <a:lnSpc>
                <a:spcPct val="90000"/>
              </a:lnSpc>
              <a:buNone/>
              <a:defRPr sz="2500">
                <a:latin typeface="Arial" panose="020B0604020202020204" pitchFamily="34" charset="0"/>
                <a:cs typeface="Arial" panose="020B0604020202020204" pitchFamily="34" charset="0"/>
              </a:defRPr>
            </a:lvl1pPr>
          </a:lstStyle>
          <a:p>
            <a:pPr lvl="0"/>
            <a:r>
              <a:rPr lang="en-US"/>
              <a:t>Add Takeaway Here</a:t>
            </a:r>
          </a:p>
        </p:txBody>
      </p:sp>
      <p:pic>
        <p:nvPicPr>
          <p:cNvPr id="24" name="Picture 23" descr="A blue and black logo&#10;&#10;Description automatically generated">
            <a:hlinkClick r:id="rId2" action="ppaction://hlinksldjump"/>
            <a:extLst>
              <a:ext uri="{FF2B5EF4-FFF2-40B4-BE49-F238E27FC236}">
                <a16:creationId xmlns:a16="http://schemas.microsoft.com/office/drawing/2014/main" id="{0637503F-CF8D-278A-3FBF-3C024191B6D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25" name="Text Placeholder 7">
            <a:extLst>
              <a:ext uri="{FF2B5EF4-FFF2-40B4-BE49-F238E27FC236}">
                <a16:creationId xmlns:a16="http://schemas.microsoft.com/office/drawing/2014/main" id="{9E334F50-34CC-C586-15FC-EF7BAB5E2FF6}"/>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28" name="Text Placeholder 7">
            <a:extLst>
              <a:ext uri="{FF2B5EF4-FFF2-40B4-BE49-F238E27FC236}">
                <a16:creationId xmlns:a16="http://schemas.microsoft.com/office/drawing/2014/main" id="{99E34F0D-B242-F9D9-F038-C237080C9B2A}"/>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extLst>
      <p:ext uri="{BB962C8B-B14F-4D97-AF65-F5344CB8AC3E}">
        <p14:creationId xmlns:p14="http://schemas.microsoft.com/office/powerpoint/2010/main" val="36260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sights (no takeaway)">
    <p:spTree>
      <p:nvGrpSpPr>
        <p:cNvPr id="1" name=""/>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3C192577-E2AA-8F47-BB75-3E73B78ED609}"/>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21" name="TextBox 30">
            <a:extLst>
              <a:ext uri="{FF2B5EF4-FFF2-40B4-BE49-F238E27FC236}">
                <a16:creationId xmlns:a16="http://schemas.microsoft.com/office/drawing/2014/main" id="{1E438A23-5206-AA48-A58B-E43135EA77B5}"/>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Insights</a:t>
            </a:r>
          </a:p>
        </p:txBody>
      </p:sp>
      <p:sp>
        <p:nvSpPr>
          <p:cNvPr id="22" name="TextBox 31">
            <a:extLst>
              <a:ext uri="{FF2B5EF4-FFF2-40B4-BE49-F238E27FC236}">
                <a16:creationId xmlns:a16="http://schemas.microsoft.com/office/drawing/2014/main" id="{3B8CE924-0B07-5346-9CCF-DA0613B55CD1}"/>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Strategy 1</a:t>
            </a:r>
          </a:p>
        </p:txBody>
      </p:sp>
      <p:sp>
        <p:nvSpPr>
          <p:cNvPr id="23" name="TextBox 32">
            <a:extLst>
              <a:ext uri="{FF2B5EF4-FFF2-40B4-BE49-F238E27FC236}">
                <a16:creationId xmlns:a16="http://schemas.microsoft.com/office/drawing/2014/main" id="{68C54888-631D-F040-B301-F2C8A23B19B5}"/>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Strategy 2</a:t>
            </a:r>
          </a:p>
        </p:txBody>
      </p:sp>
      <p:sp>
        <p:nvSpPr>
          <p:cNvPr id="24" name="TextBox 33">
            <a:extLst>
              <a:ext uri="{FF2B5EF4-FFF2-40B4-BE49-F238E27FC236}">
                <a16:creationId xmlns:a16="http://schemas.microsoft.com/office/drawing/2014/main" id="{557C33B9-D234-1848-9E75-D998E4E0D5BD}"/>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Impact</a:t>
            </a:r>
          </a:p>
        </p:txBody>
      </p:sp>
      <p:sp>
        <p:nvSpPr>
          <p:cNvPr id="4" name="AutoShape 2">
            <a:extLst>
              <a:ext uri="{FF2B5EF4-FFF2-40B4-BE49-F238E27FC236}">
                <a16:creationId xmlns:a16="http://schemas.microsoft.com/office/drawing/2014/main" id="{E10286AA-107E-0458-C124-3F85A4F593F3}"/>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txBody>
          <a:bodyPr/>
          <a:lstStyle/>
          <a:p>
            <a:endParaRPr lang="en-US"/>
          </a:p>
        </p:txBody>
      </p:sp>
      <p:sp>
        <p:nvSpPr>
          <p:cNvPr id="5" name="AutoShape 2">
            <a:extLst>
              <a:ext uri="{FF2B5EF4-FFF2-40B4-BE49-F238E27FC236}">
                <a16:creationId xmlns:a16="http://schemas.microsoft.com/office/drawing/2014/main" id="{A0D4AA36-AEB8-533B-93E1-0683EBF09A40}"/>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txBody>
          <a:bodyPr/>
          <a:lstStyle/>
          <a:p>
            <a:endParaRPr lang="en-US"/>
          </a:p>
        </p:txBody>
      </p:sp>
      <p:sp>
        <p:nvSpPr>
          <p:cNvPr id="76" name="Text Placeholder 7">
            <a:extLst>
              <a:ext uri="{FF2B5EF4-FFF2-40B4-BE49-F238E27FC236}">
                <a16:creationId xmlns:a16="http://schemas.microsoft.com/office/drawing/2014/main" id="{54DEA65B-5204-51A6-1A16-822E556D3DA9}"/>
              </a:ext>
            </a:extLst>
          </p:cNvPr>
          <p:cNvSpPr>
            <a:spLocks noGrp="1"/>
          </p:cNvSpPr>
          <p:nvPr>
            <p:ph type="body" sz="quarter" idx="14"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pic>
        <p:nvPicPr>
          <p:cNvPr id="77" name="Picture 76" descr="A blue and black logo&#10;&#10;Description automatically generated">
            <a:hlinkClick r:id="rId2" action="ppaction://hlinksldjump"/>
            <a:extLst>
              <a:ext uri="{FF2B5EF4-FFF2-40B4-BE49-F238E27FC236}">
                <a16:creationId xmlns:a16="http://schemas.microsoft.com/office/drawing/2014/main" id="{562ACE4B-A27B-D264-7C5C-4BDA38116F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78" name="Text Placeholder 7">
            <a:extLst>
              <a:ext uri="{FF2B5EF4-FFF2-40B4-BE49-F238E27FC236}">
                <a16:creationId xmlns:a16="http://schemas.microsoft.com/office/drawing/2014/main" id="{E4939E44-ACC3-A39F-171A-F804983907A7}"/>
              </a:ext>
            </a:extLst>
          </p:cNvPr>
          <p:cNvSpPr>
            <a:spLocks noGrp="1"/>
          </p:cNvSpPr>
          <p:nvPr>
            <p:ph type="body" sz="quarter" idx="15"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81" name="Text Placeholder 7">
            <a:extLst>
              <a:ext uri="{FF2B5EF4-FFF2-40B4-BE49-F238E27FC236}">
                <a16:creationId xmlns:a16="http://schemas.microsoft.com/office/drawing/2014/main" id="{292B6422-7129-7AEF-0440-B1DFB338C505}"/>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extLst>
      <p:ext uri="{BB962C8B-B14F-4D97-AF65-F5344CB8AC3E}">
        <p14:creationId xmlns:p14="http://schemas.microsoft.com/office/powerpoint/2010/main" val="3843810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llar 1 (no takeaway)">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FA8F9A50-858F-FC49-BD7E-81982F5E7E06}"/>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4" name="TextBox 30">
            <a:extLst>
              <a:ext uri="{FF2B5EF4-FFF2-40B4-BE49-F238E27FC236}">
                <a16:creationId xmlns:a16="http://schemas.microsoft.com/office/drawing/2014/main" id="{FD6044CF-C7FD-3846-BF92-848FBA15F477}"/>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Insights</a:t>
            </a:r>
          </a:p>
        </p:txBody>
      </p:sp>
      <p:sp>
        <p:nvSpPr>
          <p:cNvPr id="15" name="TextBox 31">
            <a:extLst>
              <a:ext uri="{FF2B5EF4-FFF2-40B4-BE49-F238E27FC236}">
                <a16:creationId xmlns:a16="http://schemas.microsoft.com/office/drawing/2014/main" id="{AEE7F9B9-4FA7-D54C-A6FE-FD56E232147C}"/>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Strategy</a:t>
            </a:r>
            <a:r>
              <a:rPr lang="en-US" sz="2596" spc="-153">
                <a:solidFill>
                  <a:srgbClr val="263F6B"/>
                </a:solidFill>
                <a:latin typeface="Arial" panose="020B0604020202020204" pitchFamily="34" charset="0"/>
                <a:cs typeface="Arial" panose="020B0604020202020204" pitchFamily="34" charset="0"/>
              </a:rPr>
              <a:t> 1</a:t>
            </a:r>
          </a:p>
        </p:txBody>
      </p:sp>
      <p:sp>
        <p:nvSpPr>
          <p:cNvPr id="16" name="TextBox 32">
            <a:extLst>
              <a:ext uri="{FF2B5EF4-FFF2-40B4-BE49-F238E27FC236}">
                <a16:creationId xmlns:a16="http://schemas.microsoft.com/office/drawing/2014/main" id="{80C6A241-84C0-D246-99BE-1D33EBC8D6F1}"/>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Strategy 2</a:t>
            </a:r>
          </a:p>
        </p:txBody>
      </p:sp>
      <p:sp>
        <p:nvSpPr>
          <p:cNvPr id="17" name="TextBox 33">
            <a:extLst>
              <a:ext uri="{FF2B5EF4-FFF2-40B4-BE49-F238E27FC236}">
                <a16:creationId xmlns:a16="http://schemas.microsoft.com/office/drawing/2014/main" id="{E5C13106-B7F7-5346-A33F-1DB55C530551}"/>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Impact</a:t>
            </a:r>
          </a:p>
        </p:txBody>
      </p:sp>
      <p:sp>
        <p:nvSpPr>
          <p:cNvPr id="3" name="AutoShape 2">
            <a:extLst>
              <a:ext uri="{FF2B5EF4-FFF2-40B4-BE49-F238E27FC236}">
                <a16:creationId xmlns:a16="http://schemas.microsoft.com/office/drawing/2014/main" id="{D511C8B5-83C8-CD83-EC7A-52AF2A9FF40A}"/>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4" name="AutoShape 2">
            <a:extLst>
              <a:ext uri="{FF2B5EF4-FFF2-40B4-BE49-F238E27FC236}">
                <a16:creationId xmlns:a16="http://schemas.microsoft.com/office/drawing/2014/main" id="{B0FAC7DA-C251-B2E6-07FF-C5FF3315A320}"/>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22" name="Text Placeholder 7">
            <a:extLst>
              <a:ext uri="{FF2B5EF4-FFF2-40B4-BE49-F238E27FC236}">
                <a16:creationId xmlns:a16="http://schemas.microsoft.com/office/drawing/2014/main" id="{210DA90A-DF19-9F2E-F4CF-18A04975C13A}"/>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pic>
        <p:nvPicPr>
          <p:cNvPr id="5" name="Picture 4" descr="A blue and black logo&#10;&#10;Description automatically generated">
            <a:hlinkClick r:id="rId2" action="ppaction://hlinksldjump"/>
            <a:extLst>
              <a:ext uri="{FF2B5EF4-FFF2-40B4-BE49-F238E27FC236}">
                <a16:creationId xmlns:a16="http://schemas.microsoft.com/office/drawing/2014/main" id="{575CBE25-75E3-468F-BEE7-322B65E142D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6" name="Text Placeholder 7">
            <a:extLst>
              <a:ext uri="{FF2B5EF4-FFF2-40B4-BE49-F238E27FC236}">
                <a16:creationId xmlns:a16="http://schemas.microsoft.com/office/drawing/2014/main" id="{CF2A2398-F2DD-5088-D385-CA8B51860837}"/>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11" name="Text Placeholder 7">
            <a:extLst>
              <a:ext uri="{FF2B5EF4-FFF2-40B4-BE49-F238E27FC236}">
                <a16:creationId xmlns:a16="http://schemas.microsoft.com/office/drawing/2014/main" id="{549CA81C-977E-631D-A079-643423B7AC45}"/>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extLst>
      <p:ext uri="{BB962C8B-B14F-4D97-AF65-F5344CB8AC3E}">
        <p14:creationId xmlns:p14="http://schemas.microsoft.com/office/powerpoint/2010/main" val="3706760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llar 2 (no takeaway)">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856F30A3-FCE0-904F-B6B4-22F3558ABB07}"/>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4" name="TextBox 30">
            <a:extLst>
              <a:ext uri="{FF2B5EF4-FFF2-40B4-BE49-F238E27FC236}">
                <a16:creationId xmlns:a16="http://schemas.microsoft.com/office/drawing/2014/main" id="{4F0EEF67-3DF5-FA46-A59E-248E49512AA0}"/>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Insights</a:t>
            </a:r>
          </a:p>
        </p:txBody>
      </p:sp>
      <p:sp>
        <p:nvSpPr>
          <p:cNvPr id="15" name="TextBox 31">
            <a:extLst>
              <a:ext uri="{FF2B5EF4-FFF2-40B4-BE49-F238E27FC236}">
                <a16:creationId xmlns:a16="http://schemas.microsoft.com/office/drawing/2014/main" id="{B53B6F48-C4B7-8643-BC0B-FD8D3F272FE3}"/>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Strategy 1</a:t>
            </a:r>
          </a:p>
        </p:txBody>
      </p:sp>
      <p:sp>
        <p:nvSpPr>
          <p:cNvPr id="16" name="TextBox 32">
            <a:extLst>
              <a:ext uri="{FF2B5EF4-FFF2-40B4-BE49-F238E27FC236}">
                <a16:creationId xmlns:a16="http://schemas.microsoft.com/office/drawing/2014/main" id="{23FE1AA8-7E07-A04D-8364-0CB10E887E70}"/>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Strategy 2</a:t>
            </a:r>
          </a:p>
        </p:txBody>
      </p:sp>
      <p:sp>
        <p:nvSpPr>
          <p:cNvPr id="17" name="TextBox 33">
            <a:extLst>
              <a:ext uri="{FF2B5EF4-FFF2-40B4-BE49-F238E27FC236}">
                <a16:creationId xmlns:a16="http://schemas.microsoft.com/office/drawing/2014/main" id="{0F695AA0-4EC0-E84D-8969-DB29E5D361DB}"/>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Impact</a:t>
            </a:r>
          </a:p>
        </p:txBody>
      </p:sp>
      <p:sp>
        <p:nvSpPr>
          <p:cNvPr id="3" name="AutoShape 2">
            <a:extLst>
              <a:ext uri="{FF2B5EF4-FFF2-40B4-BE49-F238E27FC236}">
                <a16:creationId xmlns:a16="http://schemas.microsoft.com/office/drawing/2014/main" id="{AA7F51F2-2388-00B8-0DD7-6AC1590795AC}"/>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4" name="AutoShape 2">
            <a:extLst>
              <a:ext uri="{FF2B5EF4-FFF2-40B4-BE49-F238E27FC236}">
                <a16:creationId xmlns:a16="http://schemas.microsoft.com/office/drawing/2014/main" id="{E97CF276-4B0C-A0E3-C87F-DE73C34AC5C2}"/>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22" name="Text Placeholder 7">
            <a:extLst>
              <a:ext uri="{FF2B5EF4-FFF2-40B4-BE49-F238E27FC236}">
                <a16:creationId xmlns:a16="http://schemas.microsoft.com/office/drawing/2014/main" id="{5CFE0B88-31C0-1BEA-6168-8E25A1F3CF79}"/>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pic>
        <p:nvPicPr>
          <p:cNvPr id="5" name="Picture 4" descr="A blue and black logo&#10;&#10;Description automatically generated">
            <a:hlinkClick r:id="rId2" action="ppaction://hlinksldjump"/>
            <a:extLst>
              <a:ext uri="{FF2B5EF4-FFF2-40B4-BE49-F238E27FC236}">
                <a16:creationId xmlns:a16="http://schemas.microsoft.com/office/drawing/2014/main" id="{332288D9-BAE1-203E-94D7-6D6A047AE4B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6" name="Text Placeholder 7">
            <a:extLst>
              <a:ext uri="{FF2B5EF4-FFF2-40B4-BE49-F238E27FC236}">
                <a16:creationId xmlns:a16="http://schemas.microsoft.com/office/drawing/2014/main" id="{963E68EA-8ADB-EFB2-67AF-ACEE00274474}"/>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11" name="Text Placeholder 7">
            <a:extLst>
              <a:ext uri="{FF2B5EF4-FFF2-40B4-BE49-F238E27FC236}">
                <a16:creationId xmlns:a16="http://schemas.microsoft.com/office/drawing/2014/main" id="{B182F0FF-B111-5C87-3B84-0FBF8692F33D}"/>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extLst>
      <p:ext uri="{BB962C8B-B14F-4D97-AF65-F5344CB8AC3E}">
        <p14:creationId xmlns:p14="http://schemas.microsoft.com/office/powerpoint/2010/main" val="1786925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pact (no takeaway)">
    <p:spTree>
      <p:nvGrpSpPr>
        <p:cNvPr id="1" name=""/>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3C192577-E2AA-8F47-BB75-3E73B78ED609}"/>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21" name="TextBox 30">
            <a:extLst>
              <a:ext uri="{FF2B5EF4-FFF2-40B4-BE49-F238E27FC236}">
                <a16:creationId xmlns:a16="http://schemas.microsoft.com/office/drawing/2014/main" id="{1E438A23-5206-AA48-A58B-E43135EA77B5}"/>
              </a:ext>
            </a:extLst>
          </p:cNvPr>
          <p:cNvSpPr txBox="1"/>
          <p:nvPr userDrawn="1"/>
        </p:nvSpPr>
        <p:spPr>
          <a:xfrm>
            <a:off x="2386350"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Insights</a:t>
            </a:r>
          </a:p>
        </p:txBody>
      </p:sp>
      <p:sp>
        <p:nvSpPr>
          <p:cNvPr id="22" name="TextBox 31">
            <a:extLst>
              <a:ext uri="{FF2B5EF4-FFF2-40B4-BE49-F238E27FC236}">
                <a16:creationId xmlns:a16="http://schemas.microsoft.com/office/drawing/2014/main" id="{3B8CE924-0B07-5346-9CCF-DA0613B55CD1}"/>
              </a:ext>
            </a:extLst>
          </p:cNvPr>
          <p:cNvSpPr txBox="1"/>
          <p:nvPr userDrawn="1"/>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Arial" panose="020B0604020202020204" pitchFamily="34" charset="0"/>
                <a:cs typeface="Arial" panose="020B0604020202020204" pitchFamily="34" charset="0"/>
              </a:rPr>
              <a:t>Strategy 1</a:t>
            </a:r>
          </a:p>
        </p:txBody>
      </p:sp>
      <p:sp>
        <p:nvSpPr>
          <p:cNvPr id="23" name="TextBox 32">
            <a:extLst>
              <a:ext uri="{FF2B5EF4-FFF2-40B4-BE49-F238E27FC236}">
                <a16:creationId xmlns:a16="http://schemas.microsoft.com/office/drawing/2014/main" id="{68C54888-631D-F040-B301-F2C8A23B19B5}"/>
              </a:ext>
            </a:extLst>
          </p:cNvPr>
          <p:cNvSpPr txBox="1"/>
          <p:nvPr userDrawn="1"/>
        </p:nvSpPr>
        <p:spPr>
          <a:xfrm>
            <a:off x="8866508" y="9730704"/>
            <a:ext cx="3303707" cy="329728"/>
          </a:xfrm>
          <a:prstGeom prst="rect">
            <a:avLst/>
          </a:prstGeom>
        </p:spPr>
        <p:txBody>
          <a:bodyPr lIns="0" tIns="0" rIns="0" bIns="0" rtlCol="0" anchor="t">
            <a:spAutoFit/>
          </a:bodyPr>
          <a:lstStyle/>
          <a:p>
            <a:pPr>
              <a:lnSpc>
                <a:spcPts val="2544"/>
              </a:lnSpc>
            </a:pPr>
            <a:r>
              <a:rPr lang="en-US" sz="2596" b="0" spc="-153">
                <a:solidFill>
                  <a:srgbClr val="263F6B"/>
                </a:solidFill>
                <a:latin typeface="Arial" panose="020B0604020202020204" pitchFamily="34" charset="0"/>
                <a:cs typeface="Arial" panose="020B0604020202020204" pitchFamily="34" charset="0"/>
              </a:rPr>
              <a:t>Strategy 2</a:t>
            </a:r>
          </a:p>
        </p:txBody>
      </p:sp>
      <p:sp>
        <p:nvSpPr>
          <p:cNvPr id="24" name="TextBox 33">
            <a:extLst>
              <a:ext uri="{FF2B5EF4-FFF2-40B4-BE49-F238E27FC236}">
                <a16:creationId xmlns:a16="http://schemas.microsoft.com/office/drawing/2014/main" id="{557C33B9-D234-1848-9E75-D998E4E0D5BD}"/>
              </a:ext>
            </a:extLst>
          </p:cNvPr>
          <p:cNvSpPr txBox="1"/>
          <p:nvPr userDrawn="1"/>
        </p:nvSpPr>
        <p:spPr>
          <a:xfrm>
            <a:off x="12145220" y="9730704"/>
            <a:ext cx="3303707" cy="329728"/>
          </a:xfrm>
          <a:prstGeom prst="rect">
            <a:avLst/>
          </a:prstGeom>
        </p:spPr>
        <p:txBody>
          <a:bodyPr lIns="0" tIns="0" rIns="0" bIns="0" rtlCol="0" anchor="t">
            <a:spAutoFit/>
          </a:bodyPr>
          <a:lstStyle/>
          <a:p>
            <a:pPr>
              <a:lnSpc>
                <a:spcPts val="2544"/>
              </a:lnSpc>
            </a:pPr>
            <a:r>
              <a:rPr lang="en-US" sz="2596" b="1" spc="-153">
                <a:solidFill>
                  <a:srgbClr val="263F6B"/>
                </a:solidFill>
                <a:latin typeface="Arial" panose="020B0604020202020204" pitchFamily="34" charset="0"/>
                <a:cs typeface="Arial" panose="020B0604020202020204" pitchFamily="34" charset="0"/>
              </a:rPr>
              <a:t>Impact</a:t>
            </a:r>
          </a:p>
        </p:txBody>
      </p:sp>
      <p:sp>
        <p:nvSpPr>
          <p:cNvPr id="4" name="AutoShape 2">
            <a:extLst>
              <a:ext uri="{FF2B5EF4-FFF2-40B4-BE49-F238E27FC236}">
                <a16:creationId xmlns:a16="http://schemas.microsoft.com/office/drawing/2014/main" id="{E10286AA-107E-0458-C124-3F85A4F593F3}"/>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5" name="AutoShape 2">
            <a:extLst>
              <a:ext uri="{FF2B5EF4-FFF2-40B4-BE49-F238E27FC236}">
                <a16:creationId xmlns:a16="http://schemas.microsoft.com/office/drawing/2014/main" id="{A0D4AA36-AEB8-533B-93E1-0683EBF09A40}"/>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76" name="Text Placeholder 7">
            <a:extLst>
              <a:ext uri="{FF2B5EF4-FFF2-40B4-BE49-F238E27FC236}">
                <a16:creationId xmlns:a16="http://schemas.microsoft.com/office/drawing/2014/main" id="{54DEA65B-5204-51A6-1A16-822E556D3DA9}"/>
              </a:ext>
            </a:extLst>
          </p:cNvPr>
          <p:cNvSpPr>
            <a:spLocks noGrp="1"/>
          </p:cNvSpPr>
          <p:nvPr>
            <p:ph type="body" sz="quarter" idx="14"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pic>
        <p:nvPicPr>
          <p:cNvPr id="2" name="Picture 1" descr="A blue and black logo&#10;&#10;Description automatically generated">
            <a:hlinkClick r:id="rId2" action="ppaction://hlinksldjump"/>
            <a:extLst>
              <a:ext uri="{FF2B5EF4-FFF2-40B4-BE49-F238E27FC236}">
                <a16:creationId xmlns:a16="http://schemas.microsoft.com/office/drawing/2014/main" id="{8BCA3FCE-011B-0217-3725-F195DD3F9AB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6" name="Text Placeholder 7">
            <a:extLst>
              <a:ext uri="{FF2B5EF4-FFF2-40B4-BE49-F238E27FC236}">
                <a16:creationId xmlns:a16="http://schemas.microsoft.com/office/drawing/2014/main" id="{18F2C4E9-966A-C843-DB23-D5BB86462336}"/>
              </a:ext>
            </a:extLst>
          </p:cNvPr>
          <p:cNvSpPr>
            <a:spLocks noGrp="1"/>
          </p:cNvSpPr>
          <p:nvPr>
            <p:ph type="body" sz="quarter" idx="15"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
        <p:nvSpPr>
          <p:cNvPr id="9" name="Text Placeholder 7">
            <a:extLst>
              <a:ext uri="{FF2B5EF4-FFF2-40B4-BE49-F238E27FC236}">
                <a16:creationId xmlns:a16="http://schemas.microsoft.com/office/drawing/2014/main" id="{1D5FB9A1-1960-E324-0A07-CEBA2A16C6B7}"/>
              </a:ext>
            </a:extLst>
          </p:cNvPr>
          <p:cNvSpPr>
            <a:spLocks noGrp="1"/>
          </p:cNvSpPr>
          <p:nvPr>
            <p:ph type="body" sz="quarter" idx="16" hasCustomPrompt="1"/>
          </p:nvPr>
        </p:nvSpPr>
        <p:spPr>
          <a:xfrm>
            <a:off x="14846268" y="1148763"/>
            <a:ext cx="2746407" cy="259376"/>
          </a:xfrm>
        </p:spPr>
        <p:txBody>
          <a:bodyPr lIns="0" tIns="0" rIns="0" bIns="0" anchor="b">
            <a:normAutofit/>
          </a:bodyPr>
          <a:lstStyle>
            <a:lvl1pPr marL="0" indent="0">
              <a:buNone/>
              <a:defRPr sz="1200">
                <a:solidFill>
                  <a:srgbClr val="263F6B"/>
                </a:solidFill>
                <a:latin typeface="Arial" panose="020B0604020202020204" pitchFamily="34" charset="0"/>
                <a:cs typeface="Arial" panose="020B0604020202020204" pitchFamily="34" charset="0"/>
              </a:defRPr>
            </a:lvl1pPr>
          </a:lstStyle>
          <a:p>
            <a:pPr lvl="0"/>
            <a:r>
              <a:rPr lang="en-US"/>
              <a:t>Put Source here</a:t>
            </a:r>
          </a:p>
        </p:txBody>
      </p:sp>
    </p:spTree>
    <p:extLst>
      <p:ext uri="{BB962C8B-B14F-4D97-AF65-F5344CB8AC3E}">
        <p14:creationId xmlns:p14="http://schemas.microsoft.com/office/powerpoint/2010/main" val="3601157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ppendix (no takeaway)">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C4B40D17-4593-8C45-8867-A9938D7C1C35}"/>
              </a:ext>
            </a:extLst>
          </p:cNvPr>
          <p:cNvSpPr>
            <a:spLocks noGrp="1"/>
          </p:cNvSpPr>
          <p:nvPr>
            <p:ph type="sldNum" sz="quarter" idx="12"/>
          </p:nvPr>
        </p:nvSpPr>
        <p:spPr>
          <a:xfrm>
            <a:off x="16154400" y="9914746"/>
            <a:ext cx="2133600" cy="365125"/>
          </a:xfr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
        <p:nvSpPr>
          <p:cNvPr id="15" name="TextBox 32">
            <a:extLst>
              <a:ext uri="{FF2B5EF4-FFF2-40B4-BE49-F238E27FC236}">
                <a16:creationId xmlns:a16="http://schemas.microsoft.com/office/drawing/2014/main" id="{BC942C1E-CF74-6D4C-9AE1-DFC57EA7DA33}"/>
              </a:ext>
            </a:extLst>
          </p:cNvPr>
          <p:cNvSpPr txBox="1"/>
          <p:nvPr userDrawn="1"/>
        </p:nvSpPr>
        <p:spPr>
          <a:xfrm>
            <a:off x="7492147" y="9730704"/>
            <a:ext cx="3303707" cy="329728"/>
          </a:xfrm>
          <a:prstGeom prst="rect">
            <a:avLst/>
          </a:prstGeom>
        </p:spPr>
        <p:txBody>
          <a:bodyPr lIns="0" tIns="0" rIns="0" bIns="0" rtlCol="0" anchor="t">
            <a:spAutoFit/>
          </a:bodyPr>
          <a:lstStyle/>
          <a:p>
            <a:pPr algn="ctr">
              <a:lnSpc>
                <a:spcPts val="2544"/>
              </a:lnSpc>
            </a:pPr>
            <a:r>
              <a:rPr lang="en-US" sz="2596" b="1" spc="-153">
                <a:solidFill>
                  <a:srgbClr val="263F6B"/>
                </a:solidFill>
                <a:latin typeface="Arial" panose="020B0604020202020204" pitchFamily="34" charset="0"/>
                <a:cs typeface="Arial" panose="020B0604020202020204" pitchFamily="34" charset="0"/>
              </a:rPr>
              <a:t>Appendix</a:t>
            </a:r>
          </a:p>
        </p:txBody>
      </p:sp>
      <p:sp>
        <p:nvSpPr>
          <p:cNvPr id="3" name="AutoShape 2">
            <a:extLst>
              <a:ext uri="{FF2B5EF4-FFF2-40B4-BE49-F238E27FC236}">
                <a16:creationId xmlns:a16="http://schemas.microsoft.com/office/drawing/2014/main" id="{2FDDD715-54CD-EA07-1A6A-94E5BA9E3288}"/>
              </a:ext>
            </a:extLst>
          </p:cNvPr>
          <p:cNvSpPr/>
          <p:nvPr userDrawn="1"/>
        </p:nvSpPr>
        <p:spPr>
          <a:xfrm flipV="1">
            <a:off x="517338" y="1477234"/>
            <a:ext cx="17235822" cy="0"/>
          </a:xfrm>
          <a:prstGeom prst="line">
            <a:avLst/>
          </a:prstGeom>
          <a:ln w="38100" cap="flat">
            <a:solidFill>
              <a:srgbClr val="263F6B"/>
            </a:solidFill>
            <a:prstDash val="solid"/>
            <a:headEnd type="none" w="sm" len="sm"/>
            <a:tailEnd type="none" w="sm" len="sm"/>
          </a:ln>
        </p:spPr>
      </p:sp>
      <p:sp>
        <p:nvSpPr>
          <p:cNvPr id="4" name="AutoShape 2">
            <a:extLst>
              <a:ext uri="{FF2B5EF4-FFF2-40B4-BE49-F238E27FC236}">
                <a16:creationId xmlns:a16="http://schemas.microsoft.com/office/drawing/2014/main" id="{454673C6-3F28-BD05-7979-5A7313624C2D}"/>
              </a:ext>
            </a:extLst>
          </p:cNvPr>
          <p:cNvSpPr/>
          <p:nvPr userDrawn="1"/>
        </p:nvSpPr>
        <p:spPr>
          <a:xfrm flipV="1">
            <a:off x="517338" y="9410661"/>
            <a:ext cx="17235822" cy="0"/>
          </a:xfrm>
          <a:prstGeom prst="line">
            <a:avLst/>
          </a:prstGeom>
          <a:ln w="38100" cap="flat">
            <a:solidFill>
              <a:srgbClr val="263F6B"/>
            </a:solidFill>
            <a:prstDash val="solid"/>
            <a:headEnd type="none" w="sm" len="sm"/>
            <a:tailEnd type="none" w="sm" len="sm"/>
          </a:ln>
        </p:spPr>
      </p:sp>
      <p:sp>
        <p:nvSpPr>
          <p:cNvPr id="22" name="Text Placeholder 7">
            <a:extLst>
              <a:ext uri="{FF2B5EF4-FFF2-40B4-BE49-F238E27FC236}">
                <a16:creationId xmlns:a16="http://schemas.microsoft.com/office/drawing/2014/main" id="{B2A07C74-656E-1497-CA85-C348D61ED4DB}"/>
              </a:ext>
            </a:extLst>
          </p:cNvPr>
          <p:cNvSpPr>
            <a:spLocks noGrp="1"/>
          </p:cNvSpPr>
          <p:nvPr>
            <p:ph type="body" sz="quarter" idx="15" hasCustomPrompt="1"/>
          </p:nvPr>
        </p:nvSpPr>
        <p:spPr>
          <a:xfrm>
            <a:off x="517338" y="1051560"/>
            <a:ext cx="14347980" cy="446935"/>
          </a:xfrm>
        </p:spPr>
        <p:txBody>
          <a:bodyPr lIns="0" tIns="0" rIns="0" bIns="0">
            <a:noAutofit/>
          </a:bodyPr>
          <a:lstStyle>
            <a:lvl1pPr marL="0" indent="0">
              <a:buNone/>
              <a:defRPr sz="2370">
                <a:solidFill>
                  <a:srgbClr val="263F6B"/>
                </a:solidFill>
                <a:latin typeface="Arial" panose="020B0604020202020204" pitchFamily="34" charset="0"/>
                <a:cs typeface="Arial" panose="020B0604020202020204" pitchFamily="34" charset="0"/>
              </a:defRPr>
            </a:lvl1pPr>
          </a:lstStyle>
          <a:p>
            <a:pPr lvl="0"/>
            <a:r>
              <a:rPr lang="en-US"/>
              <a:t>Subtitle</a:t>
            </a:r>
          </a:p>
        </p:txBody>
      </p:sp>
      <p:pic>
        <p:nvPicPr>
          <p:cNvPr id="5" name="Picture 4" descr="A blue and black logo&#10;&#10;Description automatically generated">
            <a:hlinkClick r:id="rId2" action="ppaction://hlinksldjump"/>
            <a:extLst>
              <a:ext uri="{FF2B5EF4-FFF2-40B4-BE49-F238E27FC236}">
                <a16:creationId xmlns:a16="http://schemas.microsoft.com/office/drawing/2014/main" id="{E18659EC-517A-8E1E-4577-400A66C6A0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865505" y="8416836"/>
            <a:ext cx="3175000" cy="3175000"/>
          </a:xfrm>
          <a:prstGeom prst="rect">
            <a:avLst/>
          </a:prstGeom>
        </p:spPr>
      </p:pic>
      <p:sp>
        <p:nvSpPr>
          <p:cNvPr id="6" name="Text Placeholder 7">
            <a:extLst>
              <a:ext uri="{FF2B5EF4-FFF2-40B4-BE49-F238E27FC236}">
                <a16:creationId xmlns:a16="http://schemas.microsoft.com/office/drawing/2014/main" id="{07C1C491-C642-2E5C-6CAC-772C49B22E56}"/>
              </a:ext>
            </a:extLst>
          </p:cNvPr>
          <p:cNvSpPr>
            <a:spLocks noGrp="1"/>
          </p:cNvSpPr>
          <p:nvPr>
            <p:ph type="body" sz="quarter" idx="14" hasCustomPrompt="1"/>
          </p:nvPr>
        </p:nvSpPr>
        <p:spPr>
          <a:xfrm>
            <a:off x="517525" y="448056"/>
            <a:ext cx="14347980" cy="534424"/>
          </a:xfrm>
        </p:spPr>
        <p:txBody>
          <a:bodyPr lIns="0" tIns="0" rIns="0" bIns="0" anchor="ctr">
            <a:noAutofit/>
          </a:bodyPr>
          <a:lstStyle>
            <a:lvl1pPr marL="0" indent="0">
              <a:buNone/>
              <a:defRPr sz="4300">
                <a:solidFill>
                  <a:srgbClr val="263F6B"/>
                </a:solidFill>
                <a:latin typeface="Arial" panose="020B0604020202020204" pitchFamily="34" charset="0"/>
                <a:cs typeface="Arial" panose="020B0604020202020204" pitchFamily="34" charset="0"/>
              </a:defRPr>
            </a:lvl1pPr>
          </a:lstStyle>
          <a:p>
            <a:pPr lvl="0"/>
            <a:r>
              <a:rPr lang="en-US"/>
              <a:t>What is the point your trying to make?</a:t>
            </a:r>
          </a:p>
        </p:txBody>
      </p:sp>
    </p:spTree>
    <p:extLst>
      <p:ext uri="{BB962C8B-B14F-4D97-AF65-F5344CB8AC3E}">
        <p14:creationId xmlns:p14="http://schemas.microsoft.com/office/powerpoint/2010/main" val="286767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C4B40D17-4593-8C45-8867-A9938D7C1C35}"/>
              </a:ext>
            </a:extLst>
          </p:cNvPr>
          <p:cNvSpPr>
            <a:spLocks noGrp="1"/>
          </p:cNvSpPr>
          <p:nvPr>
            <p:ph type="sldNum" sz="quarter" idx="12"/>
          </p:nvPr>
        </p:nvSpPr>
        <p:spPr>
          <a:xfrm>
            <a:off x="16154400" y="9914746"/>
            <a:ext cx="2133600"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98395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pact (no takeaway)" userDrawn="1">
  <p:cSld name="1_Impact (no takeaway)">
    <p:spTree>
      <p:nvGrpSpPr>
        <p:cNvPr id="1" name="Shape 42"/>
        <p:cNvGrpSpPr/>
        <p:nvPr/>
      </p:nvGrpSpPr>
      <p:grpSpPr>
        <a:xfrm>
          <a:off x="0" y="0"/>
          <a:ext cx="0" cy="0"/>
          <a:chOff x="0" y="0"/>
          <a:chExt cx="0" cy="0"/>
        </a:xfrm>
      </p:grpSpPr>
    </p:spTree>
    <p:extLst>
      <p:ext uri="{BB962C8B-B14F-4D97-AF65-F5344CB8AC3E}">
        <p14:creationId xmlns:p14="http://schemas.microsoft.com/office/powerpoint/2010/main" val="307591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1" r:id="rId6"/>
    <p:sldLayoutId id="2147483664" r:id="rId7"/>
    <p:sldLayoutId id="2147483665" r:id="rId8"/>
    <p:sldLayoutId id="2147483663" r:id="rId9"/>
    <p:sldLayoutId id="2147483666" r:id="rId10"/>
    <p:sldLayoutId id="2147483662" r:id="rId11"/>
    <p:sldLayoutId id="2147483667" r:id="rId12"/>
  </p:sldLayoutIdLst>
  <p:hf hdr="0" ftr="0" dt="0"/>
  <p:txStyles>
    <p:titleStyle>
      <a:lvl1pPr algn="ctr" defTabSz="9144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22.jpeg"/><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9.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4.sv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8" Type="http://schemas.openxmlformats.org/officeDocument/2006/relationships/slide" Target="slide57.xml"/><Relationship Id="rId3" Type="http://schemas.openxmlformats.org/officeDocument/2006/relationships/slide" Target="slide65.xml"/><Relationship Id="rId7" Type="http://schemas.openxmlformats.org/officeDocument/2006/relationships/slide" Target="slide67.xml"/><Relationship Id="rId2" Type="http://schemas.openxmlformats.org/officeDocument/2006/relationships/slide" Target="slide13.xml"/><Relationship Id="rId1" Type="http://schemas.openxmlformats.org/officeDocument/2006/relationships/slideLayout" Target="../slideLayouts/slideLayout10.xml"/><Relationship Id="rId6" Type="http://schemas.openxmlformats.org/officeDocument/2006/relationships/slide" Target="slide62.xml"/><Relationship Id="rId5" Type="http://schemas.openxmlformats.org/officeDocument/2006/relationships/slide" Target="slide61.xml"/><Relationship Id="rId10" Type="http://schemas.openxmlformats.org/officeDocument/2006/relationships/slide" Target="slide68.xml"/><Relationship Id="rId4" Type="http://schemas.openxmlformats.org/officeDocument/2006/relationships/slide" Target="slide58.xml"/><Relationship Id="rId9" Type="http://schemas.openxmlformats.org/officeDocument/2006/relationships/slide" Target="slide7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jpeg"/><Relationship Id="rId1" Type="http://schemas.openxmlformats.org/officeDocument/2006/relationships/slideLayout" Target="../slideLayouts/slideLayout3.xml"/><Relationship Id="rId4" Type="http://schemas.openxmlformats.org/officeDocument/2006/relationships/image" Target="../media/image17.svg"/></Relationships>
</file>

<file path=ppt/slides/_rels/slide5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chart" Target="../charts/chart6.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58.svg"/></Relationships>
</file>

<file path=ppt/slides/_rels/slide6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1.xml"/><Relationship Id="rId5" Type="http://schemas.openxmlformats.org/officeDocument/2006/relationships/image" Target="../media/image62.svg"/><Relationship Id="rId4" Type="http://schemas.openxmlformats.org/officeDocument/2006/relationships/image" Target="../media/image61.png"/></Relationships>
</file>

<file path=ppt/slides/_rels/slide67.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svg"/><Relationship Id="rId4" Type="http://schemas.openxmlformats.org/officeDocument/2006/relationships/image" Target="../media/image5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png"/><Relationship Id="rId1" Type="http://schemas.openxmlformats.org/officeDocument/2006/relationships/slideLayout" Target="../slideLayouts/slideLayout7.xml"/><Relationship Id="rId5" Type="http://schemas.openxmlformats.org/officeDocument/2006/relationships/image" Target="../media/image70.svg"/><Relationship Id="rId4"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3.xml"/><Relationship Id="rId4" Type="http://schemas.openxmlformats.org/officeDocument/2006/relationships/image" Target="../media/image73.png"/></Relationships>
</file>

<file path=ppt/slides/_rels/slide7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1.png"/><Relationship Id="rId1" Type="http://schemas.openxmlformats.org/officeDocument/2006/relationships/slideLayout" Target="../slideLayouts/slideLayout3.xml"/><Relationship Id="rId5" Type="http://schemas.openxmlformats.org/officeDocument/2006/relationships/image" Target="../media/image75.svg"/><Relationship Id="rId4" Type="http://schemas.openxmlformats.org/officeDocument/2006/relationships/image" Target="../media/image7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6122" r="-2520" b="-91699"/>
            </a:stretch>
          </a:blipFill>
        </p:spPr>
        <p:txBody>
          <a:bodyPr/>
          <a:lstStyle/>
          <a:p>
            <a:endParaRPr lang="en-CA">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A8D06E1-D0CE-BF4D-90B0-43D873C13904}"/>
              </a:ext>
            </a:extLst>
          </p:cNvPr>
          <p:cNvSpPr/>
          <p:nvPr/>
        </p:nvSpPr>
        <p:spPr>
          <a:xfrm>
            <a:off x="-26020" y="7129"/>
            <a:ext cx="18288000" cy="10392355"/>
          </a:xfrm>
          <a:prstGeom prst="rect">
            <a:avLst/>
          </a:prstGeom>
          <a:solidFill>
            <a:srgbClr val="263E6C">
              <a:alpha val="3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350" b="1">
              <a:latin typeface="Arial" panose="020B0604020202020204" pitchFamily="34" charset="0"/>
              <a:cs typeface="Arial" panose="020B0604020202020204" pitchFamily="34" charset="0"/>
            </a:endParaRPr>
          </a:p>
        </p:txBody>
      </p:sp>
      <p:sp>
        <p:nvSpPr>
          <p:cNvPr id="12" name="AutoShape 3">
            <a:extLst>
              <a:ext uri="{FF2B5EF4-FFF2-40B4-BE49-F238E27FC236}">
                <a16:creationId xmlns:a16="http://schemas.microsoft.com/office/drawing/2014/main" id="{85EB196A-5DCC-744D-A7B2-C5ADFB3E7EAF}"/>
              </a:ext>
            </a:extLst>
          </p:cNvPr>
          <p:cNvSpPr/>
          <p:nvPr/>
        </p:nvSpPr>
        <p:spPr>
          <a:xfrm rot="10800000">
            <a:off x="0" y="5410200"/>
            <a:ext cx="18261980" cy="4876800"/>
          </a:xfrm>
          <a:prstGeom prst="rect">
            <a:avLst/>
          </a:prstGeom>
          <a:solidFill>
            <a:srgbClr val="213559"/>
          </a:solidFill>
        </p:spPr>
        <p:txBody>
          <a:bodyPr/>
          <a:lstStyle/>
          <a:p>
            <a:endParaRPr lang="en-US"/>
          </a:p>
        </p:txBody>
      </p:sp>
      <p:sp>
        <p:nvSpPr>
          <p:cNvPr id="13" name="AutoShape 4">
            <a:extLst>
              <a:ext uri="{FF2B5EF4-FFF2-40B4-BE49-F238E27FC236}">
                <a16:creationId xmlns:a16="http://schemas.microsoft.com/office/drawing/2014/main" id="{8E48AE17-E93B-2340-B9B5-D84D404FAA38}"/>
              </a:ext>
            </a:extLst>
          </p:cNvPr>
          <p:cNvSpPr/>
          <p:nvPr/>
        </p:nvSpPr>
        <p:spPr>
          <a:xfrm rot="10800000">
            <a:off x="0" y="6951662"/>
            <a:ext cx="18261980" cy="3367862"/>
          </a:xfrm>
          <a:prstGeom prst="rect">
            <a:avLst/>
          </a:prstGeom>
          <a:solidFill>
            <a:srgbClr val="263F6B"/>
          </a:solidFill>
        </p:spPr>
        <p:txBody>
          <a:bodyPr/>
          <a:lstStyle/>
          <a:p>
            <a:endParaRPr lang="en-US"/>
          </a:p>
        </p:txBody>
      </p:sp>
      <p:sp>
        <p:nvSpPr>
          <p:cNvPr id="6" name="TextBox 6"/>
          <p:cNvSpPr txBox="1"/>
          <p:nvPr/>
        </p:nvSpPr>
        <p:spPr>
          <a:xfrm>
            <a:off x="13234514" y="1085850"/>
            <a:ext cx="4024786" cy="359073"/>
          </a:xfrm>
          <a:prstGeom prst="rect">
            <a:avLst/>
          </a:prstGeom>
        </p:spPr>
        <p:txBody>
          <a:bodyPr lIns="0" tIns="0" rIns="0" bIns="0" rtlCol="0" anchor="t">
            <a:spAutoFit/>
          </a:bodyPr>
          <a:lstStyle/>
          <a:p>
            <a:pPr algn="r">
              <a:lnSpc>
                <a:spcPts val="2814"/>
              </a:lnSpc>
            </a:pPr>
            <a:r>
              <a:rPr lang="en-US" sz="2871" spc="57">
                <a:solidFill>
                  <a:srgbClr val="FFFFFF"/>
                </a:solidFill>
                <a:latin typeface="Arial" panose="020B0604020202020204" pitchFamily="34" charset="0"/>
                <a:cs typeface="Arial" panose="020B0604020202020204" pitchFamily="34" charset="0"/>
              </a:rPr>
              <a:t>LOGO</a:t>
            </a:r>
          </a:p>
        </p:txBody>
      </p:sp>
      <p:sp>
        <p:nvSpPr>
          <p:cNvPr id="8" name="TextBox 8"/>
          <p:cNvSpPr txBox="1"/>
          <p:nvPr/>
        </p:nvSpPr>
        <p:spPr>
          <a:xfrm>
            <a:off x="849491" y="7662972"/>
            <a:ext cx="8958977" cy="371255"/>
          </a:xfrm>
          <a:prstGeom prst="rect">
            <a:avLst/>
          </a:prstGeom>
        </p:spPr>
        <p:txBody>
          <a:bodyPr lIns="0" tIns="0" rIns="0" bIns="0" rtlCol="0" anchor="t">
            <a:spAutoFit/>
          </a:bodyPr>
          <a:lstStyle/>
          <a:p>
            <a:pPr>
              <a:lnSpc>
                <a:spcPts val="2814"/>
              </a:lnSpc>
            </a:pPr>
            <a:r>
              <a:rPr lang="en-US" sz="2871" spc="57" dirty="0">
                <a:solidFill>
                  <a:srgbClr val="FFFFFF"/>
                </a:solidFill>
                <a:latin typeface="Arial" panose="020B0604020202020204" pitchFamily="34" charset="0"/>
                <a:cs typeface="Arial" panose="020B0604020202020204" pitchFamily="34" charset="0"/>
              </a:rPr>
              <a:t>ABC Consulting</a:t>
            </a:r>
          </a:p>
        </p:txBody>
      </p:sp>
      <p:sp>
        <p:nvSpPr>
          <p:cNvPr id="10" name="TextBox 5">
            <a:extLst>
              <a:ext uri="{FF2B5EF4-FFF2-40B4-BE49-F238E27FC236}">
                <a16:creationId xmlns:a16="http://schemas.microsoft.com/office/drawing/2014/main" id="{11D24CD6-73B4-CE4A-A82C-DA45032B3E98}"/>
              </a:ext>
            </a:extLst>
          </p:cNvPr>
          <p:cNvSpPr txBox="1"/>
          <p:nvPr/>
        </p:nvSpPr>
        <p:spPr>
          <a:xfrm>
            <a:off x="713752" y="5795952"/>
            <a:ext cx="16787062" cy="828688"/>
          </a:xfrm>
          <a:prstGeom prst="rect">
            <a:avLst/>
          </a:prstGeom>
        </p:spPr>
        <p:txBody>
          <a:bodyPr lIns="0" tIns="0" rIns="0" bIns="0" rtlCol="0" anchor="t">
            <a:spAutoFit/>
          </a:bodyPr>
          <a:lstStyle/>
          <a:p>
            <a:pPr>
              <a:lnSpc>
                <a:spcPts val="6415"/>
              </a:lnSpc>
            </a:pPr>
            <a:r>
              <a:rPr lang="en-US" sz="6000" b="1" spc="-122" dirty="0">
                <a:solidFill>
                  <a:srgbClr val="FFFFFF"/>
                </a:solidFill>
                <a:latin typeface="Arial" panose="020B0604020202020204" pitchFamily="34" charset="0"/>
                <a:cs typeface="Arial" panose="020B0604020202020204" pitchFamily="34" charset="0"/>
              </a:rPr>
              <a:t>Title Title Title</a:t>
            </a:r>
          </a:p>
        </p:txBody>
      </p:sp>
      <p:sp>
        <p:nvSpPr>
          <p:cNvPr id="5" name="Slide Number Placeholder 4">
            <a:extLst>
              <a:ext uri="{FF2B5EF4-FFF2-40B4-BE49-F238E27FC236}">
                <a16:creationId xmlns:a16="http://schemas.microsoft.com/office/drawing/2014/main" id="{73FEBC6B-88F1-71DB-7124-EA284C7EFE5D}"/>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a:t>
            </a:fld>
            <a:endParaRPr lang="en-US">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029E8CE8-8E78-F346-B7E7-80116E3C2201}"/>
              </a:ext>
            </a:extLst>
          </p:cNvPr>
          <p:cNvSpPr/>
          <p:nvPr/>
        </p:nvSpPr>
        <p:spPr>
          <a:xfrm>
            <a:off x="7678932" y="7167014"/>
            <a:ext cx="1905000" cy="1905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3E2D7E4D-24EE-BF47-83B2-C572A44947B7}"/>
              </a:ext>
            </a:extLst>
          </p:cNvPr>
          <p:cNvSpPr/>
          <p:nvPr/>
        </p:nvSpPr>
        <p:spPr>
          <a:xfrm>
            <a:off x="10299739" y="7167014"/>
            <a:ext cx="1905000" cy="1905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8C4ABB9A-C346-384A-A451-C5C6046B3A3F}"/>
              </a:ext>
            </a:extLst>
          </p:cNvPr>
          <p:cNvSpPr/>
          <p:nvPr/>
        </p:nvSpPr>
        <p:spPr>
          <a:xfrm>
            <a:off x="12920546" y="7167014"/>
            <a:ext cx="1905000" cy="1905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1332D92E-8AE0-C349-882A-CADE7BF98C6B}"/>
              </a:ext>
            </a:extLst>
          </p:cNvPr>
          <p:cNvSpPr/>
          <p:nvPr/>
        </p:nvSpPr>
        <p:spPr>
          <a:xfrm>
            <a:off x="15641831" y="7167014"/>
            <a:ext cx="1905000" cy="1905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9" name="Subtitle 2">
            <a:extLst>
              <a:ext uri="{FF2B5EF4-FFF2-40B4-BE49-F238E27FC236}">
                <a16:creationId xmlns:a16="http://schemas.microsoft.com/office/drawing/2014/main" id="{025AC513-0314-F040-B8A6-42CCAD7CAB52}"/>
              </a:ext>
            </a:extLst>
          </p:cNvPr>
          <p:cNvSpPr txBox="1">
            <a:spLocks/>
          </p:cNvSpPr>
          <p:nvPr/>
        </p:nvSpPr>
        <p:spPr>
          <a:xfrm>
            <a:off x="10147339" y="9225786"/>
            <a:ext cx="2209800" cy="671727"/>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3200" i="1" kern="1200">
                <a:solidFill>
                  <a:schemeClr val="bg1"/>
                </a:solidFill>
                <a:latin typeface="Aptos" panose="020B0004020202020204" pitchFamily="34"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r>
              <a:rPr lang="en-US" sz="2400" i="0" dirty="0">
                <a:latin typeface="Arial" panose="020B0604020202020204" pitchFamily="34" charset="0"/>
                <a:cs typeface="Arial" panose="020B0604020202020204" pitchFamily="34" charset="0"/>
              </a:rPr>
              <a:t>Name</a:t>
            </a:r>
          </a:p>
        </p:txBody>
      </p:sp>
      <p:sp>
        <p:nvSpPr>
          <p:cNvPr id="30" name="Subtitle 2">
            <a:extLst>
              <a:ext uri="{FF2B5EF4-FFF2-40B4-BE49-F238E27FC236}">
                <a16:creationId xmlns:a16="http://schemas.microsoft.com/office/drawing/2014/main" id="{AA68B13A-2E06-4342-891E-A3557FD6803F}"/>
              </a:ext>
            </a:extLst>
          </p:cNvPr>
          <p:cNvSpPr txBox="1">
            <a:spLocks/>
          </p:cNvSpPr>
          <p:nvPr/>
        </p:nvSpPr>
        <p:spPr>
          <a:xfrm>
            <a:off x="12768146" y="9212043"/>
            <a:ext cx="2209800" cy="671727"/>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3200" i="1" kern="1200">
                <a:solidFill>
                  <a:schemeClr val="bg1"/>
                </a:solidFill>
                <a:latin typeface="Aptos" panose="020B0004020202020204" pitchFamily="34"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r>
              <a:rPr lang="en-US" sz="2400" i="0" dirty="0">
                <a:latin typeface="Arial" panose="020B0604020202020204" pitchFamily="34" charset="0"/>
                <a:cs typeface="Arial" panose="020B0604020202020204" pitchFamily="34" charset="0"/>
              </a:rPr>
              <a:t>Name</a:t>
            </a:r>
          </a:p>
        </p:txBody>
      </p:sp>
      <p:sp>
        <p:nvSpPr>
          <p:cNvPr id="31" name="Subtitle 2">
            <a:extLst>
              <a:ext uri="{FF2B5EF4-FFF2-40B4-BE49-F238E27FC236}">
                <a16:creationId xmlns:a16="http://schemas.microsoft.com/office/drawing/2014/main" id="{2A1502B9-D002-A743-A694-0B405F0F6025}"/>
              </a:ext>
            </a:extLst>
          </p:cNvPr>
          <p:cNvSpPr txBox="1">
            <a:spLocks/>
          </p:cNvSpPr>
          <p:nvPr/>
        </p:nvSpPr>
        <p:spPr>
          <a:xfrm>
            <a:off x="15489431" y="9225786"/>
            <a:ext cx="2209800" cy="671727"/>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3200" i="1" kern="1200">
                <a:solidFill>
                  <a:schemeClr val="bg1"/>
                </a:solidFill>
                <a:latin typeface="Aptos" panose="020B0004020202020204" pitchFamily="34"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r>
              <a:rPr lang="en-US" sz="2400" i="0" dirty="0">
                <a:latin typeface="Arial" panose="020B0604020202020204" pitchFamily="34" charset="0"/>
                <a:cs typeface="Arial" panose="020B0604020202020204" pitchFamily="34" charset="0"/>
              </a:rPr>
              <a:t>Name</a:t>
            </a:r>
          </a:p>
        </p:txBody>
      </p:sp>
      <p:sp>
        <p:nvSpPr>
          <p:cNvPr id="32" name="Subtitle 2">
            <a:extLst>
              <a:ext uri="{FF2B5EF4-FFF2-40B4-BE49-F238E27FC236}">
                <a16:creationId xmlns:a16="http://schemas.microsoft.com/office/drawing/2014/main" id="{3D7B0C50-309C-094D-9998-7D28FFF0715B}"/>
              </a:ext>
            </a:extLst>
          </p:cNvPr>
          <p:cNvSpPr txBox="1">
            <a:spLocks/>
          </p:cNvSpPr>
          <p:nvPr/>
        </p:nvSpPr>
        <p:spPr>
          <a:xfrm>
            <a:off x="8021832" y="9204707"/>
            <a:ext cx="1219200" cy="50944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r>
              <a:rPr lang="en-US" sz="2400" dirty="0">
                <a:solidFill>
                  <a:schemeClr val="bg1"/>
                </a:solidFill>
                <a:latin typeface="Arial" panose="020B0604020202020204" pitchFamily="34" charset="0"/>
                <a:cs typeface="Arial" panose="020B0604020202020204" pitchFamily="34" charset="0"/>
              </a:rPr>
              <a:t>Name</a:t>
            </a:r>
            <a:endParaRPr lang="en-US"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28AEC565-9A45-E54C-8DAB-A25D68D85AA3}"/>
              </a:ext>
            </a:extLst>
          </p:cNvPr>
          <p:cNvSpPr>
            <a:spLocks noGrp="1"/>
          </p:cNvSpPr>
          <p:nvPr>
            <p:ph type="body" sz="quarter" idx="13"/>
          </p:nvPr>
        </p:nvSpPr>
        <p:spPr/>
        <p:txBody>
          <a:bodyPr/>
          <a:lstStyle/>
          <a:p>
            <a:endParaRPr lang="en-US">
              <a:latin typeface="Arial" panose="020B0604020202020204" pitchFamily="34" charset="0"/>
              <a:cs typeface="Arial" panose="020B0604020202020204" pitchFamily="34" charset="0"/>
            </a:endParaRPr>
          </a:p>
        </p:txBody>
      </p:sp>
      <p:sp>
        <p:nvSpPr>
          <p:cNvPr id="11" name="Text Placeholder 10">
            <a:extLst>
              <a:ext uri="{FF2B5EF4-FFF2-40B4-BE49-F238E27FC236}">
                <a16:creationId xmlns:a16="http://schemas.microsoft.com/office/drawing/2014/main" id="{5408592E-F774-FA42-81BE-DA72BD7FE1D6}"/>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Insights</a:t>
            </a:r>
          </a:p>
        </p:txBody>
      </p:sp>
      <p:sp>
        <p:nvSpPr>
          <p:cNvPr id="12" name="Text Placeholder 11">
            <a:extLst>
              <a:ext uri="{FF2B5EF4-FFF2-40B4-BE49-F238E27FC236}">
                <a16:creationId xmlns:a16="http://schemas.microsoft.com/office/drawing/2014/main" id="{5D791F72-16E1-6646-95C7-B9382653B8D7}"/>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cxnSp>
        <p:nvCxnSpPr>
          <p:cNvPr id="23" name="Google Shape;599;p11">
            <a:extLst>
              <a:ext uri="{FF2B5EF4-FFF2-40B4-BE49-F238E27FC236}">
                <a16:creationId xmlns:a16="http://schemas.microsoft.com/office/drawing/2014/main" id="{054F7EE0-E84E-0E42-91C6-33AAFD8F4F26}"/>
              </a:ext>
            </a:extLst>
          </p:cNvPr>
          <p:cNvCxnSpPr>
            <a:cxnSpLocks/>
          </p:cNvCxnSpPr>
          <p:nvPr/>
        </p:nvCxnSpPr>
        <p:spPr>
          <a:xfrm>
            <a:off x="9163050" y="2333893"/>
            <a:ext cx="0" cy="5382490"/>
          </a:xfrm>
          <a:prstGeom prst="straightConnector1">
            <a:avLst/>
          </a:prstGeom>
          <a:noFill/>
          <a:ln w="38100" cap="flat" cmpd="sng">
            <a:solidFill>
              <a:schemeClr val="bg1">
                <a:lumMod val="65000"/>
              </a:schemeClr>
            </a:solidFill>
            <a:prstDash val="dash"/>
            <a:round/>
            <a:headEnd type="none" w="sm" len="sm"/>
            <a:tailEnd type="none" w="sm" len="sm"/>
          </a:ln>
        </p:spPr>
      </p:cxnSp>
      <p:sp>
        <p:nvSpPr>
          <p:cNvPr id="30" name="Rectangle 29">
            <a:extLst>
              <a:ext uri="{FF2B5EF4-FFF2-40B4-BE49-F238E27FC236}">
                <a16:creationId xmlns:a16="http://schemas.microsoft.com/office/drawing/2014/main" id="{C431F69B-76AE-974F-9F9B-B5D6B0FEF2C7}"/>
              </a:ext>
            </a:extLst>
          </p:cNvPr>
          <p:cNvSpPr/>
          <p:nvPr/>
        </p:nvSpPr>
        <p:spPr>
          <a:xfrm>
            <a:off x="9996208" y="2916458"/>
            <a:ext cx="7710920" cy="1321590"/>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9D23E29C-11F7-1E48-A9BF-F5EF761DFDE9}"/>
              </a:ext>
            </a:extLst>
          </p:cNvPr>
          <p:cNvSpPr/>
          <p:nvPr/>
        </p:nvSpPr>
        <p:spPr>
          <a:xfrm>
            <a:off x="9996208" y="4681737"/>
            <a:ext cx="7710920" cy="1321590"/>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41343D11-ED6C-C541-BA8C-12AEFD9883DE}"/>
              </a:ext>
            </a:extLst>
          </p:cNvPr>
          <p:cNvSpPr/>
          <p:nvPr/>
        </p:nvSpPr>
        <p:spPr>
          <a:xfrm>
            <a:off x="9996208" y="6385787"/>
            <a:ext cx="7710920" cy="1321590"/>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37" name="TextBox 37">
            <a:extLst>
              <a:ext uri="{FF2B5EF4-FFF2-40B4-BE49-F238E27FC236}">
                <a16:creationId xmlns:a16="http://schemas.microsoft.com/office/drawing/2014/main" id="{614CDF08-A2AD-B04B-84B2-D22CB4085B62}"/>
              </a:ext>
            </a:extLst>
          </p:cNvPr>
          <p:cNvSpPr txBox="1"/>
          <p:nvPr/>
        </p:nvSpPr>
        <p:spPr>
          <a:xfrm>
            <a:off x="10460787" y="3636845"/>
            <a:ext cx="1529782" cy="433067"/>
          </a:xfrm>
          <a:prstGeom prst="rect">
            <a:avLst/>
          </a:prstGeom>
        </p:spPr>
        <p:txBody>
          <a:bodyPr wrap="square" lIns="0" tIns="0" rIns="0" bIns="0" rtlCol="0" anchor="t">
            <a:spAutoFit/>
          </a:bodyPr>
          <a:lstStyle/>
          <a:p>
            <a:pPr>
              <a:lnSpc>
                <a:spcPts val="2515"/>
              </a:lnSpc>
            </a:pPr>
            <a:r>
              <a:rPr lang="en-US" sz="6600" b="1" spc="51" dirty="0">
                <a:solidFill>
                  <a:srgbClr val="29416E"/>
                </a:solidFill>
                <a:latin typeface="Arial" panose="020B0604020202020204" pitchFamily="34" charset="0"/>
                <a:ea typeface="Arial Unicode MS" panose="020B0604020202020204" pitchFamily="34" charset="-128"/>
                <a:cs typeface="Arial" panose="020B0604020202020204" pitchFamily="34" charset="0"/>
              </a:rPr>
              <a:t>1</a:t>
            </a:r>
          </a:p>
        </p:txBody>
      </p:sp>
      <p:sp>
        <p:nvSpPr>
          <p:cNvPr id="38" name="TextBox 37">
            <a:extLst>
              <a:ext uri="{FF2B5EF4-FFF2-40B4-BE49-F238E27FC236}">
                <a16:creationId xmlns:a16="http://schemas.microsoft.com/office/drawing/2014/main" id="{B05C54FE-9C39-EB48-99AA-DD0EDC18A932}"/>
              </a:ext>
            </a:extLst>
          </p:cNvPr>
          <p:cNvSpPr txBox="1"/>
          <p:nvPr/>
        </p:nvSpPr>
        <p:spPr>
          <a:xfrm>
            <a:off x="10460787" y="5392202"/>
            <a:ext cx="1529782" cy="433067"/>
          </a:xfrm>
          <a:prstGeom prst="rect">
            <a:avLst/>
          </a:prstGeom>
        </p:spPr>
        <p:txBody>
          <a:bodyPr wrap="square" lIns="0" tIns="0" rIns="0" bIns="0" rtlCol="0" anchor="t">
            <a:spAutoFit/>
          </a:bodyPr>
          <a:lstStyle/>
          <a:p>
            <a:pPr>
              <a:lnSpc>
                <a:spcPts val="2515"/>
              </a:lnSpc>
            </a:pPr>
            <a:r>
              <a:rPr lang="en-US" sz="6600" b="1" spc="51" dirty="0">
                <a:solidFill>
                  <a:srgbClr val="29416E"/>
                </a:solidFill>
                <a:latin typeface="Arial" panose="020B0604020202020204" pitchFamily="34" charset="0"/>
                <a:ea typeface="Arial Unicode MS" panose="020B0604020202020204" pitchFamily="34" charset="-128"/>
                <a:cs typeface="Arial" panose="020B0604020202020204" pitchFamily="34" charset="0"/>
              </a:rPr>
              <a:t>2</a:t>
            </a:r>
          </a:p>
        </p:txBody>
      </p:sp>
      <p:sp>
        <p:nvSpPr>
          <p:cNvPr id="39" name="TextBox 38">
            <a:extLst>
              <a:ext uri="{FF2B5EF4-FFF2-40B4-BE49-F238E27FC236}">
                <a16:creationId xmlns:a16="http://schemas.microsoft.com/office/drawing/2014/main" id="{0D825FCF-3E3F-DA4C-B75F-1EFD0B845D75}"/>
              </a:ext>
            </a:extLst>
          </p:cNvPr>
          <p:cNvSpPr txBox="1"/>
          <p:nvPr/>
        </p:nvSpPr>
        <p:spPr>
          <a:xfrm>
            <a:off x="10460787" y="7119139"/>
            <a:ext cx="1529782" cy="433067"/>
          </a:xfrm>
          <a:prstGeom prst="rect">
            <a:avLst/>
          </a:prstGeom>
        </p:spPr>
        <p:txBody>
          <a:bodyPr wrap="square" lIns="0" tIns="0" rIns="0" bIns="0" rtlCol="0" anchor="t">
            <a:spAutoFit/>
          </a:bodyPr>
          <a:lstStyle/>
          <a:p>
            <a:pPr>
              <a:lnSpc>
                <a:spcPts val="2515"/>
              </a:lnSpc>
            </a:pPr>
            <a:r>
              <a:rPr lang="en-US" sz="6600" b="1" spc="51" dirty="0">
                <a:solidFill>
                  <a:srgbClr val="29416E"/>
                </a:solidFill>
                <a:latin typeface="Arial" panose="020B0604020202020204" pitchFamily="34" charset="0"/>
                <a:ea typeface="Arial Unicode MS" panose="020B0604020202020204" pitchFamily="34" charset="-128"/>
                <a:cs typeface="Arial" panose="020B0604020202020204" pitchFamily="34" charset="0"/>
              </a:rPr>
              <a:t>3</a:t>
            </a:r>
          </a:p>
        </p:txBody>
      </p:sp>
      <p:sp>
        <p:nvSpPr>
          <p:cNvPr id="26" name="TextBox 25">
            <a:extLst>
              <a:ext uri="{FF2B5EF4-FFF2-40B4-BE49-F238E27FC236}">
                <a16:creationId xmlns:a16="http://schemas.microsoft.com/office/drawing/2014/main" id="{6F8B3D64-39DF-CC4D-B37B-952BECB6143E}"/>
              </a:ext>
            </a:extLst>
          </p:cNvPr>
          <p:cNvSpPr txBox="1"/>
          <p:nvPr/>
        </p:nvSpPr>
        <p:spPr>
          <a:xfrm>
            <a:off x="3091612" y="4826356"/>
            <a:ext cx="14029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Graph/chart</a:t>
            </a:r>
          </a:p>
        </p:txBody>
      </p:sp>
      <p:sp>
        <p:nvSpPr>
          <p:cNvPr id="24" name="Oval 23">
            <a:extLst>
              <a:ext uri="{FF2B5EF4-FFF2-40B4-BE49-F238E27FC236}">
                <a16:creationId xmlns:a16="http://schemas.microsoft.com/office/drawing/2014/main" id="{5DF5B222-C72B-754E-89B4-628E50BB6AB6}"/>
              </a:ext>
            </a:extLst>
          </p:cNvPr>
          <p:cNvSpPr/>
          <p:nvPr/>
        </p:nvSpPr>
        <p:spPr>
          <a:xfrm>
            <a:off x="8889275" y="4871313"/>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5" name="Graphic 24" descr="Caret Left with solid fill">
            <a:extLst>
              <a:ext uri="{FF2B5EF4-FFF2-40B4-BE49-F238E27FC236}">
                <a16:creationId xmlns:a16="http://schemas.microsoft.com/office/drawing/2014/main" id="{82800258-B6AC-8A4F-BF8E-2CC825038D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8860199" y="4811120"/>
            <a:ext cx="664757" cy="664757"/>
          </a:xfrm>
          <a:prstGeom prst="rect">
            <a:avLst/>
          </a:prstGeom>
        </p:spPr>
      </p:pic>
      <p:cxnSp>
        <p:nvCxnSpPr>
          <p:cNvPr id="27" name="Straight Connector 26">
            <a:extLst>
              <a:ext uri="{FF2B5EF4-FFF2-40B4-BE49-F238E27FC236}">
                <a16:creationId xmlns:a16="http://schemas.microsoft.com/office/drawing/2014/main" id="{BAF97FB4-9553-D242-B23B-4904498F1826}"/>
              </a:ext>
            </a:extLst>
          </p:cNvPr>
          <p:cNvCxnSpPr>
            <a:cxnSpLocks/>
          </p:cNvCxnSpPr>
          <p:nvPr/>
        </p:nvCxnSpPr>
        <p:spPr>
          <a:xfrm>
            <a:off x="517337" y="2359478"/>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2C69CF-645D-7946-98BE-47786AD7FDB4}"/>
              </a:ext>
            </a:extLst>
          </p:cNvPr>
          <p:cNvCxnSpPr>
            <a:cxnSpLocks/>
          </p:cNvCxnSpPr>
          <p:nvPr/>
        </p:nvCxnSpPr>
        <p:spPr>
          <a:xfrm>
            <a:off x="9974083" y="2359300"/>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37">
            <a:extLst>
              <a:ext uri="{FF2B5EF4-FFF2-40B4-BE49-F238E27FC236}">
                <a16:creationId xmlns:a16="http://schemas.microsoft.com/office/drawing/2014/main" id="{F8E074E7-BA92-D540-BD39-41233B868BAB}"/>
              </a:ext>
            </a:extLst>
          </p:cNvPr>
          <p:cNvSpPr txBox="1"/>
          <p:nvPr/>
        </p:nvSpPr>
        <p:spPr>
          <a:xfrm>
            <a:off x="9996208" y="1992402"/>
            <a:ext cx="7710919" cy="322204"/>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31" name="TextBox 37">
            <a:extLst>
              <a:ext uri="{FF2B5EF4-FFF2-40B4-BE49-F238E27FC236}">
                <a16:creationId xmlns:a16="http://schemas.microsoft.com/office/drawing/2014/main" id="{653A59ED-A7CD-9D46-BE98-AC731D65B349}"/>
              </a:ext>
            </a:extLst>
          </p:cNvPr>
          <p:cNvSpPr txBox="1"/>
          <p:nvPr/>
        </p:nvSpPr>
        <p:spPr>
          <a:xfrm>
            <a:off x="539462" y="1992003"/>
            <a:ext cx="7710919" cy="322204"/>
          </a:xfrm>
          <a:prstGeom prst="rect">
            <a:avLst/>
          </a:prstGeom>
          <a:ln w="12700">
            <a:noFill/>
          </a:ln>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2036965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28AEC565-9A45-E54C-8DAB-A25D68D85AA3}"/>
              </a:ext>
            </a:extLst>
          </p:cNvPr>
          <p:cNvSpPr>
            <a:spLocks noGrp="1"/>
          </p:cNvSpPr>
          <p:nvPr>
            <p:ph type="body" sz="quarter" idx="13"/>
          </p:nvPr>
        </p:nvSpPr>
        <p:spPr/>
        <p:txBody>
          <a:bodyPr/>
          <a:lstStyle/>
          <a:p>
            <a:endParaRPr lang="en-US">
              <a:latin typeface="Arial" panose="020B0604020202020204" pitchFamily="34" charset="0"/>
              <a:cs typeface="Arial" panose="020B0604020202020204" pitchFamily="34" charset="0"/>
            </a:endParaRPr>
          </a:p>
        </p:txBody>
      </p:sp>
      <p:sp>
        <p:nvSpPr>
          <p:cNvPr id="11" name="Text Placeholder 10">
            <a:extLst>
              <a:ext uri="{FF2B5EF4-FFF2-40B4-BE49-F238E27FC236}">
                <a16:creationId xmlns:a16="http://schemas.microsoft.com/office/drawing/2014/main" id="{5408592E-F774-FA42-81BE-DA72BD7FE1D6}"/>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Insights</a:t>
            </a:r>
          </a:p>
        </p:txBody>
      </p:sp>
      <p:sp>
        <p:nvSpPr>
          <p:cNvPr id="12" name="Text Placeholder 11">
            <a:extLst>
              <a:ext uri="{FF2B5EF4-FFF2-40B4-BE49-F238E27FC236}">
                <a16:creationId xmlns:a16="http://schemas.microsoft.com/office/drawing/2014/main" id="{5D791F72-16E1-6646-95C7-B9382653B8D7}"/>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cxnSp>
        <p:nvCxnSpPr>
          <p:cNvPr id="23" name="Google Shape;599;p11">
            <a:extLst>
              <a:ext uri="{FF2B5EF4-FFF2-40B4-BE49-F238E27FC236}">
                <a16:creationId xmlns:a16="http://schemas.microsoft.com/office/drawing/2014/main" id="{054F7EE0-E84E-0E42-91C6-33AAFD8F4F26}"/>
              </a:ext>
            </a:extLst>
          </p:cNvPr>
          <p:cNvCxnSpPr>
            <a:cxnSpLocks/>
          </p:cNvCxnSpPr>
          <p:nvPr/>
        </p:nvCxnSpPr>
        <p:spPr>
          <a:xfrm>
            <a:off x="9163050" y="2333893"/>
            <a:ext cx="0" cy="5382490"/>
          </a:xfrm>
          <a:prstGeom prst="straightConnector1">
            <a:avLst/>
          </a:prstGeom>
          <a:noFill/>
          <a:ln w="38100" cap="flat" cmpd="sng">
            <a:solidFill>
              <a:schemeClr val="bg1">
                <a:lumMod val="65000"/>
              </a:schemeClr>
            </a:solidFill>
            <a:prstDash val="dash"/>
            <a:round/>
            <a:headEnd type="none" w="sm" len="sm"/>
            <a:tailEnd type="none" w="sm" len="sm"/>
          </a:ln>
        </p:spPr>
      </p:cxnSp>
      <p:sp>
        <p:nvSpPr>
          <p:cNvPr id="26" name="TextBox 25">
            <a:extLst>
              <a:ext uri="{FF2B5EF4-FFF2-40B4-BE49-F238E27FC236}">
                <a16:creationId xmlns:a16="http://schemas.microsoft.com/office/drawing/2014/main" id="{6F8B3D64-39DF-CC4D-B37B-952BECB6143E}"/>
              </a:ext>
            </a:extLst>
          </p:cNvPr>
          <p:cNvSpPr txBox="1"/>
          <p:nvPr/>
        </p:nvSpPr>
        <p:spPr>
          <a:xfrm>
            <a:off x="3693448" y="2711972"/>
            <a:ext cx="14029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Graph/chart</a:t>
            </a:r>
          </a:p>
        </p:txBody>
      </p:sp>
      <p:graphicFrame>
        <p:nvGraphicFramePr>
          <p:cNvPr id="24" name="Chart 23">
            <a:extLst>
              <a:ext uri="{FF2B5EF4-FFF2-40B4-BE49-F238E27FC236}">
                <a16:creationId xmlns:a16="http://schemas.microsoft.com/office/drawing/2014/main" id="{B8C0D819-4482-3143-A3B3-D48EE0BC9E56}"/>
              </a:ext>
            </a:extLst>
          </p:cNvPr>
          <p:cNvGraphicFramePr/>
          <p:nvPr>
            <p:extLst>
              <p:ext uri="{D42A27DB-BD31-4B8C-83A1-F6EECF244321}">
                <p14:modId xmlns:p14="http://schemas.microsoft.com/office/powerpoint/2010/main" val="1275976576"/>
              </p:ext>
            </p:extLst>
          </p:nvPr>
        </p:nvGraphicFramePr>
        <p:xfrm>
          <a:off x="10207025" y="2973387"/>
          <a:ext cx="2108192" cy="22467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a:extLst>
              <a:ext uri="{FF2B5EF4-FFF2-40B4-BE49-F238E27FC236}">
                <a16:creationId xmlns:a16="http://schemas.microsoft.com/office/drawing/2014/main" id="{EF6986F7-193B-EF42-A67F-9EDC10A76131}"/>
              </a:ext>
            </a:extLst>
          </p:cNvPr>
          <p:cNvGraphicFramePr/>
          <p:nvPr>
            <p:extLst>
              <p:ext uri="{D42A27DB-BD31-4B8C-83A1-F6EECF244321}">
                <p14:modId xmlns:p14="http://schemas.microsoft.com/office/powerpoint/2010/main" val="3020626603"/>
              </p:ext>
            </p:extLst>
          </p:nvPr>
        </p:nvGraphicFramePr>
        <p:xfrm>
          <a:off x="10207025" y="5557976"/>
          <a:ext cx="2108192" cy="2246709"/>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CB3F9979-39BE-864E-87FB-5E4CF2824898}"/>
              </a:ext>
            </a:extLst>
          </p:cNvPr>
          <p:cNvSpPr txBox="1"/>
          <p:nvPr/>
        </p:nvSpPr>
        <p:spPr>
          <a:xfrm>
            <a:off x="16789940" y="4519639"/>
            <a:ext cx="184731" cy="369332"/>
          </a:xfrm>
          <a:prstGeom prst="rect">
            <a:avLst/>
          </a:prstGeom>
          <a:noFill/>
        </p:spPr>
        <p:txBody>
          <a:bodyPr wrap="none" rtlCol="0">
            <a:spAutoFit/>
          </a:bodyPr>
          <a:lstStyle/>
          <a:p>
            <a:endParaRPr lang="en-US"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A971B6F-6769-1246-BF30-21445E7B9B85}"/>
              </a:ext>
            </a:extLst>
          </p:cNvPr>
          <p:cNvSpPr txBox="1"/>
          <p:nvPr/>
        </p:nvSpPr>
        <p:spPr>
          <a:xfrm>
            <a:off x="16400834" y="5181120"/>
            <a:ext cx="184731" cy="369332"/>
          </a:xfrm>
          <a:prstGeom prst="rect">
            <a:avLst/>
          </a:prstGeom>
          <a:noFill/>
        </p:spPr>
        <p:txBody>
          <a:bodyPr wrap="none" rtlCol="0">
            <a:spAutoFit/>
          </a:bodyPr>
          <a:lstStyle/>
          <a:p>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826CF05-B7D5-BA42-A617-4E75E0C1DC71}"/>
              </a:ext>
            </a:extLst>
          </p:cNvPr>
          <p:cNvSpPr txBox="1"/>
          <p:nvPr/>
        </p:nvSpPr>
        <p:spPr>
          <a:xfrm>
            <a:off x="9591472" y="-836579"/>
            <a:ext cx="184731" cy="369332"/>
          </a:xfrm>
          <a:prstGeom prst="rect">
            <a:avLst/>
          </a:prstGeom>
          <a:noFill/>
        </p:spPr>
        <p:txBody>
          <a:bodyPr wrap="none" rtlCol="0">
            <a:spAutoFit/>
          </a:bodyPr>
          <a:lstStyle/>
          <a:p>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B86A3CC-19A6-1B4F-A524-DBB96D17B558}"/>
              </a:ext>
            </a:extLst>
          </p:cNvPr>
          <p:cNvSpPr txBox="1"/>
          <p:nvPr/>
        </p:nvSpPr>
        <p:spPr>
          <a:xfrm>
            <a:off x="1867711" y="3968885"/>
            <a:ext cx="184731" cy="369332"/>
          </a:xfrm>
          <a:prstGeom prst="rect">
            <a:avLst/>
          </a:prstGeom>
          <a:noFill/>
        </p:spPr>
        <p:txBody>
          <a:bodyPr wrap="none" rtlCol="0">
            <a:spAutoFit/>
          </a:bodyPr>
          <a:lstStyle/>
          <a:p>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25BEBFD-489D-C847-96DD-683B9B6385FE}"/>
              </a:ext>
            </a:extLst>
          </p:cNvPr>
          <p:cNvSpPr txBox="1"/>
          <p:nvPr/>
        </p:nvSpPr>
        <p:spPr>
          <a:xfrm>
            <a:off x="3151762" y="3424136"/>
            <a:ext cx="184731" cy="369332"/>
          </a:xfrm>
          <a:prstGeom prst="rect">
            <a:avLst/>
          </a:prstGeom>
          <a:noFill/>
        </p:spPr>
        <p:txBody>
          <a:bodyPr wrap="none" rtlCol="0">
            <a:spAutoFit/>
          </a:bodyPr>
          <a:lstStyle/>
          <a:p>
            <a:endParaRPr lang="en-US" dirty="0">
              <a:latin typeface="Arial" panose="020B0604020202020204" pitchFamily="34" charset="0"/>
              <a:cs typeface="Arial" panose="020B0604020202020204" pitchFamily="34" charset="0"/>
            </a:endParaRPr>
          </a:p>
        </p:txBody>
      </p:sp>
      <p:sp>
        <p:nvSpPr>
          <p:cNvPr id="29" name="TextBox 37">
            <a:extLst>
              <a:ext uri="{FF2B5EF4-FFF2-40B4-BE49-F238E27FC236}">
                <a16:creationId xmlns:a16="http://schemas.microsoft.com/office/drawing/2014/main" id="{505BE5F5-13CC-9D46-9447-0D484B30434F}"/>
              </a:ext>
            </a:extLst>
          </p:cNvPr>
          <p:cNvSpPr txBox="1"/>
          <p:nvPr/>
        </p:nvSpPr>
        <p:spPr>
          <a:xfrm>
            <a:off x="12379908" y="3929194"/>
            <a:ext cx="5219400" cy="298800"/>
          </a:xfrm>
          <a:prstGeom prst="rect">
            <a:avLst/>
          </a:prstGeom>
        </p:spPr>
        <p:txBody>
          <a:bodyPr wrap="square" lIns="0" tIns="0" rIns="0" bIns="0" rtlCol="0" anchor="t">
            <a:spAutoFit/>
          </a:bodyPr>
          <a:lstStyle/>
          <a:p>
            <a:pPr algn="ctr">
              <a:lnSpc>
                <a:spcPts val="2515"/>
              </a:lnSpc>
            </a:pPr>
            <a:r>
              <a:rPr lang="en-US" sz="2000" spc="51" dirty="0">
                <a:latin typeface="Arial" panose="020B0604020202020204" pitchFamily="34" charset="0"/>
                <a:ea typeface="Arial Unicode MS" panose="020B0604020202020204" pitchFamily="34" charset="-128"/>
                <a:cs typeface="Arial" panose="020B0604020202020204" pitchFamily="34" charset="0"/>
              </a:rPr>
              <a:t>--</a:t>
            </a:r>
            <a:endParaRPr lang="en-US" sz="2400"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31" name="TextBox 37">
            <a:extLst>
              <a:ext uri="{FF2B5EF4-FFF2-40B4-BE49-F238E27FC236}">
                <a16:creationId xmlns:a16="http://schemas.microsoft.com/office/drawing/2014/main" id="{D145BCF1-5953-0C49-93D4-2EC8EAF69F7E}"/>
              </a:ext>
            </a:extLst>
          </p:cNvPr>
          <p:cNvSpPr txBox="1"/>
          <p:nvPr/>
        </p:nvSpPr>
        <p:spPr>
          <a:xfrm>
            <a:off x="12379908" y="6601263"/>
            <a:ext cx="5219400" cy="298800"/>
          </a:xfrm>
          <a:prstGeom prst="rect">
            <a:avLst/>
          </a:prstGeom>
        </p:spPr>
        <p:txBody>
          <a:bodyPr wrap="square" lIns="0" tIns="0" rIns="0" bIns="0" rtlCol="0" anchor="t">
            <a:spAutoFit/>
          </a:bodyPr>
          <a:lstStyle/>
          <a:p>
            <a:pPr algn="ctr">
              <a:lnSpc>
                <a:spcPts val="2515"/>
              </a:lnSpc>
            </a:pPr>
            <a:r>
              <a:rPr lang="en-US" sz="2000" spc="51" dirty="0">
                <a:latin typeface="Arial" panose="020B0604020202020204" pitchFamily="34" charset="0"/>
                <a:ea typeface="Arial Unicode MS" panose="020B0604020202020204" pitchFamily="34" charset="-128"/>
                <a:cs typeface="Arial" panose="020B0604020202020204" pitchFamily="34" charset="0"/>
              </a:rPr>
              <a:t>--</a:t>
            </a:r>
            <a:endParaRPr lang="en-US" sz="2400" spc="51" dirty="0">
              <a:latin typeface="Arial" panose="020B0604020202020204" pitchFamily="34" charset="0"/>
              <a:ea typeface="Arial Unicode MS" panose="020B0604020202020204" pitchFamily="34" charset="-128"/>
              <a:cs typeface="Arial" panose="020B0604020202020204" pitchFamily="34" charset="0"/>
            </a:endParaRPr>
          </a:p>
        </p:txBody>
      </p:sp>
      <p:pic>
        <p:nvPicPr>
          <p:cNvPr id="13" name="Picture 12" descr="A graph with numbers and a line&#10;&#10;Description automatically generated">
            <a:extLst>
              <a:ext uri="{FF2B5EF4-FFF2-40B4-BE49-F238E27FC236}">
                <a16:creationId xmlns:a16="http://schemas.microsoft.com/office/drawing/2014/main" id="{804E6F78-C087-E546-8ECB-95F60637F7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692" y="3240964"/>
            <a:ext cx="7970055" cy="4763711"/>
          </a:xfrm>
          <a:prstGeom prst="rect">
            <a:avLst/>
          </a:prstGeom>
        </p:spPr>
      </p:pic>
      <p:sp>
        <p:nvSpPr>
          <p:cNvPr id="33" name="TextBox 37">
            <a:extLst>
              <a:ext uri="{FF2B5EF4-FFF2-40B4-BE49-F238E27FC236}">
                <a16:creationId xmlns:a16="http://schemas.microsoft.com/office/drawing/2014/main" id="{32DBDF1B-13A2-E645-821B-70F33AA6DCEA}"/>
              </a:ext>
            </a:extLst>
          </p:cNvPr>
          <p:cNvSpPr txBox="1"/>
          <p:nvPr/>
        </p:nvSpPr>
        <p:spPr>
          <a:xfrm>
            <a:off x="10458371" y="4044977"/>
            <a:ext cx="1806262" cy="333874"/>
          </a:xfrm>
          <a:prstGeom prst="rect">
            <a:avLst/>
          </a:prstGeom>
        </p:spPr>
        <p:txBody>
          <a:bodyPr wrap="square" lIns="0" tIns="0" rIns="0" bIns="0" rtlCol="0" anchor="t">
            <a:spAutoFit/>
          </a:bodyPr>
          <a:lstStyle/>
          <a:p>
            <a:pPr algn="ctr">
              <a:lnSpc>
                <a:spcPts val="2515"/>
              </a:lnSpc>
            </a:pPr>
            <a:r>
              <a:rPr lang="en-US" sz="3200" b="1" spc="51" dirty="0">
                <a:latin typeface="Arial" panose="020B0604020202020204" pitchFamily="34" charset="0"/>
                <a:ea typeface="Arial Unicode MS" panose="020B0604020202020204" pitchFamily="34" charset="-128"/>
                <a:cs typeface="Arial" panose="020B0604020202020204" pitchFamily="34" charset="0"/>
              </a:rPr>
              <a:t>57%</a:t>
            </a:r>
            <a:endParaRPr lang="en-US" sz="36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34" name="TextBox 37">
            <a:extLst>
              <a:ext uri="{FF2B5EF4-FFF2-40B4-BE49-F238E27FC236}">
                <a16:creationId xmlns:a16="http://schemas.microsoft.com/office/drawing/2014/main" id="{7A801F5D-5A54-EB47-A4C5-12D4DB2C3C84}"/>
              </a:ext>
            </a:extLst>
          </p:cNvPr>
          <p:cNvSpPr txBox="1"/>
          <p:nvPr/>
        </p:nvSpPr>
        <p:spPr>
          <a:xfrm>
            <a:off x="10458371" y="6635992"/>
            <a:ext cx="1806262" cy="333874"/>
          </a:xfrm>
          <a:prstGeom prst="rect">
            <a:avLst/>
          </a:prstGeom>
        </p:spPr>
        <p:txBody>
          <a:bodyPr wrap="square" lIns="0" tIns="0" rIns="0" bIns="0" rtlCol="0" anchor="t">
            <a:spAutoFit/>
          </a:bodyPr>
          <a:lstStyle/>
          <a:p>
            <a:pPr algn="ctr">
              <a:lnSpc>
                <a:spcPts val="2515"/>
              </a:lnSpc>
            </a:pPr>
            <a:r>
              <a:rPr lang="en-US" sz="3200" b="1" spc="51" dirty="0">
                <a:latin typeface="Arial" panose="020B0604020202020204" pitchFamily="34" charset="0"/>
                <a:ea typeface="Arial Unicode MS" panose="020B0604020202020204" pitchFamily="34" charset="-128"/>
                <a:cs typeface="Arial" panose="020B0604020202020204" pitchFamily="34" charset="0"/>
              </a:rPr>
              <a:t>&gt;43%</a:t>
            </a:r>
            <a:endParaRPr lang="en-US" sz="36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27" name="Oval 26">
            <a:extLst>
              <a:ext uri="{FF2B5EF4-FFF2-40B4-BE49-F238E27FC236}">
                <a16:creationId xmlns:a16="http://schemas.microsoft.com/office/drawing/2014/main" id="{0BF411CB-0A47-1643-B924-5CF603FE9FD4}"/>
              </a:ext>
            </a:extLst>
          </p:cNvPr>
          <p:cNvSpPr/>
          <p:nvPr/>
        </p:nvSpPr>
        <p:spPr>
          <a:xfrm>
            <a:off x="8889275" y="4871313"/>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8" name="Graphic 27" descr="Caret Left with solid fill">
            <a:extLst>
              <a:ext uri="{FF2B5EF4-FFF2-40B4-BE49-F238E27FC236}">
                <a16:creationId xmlns:a16="http://schemas.microsoft.com/office/drawing/2014/main" id="{7511BB3E-FC05-1D46-8F74-133DEAC5A1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0800000">
            <a:off x="8860199" y="4811120"/>
            <a:ext cx="664757" cy="664757"/>
          </a:xfrm>
          <a:prstGeom prst="rect">
            <a:avLst/>
          </a:prstGeom>
        </p:spPr>
      </p:pic>
      <p:cxnSp>
        <p:nvCxnSpPr>
          <p:cNvPr id="30" name="Straight Connector 29">
            <a:extLst>
              <a:ext uri="{FF2B5EF4-FFF2-40B4-BE49-F238E27FC236}">
                <a16:creationId xmlns:a16="http://schemas.microsoft.com/office/drawing/2014/main" id="{2269480F-B75D-5D47-96E7-A60CE62177C9}"/>
              </a:ext>
            </a:extLst>
          </p:cNvPr>
          <p:cNvCxnSpPr>
            <a:cxnSpLocks/>
          </p:cNvCxnSpPr>
          <p:nvPr/>
        </p:nvCxnSpPr>
        <p:spPr>
          <a:xfrm>
            <a:off x="517337" y="2359478"/>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A68E0A0-A58A-ED40-82DF-EFD5F4075D22}"/>
              </a:ext>
            </a:extLst>
          </p:cNvPr>
          <p:cNvCxnSpPr>
            <a:cxnSpLocks/>
          </p:cNvCxnSpPr>
          <p:nvPr/>
        </p:nvCxnSpPr>
        <p:spPr>
          <a:xfrm>
            <a:off x="9974083" y="2359300"/>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extBox 37">
            <a:extLst>
              <a:ext uri="{FF2B5EF4-FFF2-40B4-BE49-F238E27FC236}">
                <a16:creationId xmlns:a16="http://schemas.microsoft.com/office/drawing/2014/main" id="{142B59E8-C9DC-BE4A-80CE-C2C3A6B9CA7D}"/>
              </a:ext>
            </a:extLst>
          </p:cNvPr>
          <p:cNvSpPr txBox="1"/>
          <p:nvPr/>
        </p:nvSpPr>
        <p:spPr>
          <a:xfrm>
            <a:off x="9996208" y="1992402"/>
            <a:ext cx="7710919" cy="322204"/>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36" name="TextBox 37">
            <a:extLst>
              <a:ext uri="{FF2B5EF4-FFF2-40B4-BE49-F238E27FC236}">
                <a16:creationId xmlns:a16="http://schemas.microsoft.com/office/drawing/2014/main" id="{6AEB4912-1ED9-4641-8CE5-DF80F20D26A0}"/>
              </a:ext>
            </a:extLst>
          </p:cNvPr>
          <p:cNvSpPr txBox="1"/>
          <p:nvPr/>
        </p:nvSpPr>
        <p:spPr>
          <a:xfrm>
            <a:off x="539462" y="1992003"/>
            <a:ext cx="7710919" cy="322204"/>
          </a:xfrm>
          <a:prstGeom prst="rect">
            <a:avLst/>
          </a:prstGeom>
          <a:ln w="12700">
            <a:noFill/>
          </a:ln>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127707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a:t>
            </a:fld>
            <a:endParaRPr lang="en-US">
              <a:latin typeface="Arial" panose="020B0604020202020204" pitchFamily="34" charset="0"/>
              <a:cs typeface="Arial" panose="020B0604020202020204" pitchFamily="34" charset="0"/>
            </a:endParaRPr>
          </a:p>
        </p:txBody>
      </p:sp>
      <p:sp>
        <p:nvSpPr>
          <p:cNvPr id="2" name="Text Placeholder 1">
            <a:extLst>
              <a:ext uri="{FF2B5EF4-FFF2-40B4-BE49-F238E27FC236}">
                <a16:creationId xmlns:a16="http://schemas.microsoft.com/office/drawing/2014/main" id="{FF3C2ED5-8785-D045-B4A5-9428B7002DF7}"/>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9ACB6205-E82F-4D43-A199-6ACC68453618}"/>
              </a:ext>
            </a:extLst>
          </p:cNvPr>
          <p:cNvSpPr>
            <a:spLocks noGrp="1"/>
          </p:cNvSpPr>
          <p:nvPr>
            <p:ph type="body" sz="quarter" idx="15"/>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Insights</a:t>
            </a:r>
          </a:p>
        </p:txBody>
      </p:sp>
      <p:cxnSp>
        <p:nvCxnSpPr>
          <p:cNvPr id="23" name="Google Shape;599;p11">
            <a:extLst>
              <a:ext uri="{FF2B5EF4-FFF2-40B4-BE49-F238E27FC236}">
                <a16:creationId xmlns:a16="http://schemas.microsoft.com/office/drawing/2014/main" id="{054F7EE0-E84E-0E42-91C6-33AAFD8F4F26}"/>
              </a:ext>
            </a:extLst>
          </p:cNvPr>
          <p:cNvCxnSpPr>
            <a:cxnSpLocks/>
          </p:cNvCxnSpPr>
          <p:nvPr/>
        </p:nvCxnSpPr>
        <p:spPr>
          <a:xfrm>
            <a:off x="9149459" y="2314207"/>
            <a:ext cx="0" cy="6617112"/>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27" name="Straight Connector 26">
            <a:extLst>
              <a:ext uri="{FF2B5EF4-FFF2-40B4-BE49-F238E27FC236}">
                <a16:creationId xmlns:a16="http://schemas.microsoft.com/office/drawing/2014/main" id="{F07E579C-5981-5142-ACC3-6CEA82351D46}"/>
              </a:ext>
            </a:extLst>
          </p:cNvPr>
          <p:cNvCxnSpPr>
            <a:cxnSpLocks/>
          </p:cNvCxnSpPr>
          <p:nvPr/>
        </p:nvCxnSpPr>
        <p:spPr>
          <a:xfrm>
            <a:off x="586217" y="6474174"/>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TextBox 37">
            <a:extLst>
              <a:ext uri="{FF2B5EF4-FFF2-40B4-BE49-F238E27FC236}">
                <a16:creationId xmlns:a16="http://schemas.microsoft.com/office/drawing/2014/main" id="{65FB048D-6A11-B94A-B048-DC3FA5F21BDB}"/>
              </a:ext>
            </a:extLst>
          </p:cNvPr>
          <p:cNvSpPr txBox="1"/>
          <p:nvPr/>
        </p:nvSpPr>
        <p:spPr>
          <a:xfrm>
            <a:off x="608342" y="6106699"/>
            <a:ext cx="7710919" cy="325667"/>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Explanation</a:t>
            </a:r>
          </a:p>
        </p:txBody>
      </p:sp>
      <p:cxnSp>
        <p:nvCxnSpPr>
          <p:cNvPr id="29" name="Straight Connector 28">
            <a:extLst>
              <a:ext uri="{FF2B5EF4-FFF2-40B4-BE49-F238E27FC236}">
                <a16:creationId xmlns:a16="http://schemas.microsoft.com/office/drawing/2014/main" id="{342A798E-3CDE-8244-927E-120F5A3B8645}"/>
              </a:ext>
            </a:extLst>
          </p:cNvPr>
          <p:cNvCxnSpPr>
            <a:cxnSpLocks/>
          </p:cNvCxnSpPr>
          <p:nvPr/>
        </p:nvCxnSpPr>
        <p:spPr>
          <a:xfrm>
            <a:off x="9961917" y="6427839"/>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TextBox 37">
            <a:extLst>
              <a:ext uri="{FF2B5EF4-FFF2-40B4-BE49-F238E27FC236}">
                <a16:creationId xmlns:a16="http://schemas.microsoft.com/office/drawing/2014/main" id="{D714EB98-9A79-E642-84FE-631B7DFBDCD5}"/>
              </a:ext>
            </a:extLst>
          </p:cNvPr>
          <p:cNvSpPr txBox="1"/>
          <p:nvPr/>
        </p:nvSpPr>
        <p:spPr>
          <a:xfrm>
            <a:off x="9984042" y="6060364"/>
            <a:ext cx="7710919" cy="325667"/>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Explanation</a:t>
            </a:r>
          </a:p>
        </p:txBody>
      </p:sp>
      <p:sp>
        <p:nvSpPr>
          <p:cNvPr id="34" name="Rectangle 33">
            <a:extLst>
              <a:ext uri="{FF2B5EF4-FFF2-40B4-BE49-F238E27FC236}">
                <a16:creationId xmlns:a16="http://schemas.microsoft.com/office/drawing/2014/main" id="{923AA7FD-4704-3A42-988C-F93995145D1F}"/>
              </a:ext>
            </a:extLst>
          </p:cNvPr>
          <p:cNvSpPr/>
          <p:nvPr/>
        </p:nvSpPr>
        <p:spPr>
          <a:xfrm>
            <a:off x="10465923" y="2717335"/>
            <a:ext cx="7251163" cy="783678"/>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63B67F96-8EBC-3B47-8D5A-CBC5848B0BA7}"/>
              </a:ext>
            </a:extLst>
          </p:cNvPr>
          <p:cNvSpPr/>
          <p:nvPr/>
        </p:nvSpPr>
        <p:spPr>
          <a:xfrm>
            <a:off x="10465923" y="3746610"/>
            <a:ext cx="7251163" cy="783678"/>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59F2A734-B2FB-7546-905E-AD21A1CB7083}"/>
              </a:ext>
            </a:extLst>
          </p:cNvPr>
          <p:cNvSpPr/>
          <p:nvPr/>
        </p:nvSpPr>
        <p:spPr>
          <a:xfrm>
            <a:off x="10465923" y="4765149"/>
            <a:ext cx="7251163" cy="783678"/>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D19DD6A5-6183-4549-88F9-0BB4EA00336C}"/>
              </a:ext>
            </a:extLst>
          </p:cNvPr>
          <p:cNvSpPr/>
          <p:nvPr/>
        </p:nvSpPr>
        <p:spPr>
          <a:xfrm>
            <a:off x="9961917" y="2638091"/>
            <a:ext cx="893113" cy="893113"/>
          </a:xfrm>
          <a:prstGeom prst="ellipse">
            <a:avLst/>
          </a:prstGeom>
          <a:solidFill>
            <a:schemeClr val="bg1"/>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4" name="Oval 43">
            <a:extLst>
              <a:ext uri="{FF2B5EF4-FFF2-40B4-BE49-F238E27FC236}">
                <a16:creationId xmlns:a16="http://schemas.microsoft.com/office/drawing/2014/main" id="{0DE29C02-3ACC-0C48-AC0C-195BAC68CB96}"/>
              </a:ext>
            </a:extLst>
          </p:cNvPr>
          <p:cNvSpPr/>
          <p:nvPr/>
        </p:nvSpPr>
        <p:spPr>
          <a:xfrm>
            <a:off x="9961915" y="3684842"/>
            <a:ext cx="893113" cy="893113"/>
          </a:xfrm>
          <a:prstGeom prst="ellipse">
            <a:avLst/>
          </a:prstGeom>
          <a:solidFill>
            <a:schemeClr val="bg1"/>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5" name="Oval 44">
            <a:extLst>
              <a:ext uri="{FF2B5EF4-FFF2-40B4-BE49-F238E27FC236}">
                <a16:creationId xmlns:a16="http://schemas.microsoft.com/office/drawing/2014/main" id="{7F76F125-427B-9A41-9080-94519C11101A}"/>
              </a:ext>
            </a:extLst>
          </p:cNvPr>
          <p:cNvSpPr/>
          <p:nvPr/>
        </p:nvSpPr>
        <p:spPr>
          <a:xfrm>
            <a:off x="9961916" y="4758446"/>
            <a:ext cx="893113" cy="893113"/>
          </a:xfrm>
          <a:prstGeom prst="ellipse">
            <a:avLst/>
          </a:prstGeom>
          <a:solidFill>
            <a:schemeClr val="bg1"/>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6" name="TextBox 37">
            <a:extLst>
              <a:ext uri="{FF2B5EF4-FFF2-40B4-BE49-F238E27FC236}">
                <a16:creationId xmlns:a16="http://schemas.microsoft.com/office/drawing/2014/main" id="{650EC7AE-84E6-B94C-AC34-5D7F5CF91D25}"/>
              </a:ext>
            </a:extLst>
          </p:cNvPr>
          <p:cNvSpPr txBox="1"/>
          <p:nvPr/>
        </p:nvSpPr>
        <p:spPr>
          <a:xfrm>
            <a:off x="3099861" y="2921076"/>
            <a:ext cx="5219400" cy="298800"/>
          </a:xfrm>
          <a:prstGeom prst="rect">
            <a:avLst/>
          </a:prstGeom>
        </p:spPr>
        <p:txBody>
          <a:bodyPr wrap="square" lIns="0" tIns="0" rIns="0" bIns="0" rtlCol="0" anchor="t">
            <a:spAutoFit/>
          </a:bodyPr>
          <a:lstStyle/>
          <a:p>
            <a:pPr algn="ctr">
              <a:lnSpc>
                <a:spcPts val="2515"/>
              </a:lnSpc>
            </a:pPr>
            <a:r>
              <a:rPr lang="en-US" sz="2000" spc="51" dirty="0">
                <a:latin typeface="Arial" panose="020B0604020202020204" pitchFamily="34" charset="0"/>
                <a:ea typeface="Arial Unicode MS" panose="020B0604020202020204" pitchFamily="34" charset="-128"/>
                <a:cs typeface="Arial" panose="020B0604020202020204" pitchFamily="34" charset="0"/>
              </a:rPr>
              <a:t>--</a:t>
            </a:r>
            <a:endParaRPr lang="en-US" sz="2400"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TextBox 37">
            <a:extLst>
              <a:ext uri="{FF2B5EF4-FFF2-40B4-BE49-F238E27FC236}">
                <a16:creationId xmlns:a16="http://schemas.microsoft.com/office/drawing/2014/main" id="{337D1FAB-C857-E14B-9CA3-F759B577B780}"/>
              </a:ext>
            </a:extLst>
          </p:cNvPr>
          <p:cNvSpPr txBox="1"/>
          <p:nvPr/>
        </p:nvSpPr>
        <p:spPr>
          <a:xfrm>
            <a:off x="3099857" y="3924270"/>
            <a:ext cx="5219400" cy="298800"/>
          </a:xfrm>
          <a:prstGeom prst="rect">
            <a:avLst/>
          </a:prstGeom>
        </p:spPr>
        <p:txBody>
          <a:bodyPr wrap="square" lIns="0" tIns="0" rIns="0" bIns="0" rtlCol="0" anchor="t">
            <a:spAutoFit/>
          </a:bodyPr>
          <a:lstStyle/>
          <a:p>
            <a:pPr algn="ctr">
              <a:lnSpc>
                <a:spcPts val="2515"/>
              </a:lnSpc>
            </a:pPr>
            <a:r>
              <a:rPr lang="en-US" sz="2000" spc="51" dirty="0">
                <a:latin typeface="Arial" panose="020B0604020202020204" pitchFamily="34" charset="0"/>
                <a:ea typeface="Arial Unicode MS" panose="020B0604020202020204" pitchFamily="34" charset="-128"/>
                <a:cs typeface="Arial" panose="020B0604020202020204" pitchFamily="34" charset="0"/>
              </a:rPr>
              <a:t>--</a:t>
            </a:r>
            <a:endParaRPr lang="en-US" sz="2400"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48" name="TextBox 37">
            <a:extLst>
              <a:ext uri="{FF2B5EF4-FFF2-40B4-BE49-F238E27FC236}">
                <a16:creationId xmlns:a16="http://schemas.microsoft.com/office/drawing/2014/main" id="{0B9F97EE-3323-024B-B248-8A8C26A2FFBB}"/>
              </a:ext>
            </a:extLst>
          </p:cNvPr>
          <p:cNvSpPr txBox="1"/>
          <p:nvPr/>
        </p:nvSpPr>
        <p:spPr>
          <a:xfrm>
            <a:off x="3099857" y="4901617"/>
            <a:ext cx="5219400" cy="298800"/>
          </a:xfrm>
          <a:prstGeom prst="rect">
            <a:avLst/>
          </a:prstGeom>
        </p:spPr>
        <p:txBody>
          <a:bodyPr wrap="square" lIns="0" tIns="0" rIns="0" bIns="0" rtlCol="0" anchor="t">
            <a:spAutoFit/>
          </a:bodyPr>
          <a:lstStyle/>
          <a:p>
            <a:pPr algn="ctr">
              <a:lnSpc>
                <a:spcPts val="2515"/>
              </a:lnSpc>
            </a:pPr>
            <a:r>
              <a:rPr lang="en-US" sz="2000" spc="51" dirty="0">
                <a:latin typeface="Arial" panose="020B0604020202020204" pitchFamily="34" charset="0"/>
                <a:ea typeface="Arial Unicode MS" panose="020B0604020202020204" pitchFamily="34" charset="-128"/>
                <a:cs typeface="Arial" panose="020B0604020202020204" pitchFamily="34" charset="0"/>
              </a:rPr>
              <a:t>--</a:t>
            </a:r>
            <a:endParaRPr lang="en-US" sz="2400"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49" name="Rectangle 48">
            <a:extLst>
              <a:ext uri="{FF2B5EF4-FFF2-40B4-BE49-F238E27FC236}">
                <a16:creationId xmlns:a16="http://schemas.microsoft.com/office/drawing/2014/main" id="{A883755B-9988-CF4F-84AC-D675A3CAD676}"/>
              </a:ext>
            </a:extLst>
          </p:cNvPr>
          <p:cNvSpPr/>
          <p:nvPr/>
        </p:nvSpPr>
        <p:spPr>
          <a:xfrm>
            <a:off x="4251221" y="6885345"/>
            <a:ext cx="4132880" cy="1966684"/>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820DA3EB-621E-9C40-81BF-41A698EB9BE4}"/>
              </a:ext>
            </a:extLst>
          </p:cNvPr>
          <p:cNvSpPr/>
          <p:nvPr/>
        </p:nvSpPr>
        <p:spPr>
          <a:xfrm>
            <a:off x="10204553" y="6911738"/>
            <a:ext cx="3425151" cy="1940286"/>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52" name="Oval 51">
            <a:extLst>
              <a:ext uri="{FF2B5EF4-FFF2-40B4-BE49-F238E27FC236}">
                <a16:creationId xmlns:a16="http://schemas.microsoft.com/office/drawing/2014/main" id="{A049ECAD-EF0E-F445-9503-6A8AFB873C0F}"/>
              </a:ext>
            </a:extLst>
          </p:cNvPr>
          <p:cNvSpPr/>
          <p:nvPr/>
        </p:nvSpPr>
        <p:spPr>
          <a:xfrm>
            <a:off x="10057375" y="6729924"/>
            <a:ext cx="893113" cy="893113"/>
          </a:xfrm>
          <a:prstGeom prst="ellipse">
            <a:avLst/>
          </a:prstGeom>
          <a:solidFill>
            <a:schemeClr val="bg1"/>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9" name="Graphic 8" descr="Handshake with solid fill">
            <a:extLst>
              <a:ext uri="{FF2B5EF4-FFF2-40B4-BE49-F238E27FC236}">
                <a16:creationId xmlns:a16="http://schemas.microsoft.com/office/drawing/2014/main" id="{AD3321CC-BA46-D24F-BCF4-D5BAB5BA72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7375" y="2751778"/>
            <a:ext cx="728662" cy="728662"/>
          </a:xfrm>
          <a:prstGeom prst="rect">
            <a:avLst/>
          </a:prstGeom>
        </p:spPr>
      </p:pic>
      <p:pic>
        <p:nvPicPr>
          <p:cNvPr id="15" name="Graphic 14" descr="Store with solid fill">
            <a:extLst>
              <a:ext uri="{FF2B5EF4-FFF2-40B4-BE49-F238E27FC236}">
                <a16:creationId xmlns:a16="http://schemas.microsoft.com/office/drawing/2014/main" id="{05ED9F5C-FFB5-4E47-9E2E-D82BEB091A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55179" y="3802797"/>
            <a:ext cx="706583" cy="706583"/>
          </a:xfrm>
          <a:prstGeom prst="rect">
            <a:avLst/>
          </a:prstGeom>
        </p:spPr>
      </p:pic>
      <p:pic>
        <p:nvPicPr>
          <p:cNvPr id="17" name="Graphic 16" descr="Speedometer Low with solid fill">
            <a:extLst>
              <a:ext uri="{FF2B5EF4-FFF2-40B4-BE49-F238E27FC236}">
                <a16:creationId xmlns:a16="http://schemas.microsoft.com/office/drawing/2014/main" id="{8129B4BA-1341-5343-9221-E845A6FC51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74126" y="4793361"/>
            <a:ext cx="706583" cy="706583"/>
          </a:xfrm>
          <a:prstGeom prst="rect">
            <a:avLst/>
          </a:prstGeom>
        </p:spPr>
      </p:pic>
      <p:sp>
        <p:nvSpPr>
          <p:cNvPr id="35" name="Oval 34">
            <a:extLst>
              <a:ext uri="{FF2B5EF4-FFF2-40B4-BE49-F238E27FC236}">
                <a16:creationId xmlns:a16="http://schemas.microsoft.com/office/drawing/2014/main" id="{AAABBD0D-B841-F345-A3B2-75D69895E5E0}"/>
              </a:ext>
            </a:extLst>
          </p:cNvPr>
          <p:cNvSpPr/>
          <p:nvPr/>
        </p:nvSpPr>
        <p:spPr>
          <a:xfrm>
            <a:off x="8873584" y="5367195"/>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36" name="Graphic 35" descr="Caret Left with solid fill">
            <a:extLst>
              <a:ext uri="{FF2B5EF4-FFF2-40B4-BE49-F238E27FC236}">
                <a16:creationId xmlns:a16="http://schemas.microsoft.com/office/drawing/2014/main" id="{E16A0224-A836-2A4D-8DC6-308256BF5AE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a:off x="8844508" y="5307002"/>
            <a:ext cx="664757" cy="664757"/>
          </a:xfrm>
          <a:prstGeom prst="rect">
            <a:avLst/>
          </a:prstGeom>
        </p:spPr>
      </p:pic>
      <p:sp>
        <p:nvSpPr>
          <p:cNvPr id="37" name="Rectangle 36">
            <a:extLst>
              <a:ext uri="{FF2B5EF4-FFF2-40B4-BE49-F238E27FC236}">
                <a16:creationId xmlns:a16="http://schemas.microsoft.com/office/drawing/2014/main" id="{0E71A525-DA88-7E46-B4A4-4AF7157EF224}"/>
              </a:ext>
            </a:extLst>
          </p:cNvPr>
          <p:cNvSpPr/>
          <p:nvPr/>
        </p:nvSpPr>
        <p:spPr>
          <a:xfrm>
            <a:off x="14291935" y="6889034"/>
            <a:ext cx="3425151" cy="1940286"/>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38" name="Oval 37">
            <a:extLst>
              <a:ext uri="{FF2B5EF4-FFF2-40B4-BE49-F238E27FC236}">
                <a16:creationId xmlns:a16="http://schemas.microsoft.com/office/drawing/2014/main" id="{E75E2F2B-7FD2-5F41-833C-2B4B5D3E508F}"/>
              </a:ext>
            </a:extLst>
          </p:cNvPr>
          <p:cNvSpPr/>
          <p:nvPr/>
        </p:nvSpPr>
        <p:spPr>
          <a:xfrm>
            <a:off x="14144757" y="6707220"/>
            <a:ext cx="893113" cy="893113"/>
          </a:xfrm>
          <a:prstGeom prst="ellipse">
            <a:avLst/>
          </a:prstGeom>
          <a:solidFill>
            <a:schemeClr val="bg1"/>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9" name="Straight Connector 38">
            <a:extLst>
              <a:ext uri="{FF2B5EF4-FFF2-40B4-BE49-F238E27FC236}">
                <a16:creationId xmlns:a16="http://schemas.microsoft.com/office/drawing/2014/main" id="{74E859E0-3E78-5343-835D-F9612D5DA411}"/>
              </a:ext>
            </a:extLst>
          </p:cNvPr>
          <p:cNvCxnSpPr>
            <a:cxnSpLocks/>
          </p:cNvCxnSpPr>
          <p:nvPr/>
        </p:nvCxnSpPr>
        <p:spPr>
          <a:xfrm>
            <a:off x="517337" y="2359478"/>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194A2DE-6F8E-E249-B4D7-BD129FD444E8}"/>
              </a:ext>
            </a:extLst>
          </p:cNvPr>
          <p:cNvCxnSpPr>
            <a:cxnSpLocks/>
          </p:cNvCxnSpPr>
          <p:nvPr/>
        </p:nvCxnSpPr>
        <p:spPr>
          <a:xfrm>
            <a:off x="9974083" y="2359300"/>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5" name="TextBox 37">
            <a:extLst>
              <a:ext uri="{FF2B5EF4-FFF2-40B4-BE49-F238E27FC236}">
                <a16:creationId xmlns:a16="http://schemas.microsoft.com/office/drawing/2014/main" id="{6E78C951-F24E-1B45-8C21-C7C7195FF54E}"/>
              </a:ext>
            </a:extLst>
          </p:cNvPr>
          <p:cNvSpPr txBox="1"/>
          <p:nvPr/>
        </p:nvSpPr>
        <p:spPr>
          <a:xfrm>
            <a:off x="9996208" y="1992402"/>
            <a:ext cx="7710919" cy="322204"/>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56" name="TextBox 37">
            <a:extLst>
              <a:ext uri="{FF2B5EF4-FFF2-40B4-BE49-F238E27FC236}">
                <a16:creationId xmlns:a16="http://schemas.microsoft.com/office/drawing/2014/main" id="{48FE6C7F-0332-784B-8594-B825DAF6F9E3}"/>
              </a:ext>
            </a:extLst>
          </p:cNvPr>
          <p:cNvSpPr txBox="1"/>
          <p:nvPr/>
        </p:nvSpPr>
        <p:spPr>
          <a:xfrm>
            <a:off x="539462" y="1992003"/>
            <a:ext cx="7710919" cy="322204"/>
          </a:xfrm>
          <a:prstGeom prst="rect">
            <a:avLst/>
          </a:prstGeom>
          <a:ln w="12700">
            <a:noFill/>
          </a:ln>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4740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28AEC565-9A45-E54C-8DAB-A25D68D85AA3}"/>
              </a:ext>
            </a:extLst>
          </p:cNvPr>
          <p:cNvSpPr>
            <a:spLocks noGrp="1"/>
          </p:cNvSpPr>
          <p:nvPr>
            <p:ph type="body" sz="quarter" idx="13"/>
          </p:nvPr>
        </p:nvSpPr>
        <p:spPr/>
        <p:txBody>
          <a:bodyPr/>
          <a:lstStyle/>
          <a:p>
            <a:endParaRPr lang="en-US">
              <a:latin typeface="Arial" panose="020B0604020202020204" pitchFamily="34" charset="0"/>
              <a:cs typeface="Arial" panose="020B0604020202020204" pitchFamily="34" charset="0"/>
            </a:endParaRPr>
          </a:p>
        </p:txBody>
      </p:sp>
      <p:sp>
        <p:nvSpPr>
          <p:cNvPr id="11" name="Text Placeholder 10">
            <a:extLst>
              <a:ext uri="{FF2B5EF4-FFF2-40B4-BE49-F238E27FC236}">
                <a16:creationId xmlns:a16="http://schemas.microsoft.com/office/drawing/2014/main" id="{5408592E-F774-FA42-81BE-DA72BD7FE1D6}"/>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Stakeholder Analysis</a:t>
            </a:r>
          </a:p>
        </p:txBody>
      </p:sp>
      <p:sp>
        <p:nvSpPr>
          <p:cNvPr id="12" name="Text Placeholder 11">
            <a:extLst>
              <a:ext uri="{FF2B5EF4-FFF2-40B4-BE49-F238E27FC236}">
                <a16:creationId xmlns:a16="http://schemas.microsoft.com/office/drawing/2014/main" id="{5D791F72-16E1-6646-95C7-B9382653B8D7}"/>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FB69DDE-0553-4642-84BE-B67330A81B29}"/>
              </a:ext>
            </a:extLst>
          </p:cNvPr>
          <p:cNvSpPr/>
          <p:nvPr/>
        </p:nvSpPr>
        <p:spPr>
          <a:xfrm>
            <a:off x="4143676" y="2013048"/>
            <a:ext cx="3220720" cy="830864"/>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Stakeholder 1</a:t>
            </a:r>
            <a:endParaRPr lang="en-US" dirty="0">
              <a:solidFill>
                <a:schemeClr val="tx1"/>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886C2E4A-485B-2A42-9F4A-5317DBF65B10}"/>
              </a:ext>
            </a:extLst>
          </p:cNvPr>
          <p:cNvSpPr/>
          <p:nvPr/>
        </p:nvSpPr>
        <p:spPr>
          <a:xfrm>
            <a:off x="7598078" y="2013048"/>
            <a:ext cx="3220720" cy="830864"/>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Stakeholder 2</a:t>
            </a:r>
            <a:endParaRPr lang="en-US" dirty="0">
              <a:solidFill>
                <a:schemeClr val="tx1"/>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1C139D53-6980-7B46-BADE-EDEF9E436AD4}"/>
              </a:ext>
            </a:extLst>
          </p:cNvPr>
          <p:cNvSpPr/>
          <p:nvPr/>
        </p:nvSpPr>
        <p:spPr>
          <a:xfrm>
            <a:off x="11052480" y="2013048"/>
            <a:ext cx="3220720" cy="830864"/>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Stakeholder 3</a:t>
            </a:r>
            <a:endParaRPr lang="en-US" dirty="0">
              <a:solidFill>
                <a:schemeClr val="tx1"/>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D837200F-DF99-7E40-B9E8-962FA89AED9D}"/>
              </a:ext>
            </a:extLst>
          </p:cNvPr>
          <p:cNvSpPr/>
          <p:nvPr/>
        </p:nvSpPr>
        <p:spPr>
          <a:xfrm>
            <a:off x="14491636" y="2013048"/>
            <a:ext cx="3220720" cy="830864"/>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Stakeholder 4</a:t>
            </a:r>
            <a:endParaRPr lang="en-US" dirty="0">
              <a:solidFill>
                <a:schemeClr val="tx1"/>
              </a:solidFill>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EE9B66F2-9C64-B642-BD2A-E84B3096D449}"/>
              </a:ext>
            </a:extLst>
          </p:cNvPr>
          <p:cNvSpPr/>
          <p:nvPr/>
        </p:nvSpPr>
        <p:spPr>
          <a:xfrm>
            <a:off x="597548" y="4314338"/>
            <a:ext cx="3262182" cy="1668064"/>
          </a:xfrm>
          <a:prstGeom prst="rect">
            <a:avLst/>
          </a:prstGeom>
          <a:solidFill>
            <a:srgbClr val="2C8BB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bg1"/>
                </a:solidFill>
                <a:latin typeface="Arial" panose="020B0604020202020204" pitchFamily="34" charset="0"/>
                <a:cs typeface="Arial" panose="020B0604020202020204" pitchFamily="34" charset="0"/>
              </a:rPr>
              <a:t>Needs</a:t>
            </a:r>
          </a:p>
        </p:txBody>
      </p:sp>
      <p:sp>
        <p:nvSpPr>
          <p:cNvPr id="27" name="Oval 26">
            <a:extLst>
              <a:ext uri="{FF2B5EF4-FFF2-40B4-BE49-F238E27FC236}">
                <a16:creationId xmlns:a16="http://schemas.microsoft.com/office/drawing/2014/main" id="{4B357F2E-4688-384D-ABB0-90393E533320}"/>
              </a:ext>
            </a:extLst>
          </p:cNvPr>
          <p:cNvSpPr/>
          <p:nvPr/>
        </p:nvSpPr>
        <p:spPr>
          <a:xfrm>
            <a:off x="282561" y="4104576"/>
            <a:ext cx="629971" cy="62997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pic>
        <p:nvPicPr>
          <p:cNvPr id="3" name="Graphic 2" descr="Group with solid fill">
            <a:extLst>
              <a:ext uri="{FF2B5EF4-FFF2-40B4-BE49-F238E27FC236}">
                <a16:creationId xmlns:a16="http://schemas.microsoft.com/office/drawing/2014/main" id="{4003A060-F377-E642-8562-04E6AA2336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46032" y="2935500"/>
            <a:ext cx="1416008" cy="1416008"/>
          </a:xfrm>
          <a:prstGeom prst="rect">
            <a:avLst/>
          </a:prstGeom>
        </p:spPr>
      </p:pic>
      <p:pic>
        <p:nvPicPr>
          <p:cNvPr id="5" name="Graphic 4" descr="Cycle with people outline">
            <a:extLst>
              <a:ext uri="{FF2B5EF4-FFF2-40B4-BE49-F238E27FC236}">
                <a16:creationId xmlns:a16="http://schemas.microsoft.com/office/drawing/2014/main" id="{5AB77027-4E20-F04A-9EDE-6BD4DE9CAC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08996" y="3150809"/>
            <a:ext cx="1168400" cy="1168400"/>
          </a:xfrm>
          <a:prstGeom prst="rect">
            <a:avLst/>
          </a:prstGeom>
        </p:spPr>
      </p:pic>
      <p:sp>
        <p:nvSpPr>
          <p:cNvPr id="30" name="Rectangle 29">
            <a:extLst>
              <a:ext uri="{FF2B5EF4-FFF2-40B4-BE49-F238E27FC236}">
                <a16:creationId xmlns:a16="http://schemas.microsoft.com/office/drawing/2014/main" id="{03B77BB5-03A0-5E4B-BFBA-ABFFC63B9919}"/>
              </a:ext>
            </a:extLst>
          </p:cNvPr>
          <p:cNvSpPr/>
          <p:nvPr/>
        </p:nvSpPr>
        <p:spPr>
          <a:xfrm>
            <a:off x="597548" y="6340041"/>
            <a:ext cx="3262182" cy="1706901"/>
          </a:xfrm>
          <a:prstGeom prst="rect">
            <a:avLst/>
          </a:prstGeom>
          <a:solidFill>
            <a:srgbClr val="DD7F0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bg1"/>
                </a:solidFill>
                <a:latin typeface="Arial" panose="020B0604020202020204" pitchFamily="34" charset="0"/>
                <a:cs typeface="Arial" panose="020B0604020202020204" pitchFamily="34" charset="0"/>
              </a:rPr>
              <a:t>Concerns</a:t>
            </a:r>
          </a:p>
        </p:txBody>
      </p:sp>
      <p:sp>
        <p:nvSpPr>
          <p:cNvPr id="31" name="Oval 30">
            <a:extLst>
              <a:ext uri="{FF2B5EF4-FFF2-40B4-BE49-F238E27FC236}">
                <a16:creationId xmlns:a16="http://schemas.microsoft.com/office/drawing/2014/main" id="{E90CE572-26CC-D148-8216-21FD882EF776}"/>
              </a:ext>
            </a:extLst>
          </p:cNvPr>
          <p:cNvSpPr/>
          <p:nvPr/>
        </p:nvSpPr>
        <p:spPr>
          <a:xfrm>
            <a:off x="282561" y="6083513"/>
            <a:ext cx="629971" cy="62997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cxnSp>
        <p:nvCxnSpPr>
          <p:cNvPr id="32" name="Google Shape;599;p11">
            <a:extLst>
              <a:ext uri="{FF2B5EF4-FFF2-40B4-BE49-F238E27FC236}">
                <a16:creationId xmlns:a16="http://schemas.microsoft.com/office/drawing/2014/main" id="{1A2195F4-8356-F148-9962-42E990D25421}"/>
              </a:ext>
            </a:extLst>
          </p:cNvPr>
          <p:cNvCxnSpPr>
            <a:cxnSpLocks/>
            <a:stCxn id="31" idx="7"/>
          </p:cNvCxnSpPr>
          <p:nvPr/>
        </p:nvCxnSpPr>
        <p:spPr>
          <a:xfrm>
            <a:off x="820275" y="6175770"/>
            <a:ext cx="16852610" cy="0"/>
          </a:xfrm>
          <a:prstGeom prst="straightConnector1">
            <a:avLst/>
          </a:prstGeom>
          <a:noFill/>
          <a:ln w="38100" cap="flat" cmpd="sng">
            <a:solidFill>
              <a:schemeClr val="bg1">
                <a:lumMod val="65000"/>
              </a:schemeClr>
            </a:solidFill>
            <a:prstDash val="dash"/>
            <a:round/>
            <a:headEnd type="none" w="sm" len="sm"/>
            <a:tailEnd type="none" w="sm" len="sm"/>
          </a:ln>
        </p:spPr>
      </p:cxnSp>
      <p:sp>
        <p:nvSpPr>
          <p:cNvPr id="35" name="Rectangle 34">
            <a:extLst>
              <a:ext uri="{FF2B5EF4-FFF2-40B4-BE49-F238E27FC236}">
                <a16:creationId xmlns:a16="http://schemas.microsoft.com/office/drawing/2014/main" id="{2A9B3494-90B4-5C4D-B1EE-3C6F5534B705}"/>
              </a:ext>
            </a:extLst>
          </p:cNvPr>
          <p:cNvSpPr/>
          <p:nvPr/>
        </p:nvSpPr>
        <p:spPr>
          <a:xfrm>
            <a:off x="4143676" y="4304598"/>
            <a:ext cx="3220720" cy="1677804"/>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0A2D9D99-7DBF-174D-B18C-07CB458BCC62}"/>
              </a:ext>
            </a:extLst>
          </p:cNvPr>
          <p:cNvSpPr/>
          <p:nvPr/>
        </p:nvSpPr>
        <p:spPr>
          <a:xfrm>
            <a:off x="7618655" y="4314338"/>
            <a:ext cx="3220720" cy="1677804"/>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496CA0D6-6544-6F4C-9CB1-0581D52BAB0A}"/>
              </a:ext>
            </a:extLst>
          </p:cNvPr>
          <p:cNvSpPr/>
          <p:nvPr/>
        </p:nvSpPr>
        <p:spPr>
          <a:xfrm>
            <a:off x="11052480" y="4304598"/>
            <a:ext cx="3220720" cy="1677804"/>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7C548B68-3BF7-C045-B027-09A566FEF96F}"/>
              </a:ext>
            </a:extLst>
          </p:cNvPr>
          <p:cNvSpPr/>
          <p:nvPr/>
        </p:nvSpPr>
        <p:spPr>
          <a:xfrm>
            <a:off x="14491636" y="4314338"/>
            <a:ext cx="3220720" cy="1677804"/>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44" name="Rectangle 43">
            <a:extLst>
              <a:ext uri="{FF2B5EF4-FFF2-40B4-BE49-F238E27FC236}">
                <a16:creationId xmlns:a16="http://schemas.microsoft.com/office/drawing/2014/main" id="{906C3DAA-0FA3-5545-A2D3-35D9D74BD9F5}"/>
              </a:ext>
            </a:extLst>
          </p:cNvPr>
          <p:cNvSpPr/>
          <p:nvPr/>
        </p:nvSpPr>
        <p:spPr>
          <a:xfrm>
            <a:off x="4143676" y="6340041"/>
            <a:ext cx="3220720" cy="1677804"/>
          </a:xfrm>
          <a:prstGeom prst="rect">
            <a:avLst/>
          </a:prstGeom>
          <a:noFill/>
          <a:ln w="38100">
            <a:solidFill>
              <a:srgbClr val="DD7F0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82E09233-6418-1045-A5BD-20A38D152428}"/>
              </a:ext>
            </a:extLst>
          </p:cNvPr>
          <p:cNvSpPr/>
          <p:nvPr/>
        </p:nvSpPr>
        <p:spPr>
          <a:xfrm>
            <a:off x="7598078" y="6369139"/>
            <a:ext cx="3220720" cy="1677804"/>
          </a:xfrm>
          <a:prstGeom prst="rect">
            <a:avLst/>
          </a:prstGeom>
          <a:noFill/>
          <a:ln w="38100">
            <a:solidFill>
              <a:srgbClr val="DD7F0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2B29D6A6-D4AA-054F-A174-91B9674F4E81}"/>
              </a:ext>
            </a:extLst>
          </p:cNvPr>
          <p:cNvSpPr/>
          <p:nvPr/>
        </p:nvSpPr>
        <p:spPr>
          <a:xfrm>
            <a:off x="11062644" y="6398498"/>
            <a:ext cx="3220720" cy="1677804"/>
          </a:xfrm>
          <a:prstGeom prst="rect">
            <a:avLst/>
          </a:prstGeom>
          <a:noFill/>
          <a:ln w="38100">
            <a:solidFill>
              <a:srgbClr val="DD7F0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96BD5C24-3237-AF48-8045-2418D691E8CA}"/>
              </a:ext>
            </a:extLst>
          </p:cNvPr>
          <p:cNvSpPr/>
          <p:nvPr/>
        </p:nvSpPr>
        <p:spPr>
          <a:xfrm>
            <a:off x="14527210" y="6417514"/>
            <a:ext cx="3220720" cy="1677804"/>
          </a:xfrm>
          <a:prstGeom prst="rect">
            <a:avLst/>
          </a:prstGeom>
          <a:noFill/>
          <a:ln w="38100">
            <a:solidFill>
              <a:srgbClr val="DD7F0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1909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E4F72A-787D-FDF7-308A-50B3E45096B6}"/>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35" name="Text Placeholder 34">
            <a:extLst>
              <a:ext uri="{FF2B5EF4-FFF2-40B4-BE49-F238E27FC236}">
                <a16:creationId xmlns:a16="http://schemas.microsoft.com/office/drawing/2014/main" id="{5A6B30D7-1E03-8C21-A130-A428BE8357DB}"/>
              </a:ext>
            </a:extLst>
          </p:cNvPr>
          <p:cNvSpPr>
            <a:spLocks noGrp="1"/>
          </p:cNvSpPr>
          <p:nvPr>
            <p:ph type="body" sz="quarter" idx="13"/>
          </p:nvPr>
        </p:nvSpPr>
        <p:spPr/>
        <p:txBody>
          <a:bodyPr/>
          <a:lstStyle/>
          <a:p>
            <a:endParaRPr lang="en-US" dirty="0"/>
          </a:p>
        </p:txBody>
      </p:sp>
      <p:sp>
        <p:nvSpPr>
          <p:cNvPr id="40" name="Text Placeholder 39">
            <a:extLst>
              <a:ext uri="{FF2B5EF4-FFF2-40B4-BE49-F238E27FC236}">
                <a16:creationId xmlns:a16="http://schemas.microsoft.com/office/drawing/2014/main" id="{2E6838E4-A376-634F-8B68-C72499ADCD75}"/>
              </a:ext>
            </a:extLst>
          </p:cNvPr>
          <p:cNvSpPr>
            <a:spLocks noGrp="1"/>
          </p:cNvSpPr>
          <p:nvPr>
            <p:ph type="body" sz="quarter" idx="14"/>
          </p:nvPr>
        </p:nvSpPr>
        <p:spPr>
          <a:xfrm>
            <a:off x="517525" y="448056"/>
            <a:ext cx="15472752" cy="511514"/>
          </a:xfrm>
        </p:spPr>
        <p:txBody>
          <a:bodyPr/>
          <a:lstStyle/>
          <a:p>
            <a:endParaRPr lang="en-US" dirty="0"/>
          </a:p>
        </p:txBody>
      </p:sp>
      <p:sp>
        <p:nvSpPr>
          <p:cNvPr id="5" name="Text Placeholder 4">
            <a:extLst>
              <a:ext uri="{FF2B5EF4-FFF2-40B4-BE49-F238E27FC236}">
                <a16:creationId xmlns:a16="http://schemas.microsoft.com/office/drawing/2014/main" id="{CF38E42A-055C-B14E-80A9-8E6A933A8CC8}"/>
              </a:ext>
            </a:extLst>
          </p:cNvPr>
          <p:cNvSpPr>
            <a:spLocks noGrp="1"/>
          </p:cNvSpPr>
          <p:nvPr>
            <p:ph type="body" sz="quarter" idx="15"/>
          </p:nvPr>
        </p:nvSpPr>
        <p:spPr/>
        <p:txBody>
          <a:bodyPr/>
          <a:lstStyle/>
          <a:p>
            <a:r>
              <a:rPr lang="en-US"/>
              <a:t>Business Model Analysis</a:t>
            </a:r>
          </a:p>
        </p:txBody>
      </p:sp>
      <p:sp>
        <p:nvSpPr>
          <p:cNvPr id="3" name="Text Placeholder 2">
            <a:extLst>
              <a:ext uri="{FF2B5EF4-FFF2-40B4-BE49-F238E27FC236}">
                <a16:creationId xmlns:a16="http://schemas.microsoft.com/office/drawing/2014/main" id="{A2B22D6C-292B-29FE-629B-63D31D9AF229}"/>
              </a:ext>
            </a:extLst>
          </p:cNvPr>
          <p:cNvSpPr>
            <a:spLocks noGrp="1"/>
          </p:cNvSpPr>
          <p:nvPr>
            <p:ph type="body" sz="quarter" idx="16"/>
          </p:nvPr>
        </p:nvSpPr>
        <p:spPr/>
        <p:txBody>
          <a:bodyPr/>
          <a:lstStyle/>
          <a:p>
            <a:endParaRPr lang="en-US"/>
          </a:p>
        </p:txBody>
      </p:sp>
      <p:sp>
        <p:nvSpPr>
          <p:cNvPr id="58" name="Pentagon 57">
            <a:extLst>
              <a:ext uri="{FF2B5EF4-FFF2-40B4-BE49-F238E27FC236}">
                <a16:creationId xmlns:a16="http://schemas.microsoft.com/office/drawing/2014/main" id="{D67BC80F-76B5-7D45-9950-1B96E29D0732}"/>
              </a:ext>
            </a:extLst>
          </p:cNvPr>
          <p:cNvSpPr/>
          <p:nvPr/>
        </p:nvSpPr>
        <p:spPr>
          <a:xfrm>
            <a:off x="754603" y="1834834"/>
            <a:ext cx="3543584" cy="697140"/>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0" name="Chevron 59">
            <a:extLst>
              <a:ext uri="{FF2B5EF4-FFF2-40B4-BE49-F238E27FC236}">
                <a16:creationId xmlns:a16="http://schemas.microsoft.com/office/drawing/2014/main" id="{191E4C65-0FFB-B943-B5C6-BA1A73678BBE}"/>
              </a:ext>
            </a:extLst>
          </p:cNvPr>
          <p:cNvSpPr/>
          <p:nvPr/>
        </p:nvSpPr>
        <p:spPr>
          <a:xfrm>
            <a:off x="4139488" y="1834834"/>
            <a:ext cx="3543584"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85" name="Chevron 84">
            <a:extLst>
              <a:ext uri="{FF2B5EF4-FFF2-40B4-BE49-F238E27FC236}">
                <a16:creationId xmlns:a16="http://schemas.microsoft.com/office/drawing/2014/main" id="{F03236FF-0A5D-2648-AC16-34948507A572}"/>
              </a:ext>
            </a:extLst>
          </p:cNvPr>
          <p:cNvSpPr/>
          <p:nvPr/>
        </p:nvSpPr>
        <p:spPr>
          <a:xfrm>
            <a:off x="7535876" y="1834834"/>
            <a:ext cx="3543584"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86" name="Chevron 85">
            <a:extLst>
              <a:ext uri="{FF2B5EF4-FFF2-40B4-BE49-F238E27FC236}">
                <a16:creationId xmlns:a16="http://schemas.microsoft.com/office/drawing/2014/main" id="{96C8702F-24E4-584E-ABE2-DD566943CB18}"/>
              </a:ext>
            </a:extLst>
          </p:cNvPr>
          <p:cNvSpPr/>
          <p:nvPr/>
        </p:nvSpPr>
        <p:spPr>
          <a:xfrm>
            <a:off x="10920761" y="1834834"/>
            <a:ext cx="3543584"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87" name="Chevron 86">
            <a:extLst>
              <a:ext uri="{FF2B5EF4-FFF2-40B4-BE49-F238E27FC236}">
                <a16:creationId xmlns:a16="http://schemas.microsoft.com/office/drawing/2014/main" id="{F0C247EC-118C-7E45-BEE2-3C73FB45EA8A}"/>
              </a:ext>
            </a:extLst>
          </p:cNvPr>
          <p:cNvSpPr/>
          <p:nvPr/>
        </p:nvSpPr>
        <p:spPr>
          <a:xfrm>
            <a:off x="14286356" y="1834834"/>
            <a:ext cx="3543584"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88" name="Rectangle 87">
            <a:extLst>
              <a:ext uri="{FF2B5EF4-FFF2-40B4-BE49-F238E27FC236}">
                <a16:creationId xmlns:a16="http://schemas.microsoft.com/office/drawing/2014/main" id="{6BBDF13E-B06E-3A4C-95BC-0CE9494BD40A}"/>
              </a:ext>
            </a:extLst>
          </p:cNvPr>
          <p:cNvSpPr/>
          <p:nvPr/>
        </p:nvSpPr>
        <p:spPr>
          <a:xfrm>
            <a:off x="730250" y="2868313"/>
            <a:ext cx="3200066"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89" name="Rectangle 88">
            <a:extLst>
              <a:ext uri="{FF2B5EF4-FFF2-40B4-BE49-F238E27FC236}">
                <a16:creationId xmlns:a16="http://schemas.microsoft.com/office/drawing/2014/main" id="{163E034C-BE81-5D40-8AE5-28CCDE2B60A7}"/>
              </a:ext>
            </a:extLst>
          </p:cNvPr>
          <p:cNvSpPr/>
          <p:nvPr/>
        </p:nvSpPr>
        <p:spPr>
          <a:xfrm>
            <a:off x="4139488" y="2868313"/>
            <a:ext cx="3200066"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0" name="Rectangle 89">
            <a:extLst>
              <a:ext uri="{FF2B5EF4-FFF2-40B4-BE49-F238E27FC236}">
                <a16:creationId xmlns:a16="http://schemas.microsoft.com/office/drawing/2014/main" id="{3C298E7D-A451-4946-9626-B23C9D02D294}"/>
              </a:ext>
            </a:extLst>
          </p:cNvPr>
          <p:cNvSpPr/>
          <p:nvPr/>
        </p:nvSpPr>
        <p:spPr>
          <a:xfrm>
            <a:off x="7561429" y="2868313"/>
            <a:ext cx="3200066"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1" name="Rectangle 90">
            <a:extLst>
              <a:ext uri="{FF2B5EF4-FFF2-40B4-BE49-F238E27FC236}">
                <a16:creationId xmlns:a16="http://schemas.microsoft.com/office/drawing/2014/main" id="{BEF13630-D6F0-CB4B-9723-104097D162D6}"/>
              </a:ext>
            </a:extLst>
          </p:cNvPr>
          <p:cNvSpPr/>
          <p:nvPr/>
        </p:nvSpPr>
        <p:spPr>
          <a:xfrm>
            <a:off x="10983370" y="2868313"/>
            <a:ext cx="3200066"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2" name="Rectangle 91">
            <a:extLst>
              <a:ext uri="{FF2B5EF4-FFF2-40B4-BE49-F238E27FC236}">
                <a16:creationId xmlns:a16="http://schemas.microsoft.com/office/drawing/2014/main" id="{4C84E404-D791-0D43-B516-85C797672392}"/>
              </a:ext>
            </a:extLst>
          </p:cNvPr>
          <p:cNvSpPr/>
          <p:nvPr/>
        </p:nvSpPr>
        <p:spPr>
          <a:xfrm>
            <a:off x="14357684" y="2868313"/>
            <a:ext cx="3200066"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B8C79A04-1680-6C46-B555-B0C3757E3EE1}"/>
              </a:ext>
            </a:extLst>
          </p:cNvPr>
          <p:cNvSpPr/>
          <p:nvPr/>
        </p:nvSpPr>
        <p:spPr>
          <a:xfrm>
            <a:off x="730250" y="6261736"/>
            <a:ext cx="3200066" cy="1677804"/>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B06C7645-D951-7149-8884-FE4B241F5FE7}"/>
              </a:ext>
            </a:extLst>
          </p:cNvPr>
          <p:cNvSpPr txBox="1"/>
          <p:nvPr/>
        </p:nvSpPr>
        <p:spPr>
          <a:xfrm rot="16200000">
            <a:off x="-27434" y="3982772"/>
            <a:ext cx="9241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TASKS</a:t>
            </a:r>
          </a:p>
        </p:txBody>
      </p:sp>
      <p:sp>
        <p:nvSpPr>
          <p:cNvPr id="96" name="TextBox 95">
            <a:extLst>
              <a:ext uri="{FF2B5EF4-FFF2-40B4-BE49-F238E27FC236}">
                <a16:creationId xmlns:a16="http://schemas.microsoft.com/office/drawing/2014/main" id="{F38F47AB-B5AE-5A48-9EBB-D3C97A1ECC7B}"/>
              </a:ext>
            </a:extLst>
          </p:cNvPr>
          <p:cNvSpPr txBox="1"/>
          <p:nvPr/>
        </p:nvSpPr>
        <p:spPr>
          <a:xfrm rot="16200000">
            <a:off x="-100559" y="6915972"/>
            <a:ext cx="10395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IMPACT</a:t>
            </a:r>
          </a:p>
        </p:txBody>
      </p:sp>
      <p:pic>
        <p:nvPicPr>
          <p:cNvPr id="22" name="Graphic 21" descr="Checkbox Checked outline">
            <a:extLst>
              <a:ext uri="{FF2B5EF4-FFF2-40B4-BE49-F238E27FC236}">
                <a16:creationId xmlns:a16="http://schemas.microsoft.com/office/drawing/2014/main" id="{CDA017D8-CEDF-5E46-AC30-4BD280C0F2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73178" y="5565719"/>
            <a:ext cx="657727" cy="657727"/>
          </a:xfrm>
          <a:prstGeom prst="rect">
            <a:avLst/>
          </a:prstGeom>
        </p:spPr>
      </p:pic>
      <p:sp>
        <p:nvSpPr>
          <p:cNvPr id="97" name="Rectangle 96">
            <a:extLst>
              <a:ext uri="{FF2B5EF4-FFF2-40B4-BE49-F238E27FC236}">
                <a16:creationId xmlns:a16="http://schemas.microsoft.com/office/drawing/2014/main" id="{47DD61FB-12C2-8B44-971B-FC3AF1EF4EB7}"/>
              </a:ext>
            </a:extLst>
          </p:cNvPr>
          <p:cNvSpPr/>
          <p:nvPr/>
        </p:nvSpPr>
        <p:spPr>
          <a:xfrm>
            <a:off x="4139488" y="6261736"/>
            <a:ext cx="3200066" cy="1677804"/>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98" name="Graphic 97" descr="Checkbox Checked outline">
            <a:extLst>
              <a:ext uri="{FF2B5EF4-FFF2-40B4-BE49-F238E27FC236}">
                <a16:creationId xmlns:a16="http://schemas.microsoft.com/office/drawing/2014/main" id="{E7EDA66A-9E9C-9F47-AA63-486F226FA8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2416" y="5565719"/>
            <a:ext cx="657727" cy="657727"/>
          </a:xfrm>
          <a:prstGeom prst="rect">
            <a:avLst/>
          </a:prstGeom>
        </p:spPr>
      </p:pic>
      <p:sp>
        <p:nvSpPr>
          <p:cNvPr id="99" name="Rectangle 98">
            <a:extLst>
              <a:ext uri="{FF2B5EF4-FFF2-40B4-BE49-F238E27FC236}">
                <a16:creationId xmlns:a16="http://schemas.microsoft.com/office/drawing/2014/main" id="{5B4CABF8-A77C-6D4D-94F8-1D9460804973}"/>
              </a:ext>
            </a:extLst>
          </p:cNvPr>
          <p:cNvSpPr/>
          <p:nvPr/>
        </p:nvSpPr>
        <p:spPr>
          <a:xfrm>
            <a:off x="7561429" y="6261736"/>
            <a:ext cx="3200066" cy="1677804"/>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100" name="Graphic 99" descr="Checkbox Checked outline">
            <a:extLst>
              <a:ext uri="{FF2B5EF4-FFF2-40B4-BE49-F238E27FC236}">
                <a16:creationId xmlns:a16="http://schemas.microsoft.com/office/drawing/2014/main" id="{B992A2EB-BEA4-B644-AF99-4B3ED133FEC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04357" y="5565719"/>
            <a:ext cx="657727" cy="657727"/>
          </a:xfrm>
          <a:prstGeom prst="rect">
            <a:avLst/>
          </a:prstGeom>
        </p:spPr>
      </p:pic>
      <p:sp>
        <p:nvSpPr>
          <p:cNvPr id="101" name="Rectangle 100">
            <a:extLst>
              <a:ext uri="{FF2B5EF4-FFF2-40B4-BE49-F238E27FC236}">
                <a16:creationId xmlns:a16="http://schemas.microsoft.com/office/drawing/2014/main" id="{4D8AD7EA-52BD-E647-B87B-D55172A101B9}"/>
              </a:ext>
            </a:extLst>
          </p:cNvPr>
          <p:cNvSpPr/>
          <p:nvPr/>
        </p:nvSpPr>
        <p:spPr>
          <a:xfrm>
            <a:off x="10966691" y="6261736"/>
            <a:ext cx="3200066" cy="1677804"/>
          </a:xfrm>
          <a:prstGeom prst="rect">
            <a:avLst/>
          </a:prstGeom>
          <a:noFill/>
          <a:ln w="38100">
            <a:solidFill>
              <a:srgbClr val="DD7F0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104" name="Rectangle 103">
            <a:extLst>
              <a:ext uri="{FF2B5EF4-FFF2-40B4-BE49-F238E27FC236}">
                <a16:creationId xmlns:a16="http://schemas.microsoft.com/office/drawing/2014/main" id="{9E32CCE8-FABC-A844-BEE6-35ACD18CE658}"/>
              </a:ext>
            </a:extLst>
          </p:cNvPr>
          <p:cNvSpPr/>
          <p:nvPr/>
        </p:nvSpPr>
        <p:spPr>
          <a:xfrm>
            <a:off x="14357684" y="6261736"/>
            <a:ext cx="3200066" cy="167780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105" name="Graphic 104" descr="Warning outline">
            <a:extLst>
              <a:ext uri="{FF2B5EF4-FFF2-40B4-BE49-F238E27FC236}">
                <a16:creationId xmlns:a16="http://schemas.microsoft.com/office/drawing/2014/main" id="{4D604189-ADA5-EC45-A283-7D2D143230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617291" y="5597697"/>
            <a:ext cx="569495" cy="569495"/>
          </a:xfrm>
          <a:prstGeom prst="rect">
            <a:avLst/>
          </a:prstGeom>
        </p:spPr>
      </p:pic>
      <p:pic>
        <p:nvPicPr>
          <p:cNvPr id="106" name="Graphic 63" descr="Badge Unfollow outline">
            <a:extLst>
              <a:ext uri="{FF2B5EF4-FFF2-40B4-BE49-F238E27FC236}">
                <a16:creationId xmlns:a16="http://schemas.microsoft.com/office/drawing/2014/main" id="{00883A74-ECEB-AA49-ACFC-9B7E58966C6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259518" y="5609834"/>
            <a:ext cx="569495" cy="569495"/>
          </a:xfrm>
          <a:prstGeom prst="rect">
            <a:avLst/>
          </a:prstGeom>
        </p:spPr>
      </p:pic>
    </p:spTree>
    <p:extLst>
      <p:ext uri="{BB962C8B-B14F-4D97-AF65-F5344CB8AC3E}">
        <p14:creationId xmlns:p14="http://schemas.microsoft.com/office/powerpoint/2010/main" val="2939902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6"/>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24" name="Slide Number Placeholder 23">
            <a:extLst>
              <a:ext uri="{FF2B5EF4-FFF2-40B4-BE49-F238E27FC236}">
                <a16:creationId xmlns:a16="http://schemas.microsoft.com/office/drawing/2014/main" id="{CFFB635C-0995-E51F-5602-F92611BF5232}"/>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3" name="Text Placeholder 42">
            <a:extLst>
              <a:ext uri="{FF2B5EF4-FFF2-40B4-BE49-F238E27FC236}">
                <a16:creationId xmlns:a16="http://schemas.microsoft.com/office/drawing/2014/main" id="{D7B42732-D080-045D-A773-4BBBD2F422B0}"/>
              </a:ext>
            </a:extLst>
          </p:cNvPr>
          <p:cNvSpPr>
            <a:spLocks noGrp="1"/>
          </p:cNvSpPr>
          <p:nvPr>
            <p:ph type="body" sz="quarter" idx="15"/>
          </p:nvPr>
        </p:nvSpPr>
        <p:spPr/>
        <p:txBody>
          <a:bodyPr/>
          <a:lstStyle/>
          <a:p>
            <a:r>
              <a:rPr lang="en-US"/>
              <a:t>Consumer Journey</a:t>
            </a:r>
          </a:p>
        </p:txBody>
      </p:sp>
      <p:sp>
        <p:nvSpPr>
          <p:cNvPr id="41" name="Text Placeholder 40">
            <a:extLst>
              <a:ext uri="{FF2B5EF4-FFF2-40B4-BE49-F238E27FC236}">
                <a16:creationId xmlns:a16="http://schemas.microsoft.com/office/drawing/2014/main" id="{3ACC56A9-BDB8-C027-F865-E2812FF15729}"/>
              </a:ext>
            </a:extLst>
          </p:cNvPr>
          <p:cNvSpPr>
            <a:spLocks noGrp="1"/>
          </p:cNvSpPr>
          <p:nvPr>
            <p:ph type="body" sz="quarter" idx="13"/>
          </p:nvPr>
        </p:nvSpPr>
        <p:spPr/>
        <p:txBody>
          <a:bodyPr/>
          <a:lstStyle/>
          <a:p>
            <a:endParaRPr lang="en-US" dirty="0"/>
          </a:p>
        </p:txBody>
      </p:sp>
      <p:sp>
        <p:nvSpPr>
          <p:cNvPr id="42" name="Text Placeholder 41">
            <a:extLst>
              <a:ext uri="{FF2B5EF4-FFF2-40B4-BE49-F238E27FC236}">
                <a16:creationId xmlns:a16="http://schemas.microsoft.com/office/drawing/2014/main" id="{7A087B41-D8A2-9B3B-237F-D4AD8D223AC6}"/>
              </a:ext>
            </a:extLst>
          </p:cNvPr>
          <p:cNvSpPr>
            <a:spLocks noGrp="1"/>
          </p:cNvSpPr>
          <p:nvPr>
            <p:ph type="body" sz="quarter" idx="14"/>
          </p:nvPr>
        </p:nvSpPr>
        <p:spPr/>
        <p:txBody>
          <a:bodyPr/>
          <a:lstStyle/>
          <a:p>
            <a:endParaRPr lang="en-US" sz="4400" dirty="0"/>
          </a:p>
        </p:txBody>
      </p:sp>
      <p:sp>
        <p:nvSpPr>
          <p:cNvPr id="2" name="Text Placeholder 1">
            <a:extLst>
              <a:ext uri="{FF2B5EF4-FFF2-40B4-BE49-F238E27FC236}">
                <a16:creationId xmlns:a16="http://schemas.microsoft.com/office/drawing/2014/main" id="{27D1E54A-CE91-41FB-A34D-F5754D22EC99}"/>
              </a:ext>
            </a:extLst>
          </p:cNvPr>
          <p:cNvSpPr>
            <a:spLocks noGrp="1"/>
          </p:cNvSpPr>
          <p:nvPr>
            <p:ph type="body" sz="quarter" idx="16"/>
          </p:nvPr>
        </p:nvSpPr>
        <p:spPr/>
        <p:txBody>
          <a:bodyPr/>
          <a:lstStyle/>
          <a:p>
            <a:endParaRPr lang="en-US"/>
          </a:p>
        </p:txBody>
      </p:sp>
      <p:sp>
        <p:nvSpPr>
          <p:cNvPr id="55" name="Pentagon 54">
            <a:extLst>
              <a:ext uri="{FF2B5EF4-FFF2-40B4-BE49-F238E27FC236}">
                <a16:creationId xmlns:a16="http://schemas.microsoft.com/office/drawing/2014/main" id="{40C3F869-C8FD-FE4F-B4D8-6EE63B75AB94}"/>
              </a:ext>
            </a:extLst>
          </p:cNvPr>
          <p:cNvSpPr/>
          <p:nvPr/>
        </p:nvSpPr>
        <p:spPr>
          <a:xfrm>
            <a:off x="1828797" y="1882960"/>
            <a:ext cx="3176338" cy="697140"/>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0" name="Chevron 59">
            <a:extLst>
              <a:ext uri="{FF2B5EF4-FFF2-40B4-BE49-F238E27FC236}">
                <a16:creationId xmlns:a16="http://schemas.microsoft.com/office/drawing/2014/main" id="{49811BAB-0F83-5745-9BE9-C9DF8D8429A3}"/>
              </a:ext>
            </a:extLst>
          </p:cNvPr>
          <p:cNvSpPr/>
          <p:nvPr/>
        </p:nvSpPr>
        <p:spPr>
          <a:xfrm>
            <a:off x="4844712"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2" name="Chevron 61">
            <a:extLst>
              <a:ext uri="{FF2B5EF4-FFF2-40B4-BE49-F238E27FC236}">
                <a16:creationId xmlns:a16="http://schemas.microsoft.com/office/drawing/2014/main" id="{00A2ACFA-E860-6F4C-AB25-37B0CCD40E16}"/>
              </a:ext>
            </a:extLst>
          </p:cNvPr>
          <p:cNvSpPr/>
          <p:nvPr/>
        </p:nvSpPr>
        <p:spPr>
          <a:xfrm>
            <a:off x="7974891"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3" name="Chevron 62">
            <a:extLst>
              <a:ext uri="{FF2B5EF4-FFF2-40B4-BE49-F238E27FC236}">
                <a16:creationId xmlns:a16="http://schemas.microsoft.com/office/drawing/2014/main" id="{62DFAEBA-0C95-4F40-B9E4-22423F0CED4D}"/>
              </a:ext>
            </a:extLst>
          </p:cNvPr>
          <p:cNvSpPr/>
          <p:nvPr/>
        </p:nvSpPr>
        <p:spPr>
          <a:xfrm>
            <a:off x="11118045"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4" name="Chevron 63">
            <a:extLst>
              <a:ext uri="{FF2B5EF4-FFF2-40B4-BE49-F238E27FC236}">
                <a16:creationId xmlns:a16="http://schemas.microsoft.com/office/drawing/2014/main" id="{651223C0-474C-FE46-B8E3-FDF8343C28FB}"/>
              </a:ext>
            </a:extLst>
          </p:cNvPr>
          <p:cNvSpPr/>
          <p:nvPr/>
        </p:nvSpPr>
        <p:spPr>
          <a:xfrm>
            <a:off x="14262356"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5" name="Freeform 16">
            <a:extLst>
              <a:ext uri="{FF2B5EF4-FFF2-40B4-BE49-F238E27FC236}">
                <a16:creationId xmlns:a16="http://schemas.microsoft.com/office/drawing/2014/main" id="{AD95F014-CBA1-9045-BC1C-DA6426BF6759}"/>
              </a:ext>
            </a:extLst>
          </p:cNvPr>
          <p:cNvSpPr/>
          <p:nvPr/>
        </p:nvSpPr>
        <p:spPr>
          <a:xfrm>
            <a:off x="412110" y="1576681"/>
            <a:ext cx="1629026" cy="1599656"/>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263E6C"/>
          </a:solidFill>
        </p:spPr>
        <p:txBody>
          <a:bodyPr/>
          <a:lstStyle/>
          <a:p>
            <a:endParaRPr lang="en-US"/>
          </a:p>
        </p:txBody>
      </p:sp>
      <p:pic>
        <p:nvPicPr>
          <p:cNvPr id="68" name="Picture 2" descr="Headshot of Relaxed confident happy Asian Thai Chinese woman smiling with  black hair, makeup, happy fresh on white background looking to the side  towards with copy space for text Stock Photo |">
            <a:extLst>
              <a:ext uri="{FF2B5EF4-FFF2-40B4-BE49-F238E27FC236}">
                <a16:creationId xmlns:a16="http://schemas.microsoft.com/office/drawing/2014/main" id="{038F5F6F-D991-B44E-964A-DA0243B47B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30" t="-92" r="21570" b="92"/>
          <a:stretch/>
        </p:blipFill>
        <p:spPr bwMode="auto">
          <a:xfrm>
            <a:off x="548233" y="1682049"/>
            <a:ext cx="1381321" cy="1381321"/>
          </a:xfrm>
          <a:prstGeom prst="ellipse">
            <a:avLst/>
          </a:prstGeom>
          <a:noFill/>
          <a:extLst>
            <a:ext uri="{909E8E84-426E-40DD-AFC4-6F175D3DCCD1}">
              <a14:hiddenFill xmlns:a14="http://schemas.microsoft.com/office/drawing/2010/main">
                <a:solidFill>
                  <a:srgbClr val="FFFFFF"/>
                </a:solidFill>
              </a14:hiddenFill>
            </a:ext>
          </a:extLst>
        </p:spPr>
      </p:pic>
      <p:sp>
        <p:nvSpPr>
          <p:cNvPr id="67" name="TextBox 66">
            <a:extLst>
              <a:ext uri="{FF2B5EF4-FFF2-40B4-BE49-F238E27FC236}">
                <a16:creationId xmlns:a16="http://schemas.microsoft.com/office/drawing/2014/main" id="{F629C091-8906-6B48-BEF1-7A089F888A4E}"/>
              </a:ext>
            </a:extLst>
          </p:cNvPr>
          <p:cNvSpPr txBox="1"/>
          <p:nvPr/>
        </p:nvSpPr>
        <p:spPr>
          <a:xfrm>
            <a:off x="576775" y="2886379"/>
            <a:ext cx="1299696" cy="400110"/>
          </a:xfrm>
          <a:prstGeom prst="rect">
            <a:avLst/>
          </a:prstGeom>
          <a:solidFill>
            <a:srgbClr val="263E6C"/>
          </a:solidFill>
        </p:spPr>
        <p:txBody>
          <a:bodyPr wrap="square" rtlCol="0">
            <a:spAutoFit/>
          </a:bodyPr>
          <a:lstStyle/>
          <a:p>
            <a:pPr algn="ctr"/>
            <a:r>
              <a:rPr lang="en-US" sz="2000" b="1" dirty="0">
                <a:solidFill>
                  <a:schemeClr val="bg1"/>
                </a:solidFill>
                <a:latin typeface="Arial" panose="020B0604020202020204" pitchFamily="34" charset="0"/>
                <a:cs typeface="Arial" panose="020B0604020202020204" pitchFamily="34" charset="0"/>
              </a:rPr>
              <a:t>NAME</a:t>
            </a:r>
            <a:endParaRPr lang="en-US" b="1" dirty="0">
              <a:solidFill>
                <a:schemeClr val="bg1"/>
              </a:solidFill>
              <a:latin typeface="Arial" panose="020B0604020202020204" pitchFamily="34" charset="0"/>
              <a:cs typeface="Arial" panose="020B0604020202020204" pitchFamily="34" charset="0"/>
            </a:endParaRPr>
          </a:p>
        </p:txBody>
      </p:sp>
      <p:sp>
        <p:nvSpPr>
          <p:cNvPr id="76" name="Rectangle 75">
            <a:extLst>
              <a:ext uri="{FF2B5EF4-FFF2-40B4-BE49-F238E27FC236}">
                <a16:creationId xmlns:a16="http://schemas.microsoft.com/office/drawing/2014/main" id="{00CE9EED-2DF8-3847-8DDC-D631F4DB48FD}"/>
              </a:ext>
            </a:extLst>
          </p:cNvPr>
          <p:cNvSpPr/>
          <p:nvPr/>
        </p:nvSpPr>
        <p:spPr>
          <a:xfrm>
            <a:off x="1507957" y="5095373"/>
            <a:ext cx="2955087"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77" name="Graphic 76" descr="Checkbox Checked outline">
            <a:extLst>
              <a:ext uri="{FF2B5EF4-FFF2-40B4-BE49-F238E27FC236}">
                <a16:creationId xmlns:a16="http://schemas.microsoft.com/office/drawing/2014/main" id="{C40828ED-E384-1247-B8C3-F2E04D8526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00251" y="4412715"/>
            <a:ext cx="657727" cy="657727"/>
          </a:xfrm>
          <a:prstGeom prst="rect">
            <a:avLst/>
          </a:prstGeom>
        </p:spPr>
      </p:pic>
      <p:sp>
        <p:nvSpPr>
          <p:cNvPr id="78" name="TextBox 77">
            <a:extLst>
              <a:ext uri="{FF2B5EF4-FFF2-40B4-BE49-F238E27FC236}">
                <a16:creationId xmlns:a16="http://schemas.microsoft.com/office/drawing/2014/main" id="{5400AECB-B07C-AD4C-8EC0-8536AFA2D87B}"/>
              </a:ext>
            </a:extLst>
          </p:cNvPr>
          <p:cNvSpPr txBox="1"/>
          <p:nvPr/>
        </p:nvSpPr>
        <p:spPr>
          <a:xfrm rot="16200000">
            <a:off x="241651" y="5654755"/>
            <a:ext cx="10395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IMPACT</a:t>
            </a:r>
          </a:p>
        </p:txBody>
      </p:sp>
      <p:sp>
        <p:nvSpPr>
          <p:cNvPr id="91" name="TextBox 90">
            <a:extLst>
              <a:ext uri="{FF2B5EF4-FFF2-40B4-BE49-F238E27FC236}">
                <a16:creationId xmlns:a16="http://schemas.microsoft.com/office/drawing/2014/main" id="{D7DA4966-C6F6-EC43-A2CD-932FB3098813}"/>
              </a:ext>
            </a:extLst>
          </p:cNvPr>
          <p:cNvSpPr txBox="1"/>
          <p:nvPr/>
        </p:nvSpPr>
        <p:spPr>
          <a:xfrm rot="16200000">
            <a:off x="271564" y="7254419"/>
            <a:ext cx="97975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NEEDS</a:t>
            </a:r>
          </a:p>
        </p:txBody>
      </p:sp>
      <p:sp>
        <p:nvSpPr>
          <p:cNvPr id="92" name="Rectangle 91">
            <a:extLst>
              <a:ext uri="{FF2B5EF4-FFF2-40B4-BE49-F238E27FC236}">
                <a16:creationId xmlns:a16="http://schemas.microsoft.com/office/drawing/2014/main" id="{D909F093-AD8C-3A4D-A04D-4A1CA4FD8512}"/>
              </a:ext>
            </a:extLst>
          </p:cNvPr>
          <p:cNvSpPr/>
          <p:nvPr/>
        </p:nvSpPr>
        <p:spPr>
          <a:xfrm>
            <a:off x="1993398" y="2905145"/>
            <a:ext cx="2674855"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734A9426-CEF8-E84F-BFC6-1D6E901F6F4C}"/>
              </a:ext>
            </a:extLst>
          </p:cNvPr>
          <p:cNvSpPr/>
          <p:nvPr/>
        </p:nvSpPr>
        <p:spPr>
          <a:xfrm>
            <a:off x="5016473" y="2905145"/>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4" name="Rectangle 93">
            <a:extLst>
              <a:ext uri="{FF2B5EF4-FFF2-40B4-BE49-F238E27FC236}">
                <a16:creationId xmlns:a16="http://schemas.microsoft.com/office/drawing/2014/main" id="{593B612D-17CA-A441-953A-E46535DF305B}"/>
              </a:ext>
            </a:extLst>
          </p:cNvPr>
          <p:cNvSpPr/>
          <p:nvPr/>
        </p:nvSpPr>
        <p:spPr>
          <a:xfrm>
            <a:off x="7974891" y="2900348"/>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5" name="Rectangle 94">
            <a:extLst>
              <a:ext uri="{FF2B5EF4-FFF2-40B4-BE49-F238E27FC236}">
                <a16:creationId xmlns:a16="http://schemas.microsoft.com/office/drawing/2014/main" id="{5D0939CA-CA8F-1246-A247-F0175A19C54A}"/>
              </a:ext>
            </a:extLst>
          </p:cNvPr>
          <p:cNvSpPr/>
          <p:nvPr/>
        </p:nvSpPr>
        <p:spPr>
          <a:xfrm>
            <a:off x="11118045" y="2909841"/>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6" name="Rectangle 95">
            <a:extLst>
              <a:ext uri="{FF2B5EF4-FFF2-40B4-BE49-F238E27FC236}">
                <a16:creationId xmlns:a16="http://schemas.microsoft.com/office/drawing/2014/main" id="{4D23E223-421E-154C-897A-4A78CE7CBCF8}"/>
              </a:ext>
            </a:extLst>
          </p:cNvPr>
          <p:cNvSpPr/>
          <p:nvPr/>
        </p:nvSpPr>
        <p:spPr>
          <a:xfrm>
            <a:off x="14198980" y="2886065"/>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9" name="Rectangle 98">
            <a:extLst>
              <a:ext uri="{FF2B5EF4-FFF2-40B4-BE49-F238E27FC236}">
                <a16:creationId xmlns:a16="http://schemas.microsoft.com/office/drawing/2014/main" id="{B1B95C5D-A7D5-E645-B797-EB9E7917775F}"/>
              </a:ext>
            </a:extLst>
          </p:cNvPr>
          <p:cNvSpPr/>
          <p:nvPr/>
        </p:nvSpPr>
        <p:spPr>
          <a:xfrm>
            <a:off x="4732419" y="5081664"/>
            <a:ext cx="2958418"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100" name="Graphic 99" descr="Checkbox Checked outline">
            <a:extLst>
              <a:ext uri="{FF2B5EF4-FFF2-40B4-BE49-F238E27FC236}">
                <a16:creationId xmlns:a16="http://schemas.microsoft.com/office/drawing/2014/main" id="{1CB48EF4-12B0-C64B-B118-84713B7E1A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24712" y="4399006"/>
            <a:ext cx="657727" cy="657727"/>
          </a:xfrm>
          <a:prstGeom prst="rect">
            <a:avLst/>
          </a:prstGeom>
        </p:spPr>
      </p:pic>
      <p:sp>
        <p:nvSpPr>
          <p:cNvPr id="101" name="Rectangle 100">
            <a:extLst>
              <a:ext uri="{FF2B5EF4-FFF2-40B4-BE49-F238E27FC236}">
                <a16:creationId xmlns:a16="http://schemas.microsoft.com/office/drawing/2014/main" id="{E5340C3C-A1D7-444C-8C41-3E6767C0259E}"/>
              </a:ext>
            </a:extLst>
          </p:cNvPr>
          <p:cNvSpPr/>
          <p:nvPr/>
        </p:nvSpPr>
        <p:spPr>
          <a:xfrm>
            <a:off x="8007833" y="5066759"/>
            <a:ext cx="2997917" cy="1543915"/>
          </a:xfrm>
          <a:prstGeom prst="rect">
            <a:avLst/>
          </a:prstGeom>
          <a:noFill/>
          <a:ln w="38100">
            <a:solidFill>
              <a:srgbClr val="DD7F0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103" name="Rectangle 102">
            <a:extLst>
              <a:ext uri="{FF2B5EF4-FFF2-40B4-BE49-F238E27FC236}">
                <a16:creationId xmlns:a16="http://schemas.microsoft.com/office/drawing/2014/main" id="{48ED5FFA-5C1A-2943-8B8F-AB18820FE5EE}"/>
              </a:ext>
            </a:extLst>
          </p:cNvPr>
          <p:cNvSpPr/>
          <p:nvPr/>
        </p:nvSpPr>
        <p:spPr>
          <a:xfrm>
            <a:off x="11285991" y="5062594"/>
            <a:ext cx="2997917" cy="154391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2CBCF394-D57F-9C4C-8B0F-12EBAE42A659}"/>
              </a:ext>
            </a:extLst>
          </p:cNvPr>
          <p:cNvSpPr/>
          <p:nvPr/>
        </p:nvSpPr>
        <p:spPr>
          <a:xfrm>
            <a:off x="14522687" y="5056733"/>
            <a:ext cx="2997917"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106" name="Graphic 105" descr="Checkbox Checked outline">
            <a:extLst>
              <a:ext uri="{FF2B5EF4-FFF2-40B4-BE49-F238E27FC236}">
                <a16:creationId xmlns:a16="http://schemas.microsoft.com/office/drawing/2014/main" id="{AEB2B52E-5FC5-614B-A299-51EDA55323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692781" y="4382964"/>
            <a:ext cx="657727" cy="657727"/>
          </a:xfrm>
          <a:prstGeom prst="rect">
            <a:avLst/>
          </a:prstGeom>
        </p:spPr>
      </p:pic>
      <p:pic>
        <p:nvPicPr>
          <p:cNvPr id="108" name="Graphic 107" descr="Warning outline">
            <a:extLst>
              <a:ext uri="{FF2B5EF4-FFF2-40B4-BE49-F238E27FC236}">
                <a16:creationId xmlns:a16="http://schemas.microsoft.com/office/drawing/2014/main" id="{4BF34031-5F22-A84B-B9CF-EE35750A16A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500201" y="4392130"/>
            <a:ext cx="569495" cy="569495"/>
          </a:xfrm>
          <a:prstGeom prst="rect">
            <a:avLst/>
          </a:prstGeom>
        </p:spPr>
      </p:pic>
      <p:sp>
        <p:nvSpPr>
          <p:cNvPr id="109" name="Rectangle 108">
            <a:extLst>
              <a:ext uri="{FF2B5EF4-FFF2-40B4-BE49-F238E27FC236}">
                <a16:creationId xmlns:a16="http://schemas.microsoft.com/office/drawing/2014/main" id="{E00B404E-5051-8F4C-9C47-2D35593C36B4}"/>
              </a:ext>
            </a:extLst>
          </p:cNvPr>
          <p:cNvSpPr/>
          <p:nvPr/>
        </p:nvSpPr>
        <p:spPr>
          <a:xfrm>
            <a:off x="1507957" y="6879325"/>
            <a:ext cx="295508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a:t>
            </a:r>
            <a:endParaRPr lang="en-US" dirty="0">
              <a:solidFill>
                <a:schemeClr val="tx1"/>
              </a:solidFill>
              <a:latin typeface="Arial" panose="020B060402020202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48F6797E-139B-9D4A-A515-28B3775E0AFC}"/>
              </a:ext>
            </a:extLst>
          </p:cNvPr>
          <p:cNvSpPr/>
          <p:nvPr/>
        </p:nvSpPr>
        <p:spPr>
          <a:xfrm>
            <a:off x="4732419" y="6863703"/>
            <a:ext cx="295508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a:t>
            </a:r>
            <a:endParaRPr lang="en-US" dirty="0">
              <a:solidFill>
                <a:schemeClr val="tx1"/>
              </a:solidFill>
              <a:latin typeface="Arial" panose="020B0604020202020204" pitchFamily="34" charset="0"/>
              <a:cs typeface="Arial" panose="020B0604020202020204" pitchFamily="34" charset="0"/>
            </a:endParaRPr>
          </a:p>
        </p:txBody>
      </p:sp>
      <p:sp>
        <p:nvSpPr>
          <p:cNvPr id="111" name="Rectangle 110">
            <a:extLst>
              <a:ext uri="{FF2B5EF4-FFF2-40B4-BE49-F238E27FC236}">
                <a16:creationId xmlns:a16="http://schemas.microsoft.com/office/drawing/2014/main" id="{DB9D02B5-EE81-2D42-B369-C95EC7E64623}"/>
              </a:ext>
            </a:extLst>
          </p:cNvPr>
          <p:cNvSpPr/>
          <p:nvPr/>
        </p:nvSpPr>
        <p:spPr>
          <a:xfrm>
            <a:off x="8007833" y="6843475"/>
            <a:ext cx="299791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a:t>
            </a:r>
            <a:endParaRPr lang="en-US" dirty="0">
              <a:solidFill>
                <a:schemeClr val="tx1"/>
              </a:solidFill>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9C7D9BDF-3D76-F14A-9542-B07424E0EE86}"/>
              </a:ext>
            </a:extLst>
          </p:cNvPr>
          <p:cNvSpPr/>
          <p:nvPr/>
        </p:nvSpPr>
        <p:spPr>
          <a:xfrm>
            <a:off x="11285991" y="6853095"/>
            <a:ext cx="299791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a:t>
            </a:r>
            <a:endParaRPr lang="en-US" dirty="0">
              <a:solidFill>
                <a:schemeClr val="tx1"/>
              </a:solidFill>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64E27D26-4938-DE44-819F-72F41C0FBEAE}"/>
              </a:ext>
            </a:extLst>
          </p:cNvPr>
          <p:cNvSpPr/>
          <p:nvPr/>
        </p:nvSpPr>
        <p:spPr>
          <a:xfrm>
            <a:off x="14564149" y="6853094"/>
            <a:ext cx="299791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a:t>
            </a:r>
            <a:endParaRPr lang="en-US" dirty="0">
              <a:solidFill>
                <a:schemeClr val="tx1"/>
              </a:solidFill>
              <a:latin typeface="Arial" panose="020B0604020202020204" pitchFamily="34" charset="0"/>
              <a:cs typeface="Arial" panose="020B0604020202020204" pitchFamily="34" charset="0"/>
            </a:endParaRPr>
          </a:p>
        </p:txBody>
      </p:sp>
      <p:pic>
        <p:nvPicPr>
          <p:cNvPr id="114" name="Graphic 63" descr="Badge Unfollow outline">
            <a:extLst>
              <a:ext uri="{FF2B5EF4-FFF2-40B4-BE49-F238E27FC236}">
                <a16:creationId xmlns:a16="http://schemas.microsoft.com/office/drawing/2014/main" id="{D454FD2E-F094-6743-9539-CDC79B369A7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5524" y="4409308"/>
            <a:ext cx="569495" cy="569495"/>
          </a:xfrm>
          <a:prstGeom prst="rect">
            <a:avLst/>
          </a:prstGeom>
        </p:spPr>
      </p:pic>
    </p:spTree>
    <p:extLst>
      <p:ext uri="{BB962C8B-B14F-4D97-AF65-F5344CB8AC3E}">
        <p14:creationId xmlns:p14="http://schemas.microsoft.com/office/powerpoint/2010/main" val="824086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pic>
        <p:nvPicPr>
          <p:cNvPr id="8" name="Picture 7" descr="A curved road with white markings&#10;&#10;Description automatically generated">
            <a:extLst>
              <a:ext uri="{FF2B5EF4-FFF2-40B4-BE49-F238E27FC236}">
                <a16:creationId xmlns:a16="http://schemas.microsoft.com/office/drawing/2014/main" id="{46E4CC89-CFD3-6E4C-9B35-E3CEB49CA0D7}"/>
              </a:ext>
            </a:extLst>
          </p:cNvPr>
          <p:cNvPicPr>
            <a:picLocks noChangeAspect="1"/>
          </p:cNvPicPr>
          <p:nvPr/>
        </p:nvPicPr>
        <p:blipFill rotWithShape="1">
          <a:blip r:embed="rId3">
            <a:extLst>
              <a:ext uri="{28A0092B-C50C-407E-A947-70E740481C1C}">
                <a14:useLocalDpi xmlns:a14="http://schemas.microsoft.com/office/drawing/2010/main" val="0"/>
              </a:ext>
            </a:extLst>
          </a:blip>
          <a:srcRect b="46040"/>
          <a:stretch/>
        </p:blipFill>
        <p:spPr>
          <a:xfrm>
            <a:off x="0" y="2505792"/>
            <a:ext cx="18267008" cy="4928400"/>
          </a:xfrm>
          <a:prstGeom prst="rect">
            <a:avLst/>
          </a:prstGeom>
        </p:spPr>
      </p:pic>
      <p:pic>
        <p:nvPicPr>
          <p:cNvPr id="1026" name="Picture 2" descr="Roadblock - Free security icons">
            <a:extLst>
              <a:ext uri="{FF2B5EF4-FFF2-40B4-BE49-F238E27FC236}">
                <a16:creationId xmlns:a16="http://schemas.microsoft.com/office/drawing/2014/main" id="{8F4C2619-B48C-0643-ABAB-92BAAA01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391" y="45125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oadblock - Free security icons">
            <a:extLst>
              <a:ext uri="{FF2B5EF4-FFF2-40B4-BE49-F238E27FC236}">
                <a16:creationId xmlns:a16="http://schemas.microsoft.com/office/drawing/2014/main" id="{BE74E4E7-28FB-DF45-8C22-E466F6723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212" y="53126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oadblock - Free security icons">
            <a:extLst>
              <a:ext uri="{FF2B5EF4-FFF2-40B4-BE49-F238E27FC236}">
                <a16:creationId xmlns:a16="http://schemas.microsoft.com/office/drawing/2014/main" id="{EAFF1088-1F69-114C-8529-F815908AF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773" y="4472214"/>
            <a:ext cx="1261836" cy="126183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93F5E7C-BB81-1340-B09D-00FA8C0FB1EF}"/>
              </a:ext>
            </a:extLst>
          </p:cNvPr>
          <p:cNvSpPr/>
          <p:nvPr/>
        </p:nvSpPr>
        <p:spPr>
          <a:xfrm>
            <a:off x="2438955" y="2604725"/>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1</a:t>
            </a: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Barrier Roadmap</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endParaRPr lang="en-US" dirty="0">
              <a:latin typeface="Arial" panose="020B0604020202020204" pitchFamily="34" charset="0"/>
              <a:cs typeface="Arial" panose="020B0604020202020204" pitchFamily="34" charset="0"/>
            </a:endParaRP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75229B7D-070F-A94F-B538-5043E9CE7132}"/>
              </a:ext>
            </a:extLst>
          </p:cNvPr>
          <p:cNvSpPr/>
          <p:nvPr/>
        </p:nvSpPr>
        <p:spPr>
          <a:xfrm>
            <a:off x="6955776" y="717543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2</a:t>
            </a:r>
          </a:p>
        </p:txBody>
      </p:sp>
      <p:sp>
        <p:nvSpPr>
          <p:cNvPr id="60" name="Rectangle 59">
            <a:extLst>
              <a:ext uri="{FF2B5EF4-FFF2-40B4-BE49-F238E27FC236}">
                <a16:creationId xmlns:a16="http://schemas.microsoft.com/office/drawing/2014/main" id="{C0B46C6C-14BE-7141-991E-2E84AC6BC372}"/>
              </a:ext>
            </a:extLst>
          </p:cNvPr>
          <p:cNvSpPr/>
          <p:nvPr/>
        </p:nvSpPr>
        <p:spPr>
          <a:xfrm>
            <a:off x="11478339" y="271184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3</a:t>
            </a:r>
          </a:p>
        </p:txBody>
      </p:sp>
    </p:spTree>
    <p:extLst>
      <p:ext uri="{BB962C8B-B14F-4D97-AF65-F5344CB8AC3E}">
        <p14:creationId xmlns:p14="http://schemas.microsoft.com/office/powerpoint/2010/main" val="2964374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9</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rPr>
              <a:t>Asks &amp; Tasks</a:t>
            </a:r>
            <a:endParaRPr lang="en-US"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endParaRPr lang="en-US" dirty="0">
              <a:latin typeface="Arial" panose="020B0604020202020204" pitchFamily="34" charset="0"/>
              <a:cs typeface="Arial" panose="020B0604020202020204" pitchFamily="34" charset="0"/>
            </a:endParaRP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163" name="Freeform 63">
            <a:extLst>
              <a:ext uri="{FF2B5EF4-FFF2-40B4-BE49-F238E27FC236}">
                <a16:creationId xmlns:a16="http://schemas.microsoft.com/office/drawing/2014/main" id="{C2831BB8-B6C0-7444-B4A7-B8FB0B094A29}"/>
              </a:ext>
            </a:extLst>
          </p:cNvPr>
          <p:cNvSpPr/>
          <p:nvPr/>
        </p:nvSpPr>
        <p:spPr>
          <a:xfrm>
            <a:off x="3064243" y="2289978"/>
            <a:ext cx="14347981" cy="1311377"/>
          </a:xfrm>
          <a:custGeom>
            <a:avLst/>
            <a:gdLst/>
            <a:ahLst/>
            <a:cxnLst/>
            <a:rect l="l" t="t" r="r" b="b"/>
            <a:pathLst>
              <a:path w="3803613" h="288186">
                <a:moveTo>
                  <a:pt x="0" y="0"/>
                </a:moveTo>
                <a:lnTo>
                  <a:pt x="3803613" y="0"/>
                </a:lnTo>
                <a:lnTo>
                  <a:pt x="3803613" y="288186"/>
                </a:lnTo>
                <a:lnTo>
                  <a:pt x="0" y="288186"/>
                </a:lnTo>
                <a:close/>
              </a:path>
            </a:pathLst>
          </a:custGeom>
          <a:solidFill>
            <a:srgbClr val="263E6C"/>
          </a:solidFill>
          <a:ln w="38100" cap="sq">
            <a:noFill/>
            <a:prstDash val="solid"/>
            <a:miter/>
          </a:ln>
        </p:spPr>
        <p:txBody>
          <a:bodyPr/>
          <a:lstStyle/>
          <a:p>
            <a:pPr algn="ctr"/>
            <a:endParaRPr lang="en-US" sz="2400" dirty="0">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48" name="Rectangle 47">
            <a:extLst>
              <a:ext uri="{FF2B5EF4-FFF2-40B4-BE49-F238E27FC236}">
                <a16:creationId xmlns:a16="http://schemas.microsoft.com/office/drawing/2014/main" id="{4298ADF4-D2CC-0947-844C-74EDD6B9D543}"/>
              </a:ext>
            </a:extLst>
          </p:cNvPr>
          <p:cNvSpPr/>
          <p:nvPr/>
        </p:nvSpPr>
        <p:spPr>
          <a:xfrm>
            <a:off x="3097400" y="4887363"/>
            <a:ext cx="4286509" cy="397049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49" name="Oval 48">
            <a:extLst>
              <a:ext uri="{FF2B5EF4-FFF2-40B4-BE49-F238E27FC236}">
                <a16:creationId xmlns:a16="http://schemas.microsoft.com/office/drawing/2014/main" id="{7B46A449-46FE-7841-A61A-1E6E4FCBC1F7}"/>
              </a:ext>
            </a:extLst>
          </p:cNvPr>
          <p:cNvSpPr/>
          <p:nvPr/>
        </p:nvSpPr>
        <p:spPr>
          <a:xfrm>
            <a:off x="2782414" y="4658244"/>
            <a:ext cx="878897" cy="878897"/>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94352A0B-B789-7F46-983D-9B533A084559}"/>
              </a:ext>
            </a:extLst>
          </p:cNvPr>
          <p:cNvSpPr/>
          <p:nvPr/>
        </p:nvSpPr>
        <p:spPr>
          <a:xfrm>
            <a:off x="8041363" y="4887363"/>
            <a:ext cx="4286509" cy="397049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59" name="Oval 58">
            <a:extLst>
              <a:ext uri="{FF2B5EF4-FFF2-40B4-BE49-F238E27FC236}">
                <a16:creationId xmlns:a16="http://schemas.microsoft.com/office/drawing/2014/main" id="{B42E82D7-4815-6249-8BA7-5FBE27AA670E}"/>
              </a:ext>
            </a:extLst>
          </p:cNvPr>
          <p:cNvSpPr/>
          <p:nvPr/>
        </p:nvSpPr>
        <p:spPr>
          <a:xfrm>
            <a:off x="7726377" y="4658244"/>
            <a:ext cx="878897" cy="878897"/>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8478EA45-5CAB-7D4C-9795-02E5625D80CF}"/>
              </a:ext>
            </a:extLst>
          </p:cNvPr>
          <p:cNvSpPr/>
          <p:nvPr/>
        </p:nvSpPr>
        <p:spPr>
          <a:xfrm>
            <a:off x="12985326" y="4887363"/>
            <a:ext cx="4286509" cy="397049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61" name="Oval 60">
            <a:extLst>
              <a:ext uri="{FF2B5EF4-FFF2-40B4-BE49-F238E27FC236}">
                <a16:creationId xmlns:a16="http://schemas.microsoft.com/office/drawing/2014/main" id="{63388551-5F25-C840-A51F-5C7BC1EBB04C}"/>
              </a:ext>
            </a:extLst>
          </p:cNvPr>
          <p:cNvSpPr/>
          <p:nvPr/>
        </p:nvSpPr>
        <p:spPr>
          <a:xfrm>
            <a:off x="12670340" y="4658244"/>
            <a:ext cx="878897" cy="878897"/>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62" name="TextBox 37">
            <a:extLst>
              <a:ext uri="{FF2B5EF4-FFF2-40B4-BE49-F238E27FC236}">
                <a16:creationId xmlns:a16="http://schemas.microsoft.com/office/drawing/2014/main" id="{0CD2DBA4-8DBA-8547-9B0C-14269DC5F333}"/>
              </a:ext>
            </a:extLst>
          </p:cNvPr>
          <p:cNvSpPr txBox="1"/>
          <p:nvPr/>
        </p:nvSpPr>
        <p:spPr>
          <a:xfrm>
            <a:off x="3064243" y="1819319"/>
            <a:ext cx="3997695" cy="322180"/>
          </a:xfrm>
          <a:prstGeom prst="rect">
            <a:avLst/>
          </a:prstGeom>
          <a:ln w="12700">
            <a:noFill/>
          </a:ln>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Overall Question</a:t>
            </a:r>
          </a:p>
        </p:txBody>
      </p:sp>
      <p:sp>
        <p:nvSpPr>
          <p:cNvPr id="63" name="TextBox 37">
            <a:extLst>
              <a:ext uri="{FF2B5EF4-FFF2-40B4-BE49-F238E27FC236}">
                <a16:creationId xmlns:a16="http://schemas.microsoft.com/office/drawing/2014/main" id="{F8498FA0-CE73-6C4D-9EFB-4E7C35A4E8F8}"/>
              </a:ext>
            </a:extLst>
          </p:cNvPr>
          <p:cNvSpPr txBox="1"/>
          <p:nvPr/>
        </p:nvSpPr>
        <p:spPr>
          <a:xfrm>
            <a:off x="3097400" y="4171920"/>
            <a:ext cx="3997695" cy="322180"/>
          </a:xfrm>
          <a:prstGeom prst="rect">
            <a:avLst/>
          </a:prstGeom>
          <a:ln w="12700">
            <a:noFill/>
          </a:ln>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Key Tasks</a:t>
            </a:r>
          </a:p>
        </p:txBody>
      </p:sp>
      <p:sp>
        <p:nvSpPr>
          <p:cNvPr id="64" name="Oval 63">
            <a:extLst>
              <a:ext uri="{FF2B5EF4-FFF2-40B4-BE49-F238E27FC236}">
                <a16:creationId xmlns:a16="http://schemas.microsoft.com/office/drawing/2014/main" id="{B5459C04-69E7-8B4A-B4E4-49B28C844567}"/>
              </a:ext>
            </a:extLst>
          </p:cNvPr>
          <p:cNvSpPr/>
          <p:nvPr/>
        </p:nvSpPr>
        <p:spPr>
          <a:xfrm>
            <a:off x="702709" y="2189862"/>
            <a:ext cx="1511607" cy="1511607"/>
          </a:xfrm>
          <a:prstGeom prst="ellipse">
            <a:avLst/>
          </a:prstGeom>
          <a:solidFill>
            <a:schemeClr val="bg1"/>
          </a:solidFill>
          <a:ln w="57150">
            <a:solidFill>
              <a:srgbClr val="263E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4" name="Graphic 3" descr="Question Mark with solid fill">
            <a:extLst>
              <a:ext uri="{FF2B5EF4-FFF2-40B4-BE49-F238E27FC236}">
                <a16:creationId xmlns:a16="http://schemas.microsoft.com/office/drawing/2014/main" id="{0E999801-7F1B-7740-BED1-FCFE58C939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1312" y="2534601"/>
            <a:ext cx="914400" cy="914400"/>
          </a:xfrm>
          <a:prstGeom prst="rect">
            <a:avLst/>
          </a:prstGeom>
        </p:spPr>
      </p:pic>
      <p:sp>
        <p:nvSpPr>
          <p:cNvPr id="69" name="Oval 68">
            <a:extLst>
              <a:ext uri="{FF2B5EF4-FFF2-40B4-BE49-F238E27FC236}">
                <a16:creationId xmlns:a16="http://schemas.microsoft.com/office/drawing/2014/main" id="{88E19EA2-FE1E-F944-BF87-A25F0049C53A}"/>
              </a:ext>
            </a:extLst>
          </p:cNvPr>
          <p:cNvSpPr/>
          <p:nvPr/>
        </p:nvSpPr>
        <p:spPr>
          <a:xfrm>
            <a:off x="706959" y="5829728"/>
            <a:ext cx="1511607" cy="1511607"/>
          </a:xfrm>
          <a:prstGeom prst="ellipse">
            <a:avLst/>
          </a:prstGeom>
          <a:solidFill>
            <a:schemeClr val="bg1"/>
          </a:solidFill>
          <a:ln w="571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8" name="Graphic 7" descr="Checklist with solid fill">
            <a:extLst>
              <a:ext uri="{FF2B5EF4-FFF2-40B4-BE49-F238E27FC236}">
                <a16:creationId xmlns:a16="http://schemas.microsoft.com/office/drawing/2014/main" id="{891D6920-4685-D247-BE42-F0C9A0FCD9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8200" y="6128331"/>
            <a:ext cx="914400" cy="914400"/>
          </a:xfrm>
          <a:prstGeom prst="rect">
            <a:avLst/>
          </a:prstGeom>
        </p:spPr>
      </p:pic>
    </p:spTree>
    <p:extLst>
      <p:ext uri="{BB962C8B-B14F-4D97-AF65-F5344CB8AC3E}">
        <p14:creationId xmlns:p14="http://schemas.microsoft.com/office/powerpoint/2010/main" val="1254036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10</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28AEC565-9A45-E54C-8DAB-A25D68D85AA3}"/>
              </a:ext>
            </a:extLst>
          </p:cNvPr>
          <p:cNvSpPr>
            <a:spLocks noGrp="1"/>
          </p:cNvSpPr>
          <p:nvPr>
            <p:ph type="body" sz="quarter" idx="13"/>
          </p:nvPr>
        </p:nvSpPr>
        <p:spPr/>
        <p:txBody>
          <a:bodyPr/>
          <a:lstStyle/>
          <a:p>
            <a:endParaRPr lang="en-US">
              <a:latin typeface="Arial" panose="020B0604020202020204" pitchFamily="34" charset="0"/>
              <a:cs typeface="Arial" panose="020B0604020202020204" pitchFamily="34" charset="0"/>
            </a:endParaRPr>
          </a:p>
        </p:txBody>
      </p:sp>
      <p:sp>
        <p:nvSpPr>
          <p:cNvPr id="11" name="Text Placeholder 10">
            <a:extLst>
              <a:ext uri="{FF2B5EF4-FFF2-40B4-BE49-F238E27FC236}">
                <a16:creationId xmlns:a16="http://schemas.microsoft.com/office/drawing/2014/main" id="{5408592E-F774-FA42-81BE-DA72BD7FE1D6}"/>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Evaluation Matrix</a:t>
            </a:r>
          </a:p>
        </p:txBody>
      </p:sp>
      <p:sp>
        <p:nvSpPr>
          <p:cNvPr id="12" name="Text Placeholder 11">
            <a:extLst>
              <a:ext uri="{FF2B5EF4-FFF2-40B4-BE49-F238E27FC236}">
                <a16:creationId xmlns:a16="http://schemas.microsoft.com/office/drawing/2014/main" id="{5D791F72-16E1-6646-95C7-B9382653B8D7}"/>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cxnSp>
        <p:nvCxnSpPr>
          <p:cNvPr id="14" name="Straight Connector 13">
            <a:extLst>
              <a:ext uri="{FF2B5EF4-FFF2-40B4-BE49-F238E27FC236}">
                <a16:creationId xmlns:a16="http://schemas.microsoft.com/office/drawing/2014/main" id="{D0192757-5803-1148-AB80-C2FEFC9523CA}"/>
              </a:ext>
            </a:extLst>
          </p:cNvPr>
          <p:cNvCxnSpPr>
            <a:cxnSpLocks/>
          </p:cNvCxnSpPr>
          <p:nvPr/>
        </p:nvCxnSpPr>
        <p:spPr>
          <a:xfrm>
            <a:off x="424273" y="2146782"/>
            <a:ext cx="422091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Google Shape;599;p11">
            <a:extLst>
              <a:ext uri="{FF2B5EF4-FFF2-40B4-BE49-F238E27FC236}">
                <a16:creationId xmlns:a16="http://schemas.microsoft.com/office/drawing/2014/main" id="{054F7EE0-E84E-0E42-91C6-33AAFD8F4F26}"/>
              </a:ext>
            </a:extLst>
          </p:cNvPr>
          <p:cNvCxnSpPr>
            <a:cxnSpLocks/>
          </p:cNvCxnSpPr>
          <p:nvPr/>
        </p:nvCxnSpPr>
        <p:spPr>
          <a:xfrm>
            <a:off x="5052494" y="2427950"/>
            <a:ext cx="0" cy="5382490"/>
          </a:xfrm>
          <a:prstGeom prst="straightConnector1">
            <a:avLst/>
          </a:prstGeom>
          <a:noFill/>
          <a:ln w="38100" cap="flat" cmpd="sng">
            <a:solidFill>
              <a:schemeClr val="bg1">
                <a:lumMod val="65000"/>
              </a:schemeClr>
            </a:solidFill>
            <a:prstDash val="dash"/>
            <a:round/>
            <a:headEnd type="none" w="sm" len="sm"/>
            <a:tailEnd type="none" w="sm" len="sm"/>
          </a:ln>
        </p:spPr>
      </p:cxnSp>
      <p:sp>
        <p:nvSpPr>
          <p:cNvPr id="30" name="Rectangle 29">
            <a:extLst>
              <a:ext uri="{FF2B5EF4-FFF2-40B4-BE49-F238E27FC236}">
                <a16:creationId xmlns:a16="http://schemas.microsoft.com/office/drawing/2014/main" id="{C431F69B-76AE-974F-9F9B-B5D6B0FEF2C7}"/>
              </a:ext>
            </a:extLst>
          </p:cNvPr>
          <p:cNvSpPr/>
          <p:nvPr/>
        </p:nvSpPr>
        <p:spPr>
          <a:xfrm>
            <a:off x="13196090" y="2613594"/>
            <a:ext cx="4511038" cy="809804"/>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40" name="TextBox 37">
            <a:extLst>
              <a:ext uri="{FF2B5EF4-FFF2-40B4-BE49-F238E27FC236}">
                <a16:creationId xmlns:a16="http://schemas.microsoft.com/office/drawing/2014/main" id="{47BC724E-A2AD-ED41-B8F6-C93D6EC836BA}"/>
              </a:ext>
            </a:extLst>
          </p:cNvPr>
          <p:cNvSpPr txBox="1"/>
          <p:nvPr/>
        </p:nvSpPr>
        <p:spPr>
          <a:xfrm>
            <a:off x="12881103" y="1767636"/>
            <a:ext cx="4826025" cy="322603"/>
          </a:xfrm>
          <a:prstGeom prst="rect">
            <a:avLst/>
          </a:prstGeom>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Inferior Alternatives</a:t>
            </a:r>
          </a:p>
        </p:txBody>
      </p:sp>
      <p:sp>
        <p:nvSpPr>
          <p:cNvPr id="41" name="TextBox 37">
            <a:extLst>
              <a:ext uri="{FF2B5EF4-FFF2-40B4-BE49-F238E27FC236}">
                <a16:creationId xmlns:a16="http://schemas.microsoft.com/office/drawing/2014/main" id="{FDDD8712-9B74-7445-9DC8-099BE9E60CEB}"/>
              </a:ext>
            </a:extLst>
          </p:cNvPr>
          <p:cNvSpPr txBox="1"/>
          <p:nvPr/>
        </p:nvSpPr>
        <p:spPr>
          <a:xfrm>
            <a:off x="582840" y="1772335"/>
            <a:ext cx="3997695" cy="322180"/>
          </a:xfrm>
          <a:prstGeom prst="rect">
            <a:avLst/>
          </a:prstGeom>
          <a:ln w="12700">
            <a:noFill/>
          </a:ln>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Key Success Factors</a:t>
            </a:r>
          </a:p>
        </p:txBody>
      </p:sp>
      <p:sp>
        <p:nvSpPr>
          <p:cNvPr id="3" name="Oval 2">
            <a:extLst>
              <a:ext uri="{FF2B5EF4-FFF2-40B4-BE49-F238E27FC236}">
                <a16:creationId xmlns:a16="http://schemas.microsoft.com/office/drawing/2014/main" id="{2587F7F4-4C82-4A40-87B3-D67F8E595D7A}"/>
              </a:ext>
            </a:extLst>
          </p:cNvPr>
          <p:cNvSpPr/>
          <p:nvPr/>
        </p:nvSpPr>
        <p:spPr>
          <a:xfrm>
            <a:off x="12881103" y="2384474"/>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DF4F3D07-2E5F-554D-B65B-5BDCBA583936}"/>
              </a:ext>
            </a:extLst>
          </p:cNvPr>
          <p:cNvSpPr/>
          <p:nvPr/>
        </p:nvSpPr>
        <p:spPr>
          <a:xfrm>
            <a:off x="13196090" y="3738710"/>
            <a:ext cx="4511038" cy="809804"/>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021CFF9B-A0A3-174E-8BCB-F7925D89D4BE}"/>
              </a:ext>
            </a:extLst>
          </p:cNvPr>
          <p:cNvSpPr/>
          <p:nvPr/>
        </p:nvSpPr>
        <p:spPr>
          <a:xfrm>
            <a:off x="12881103" y="3509590"/>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93D04D97-74D6-164B-820D-3A05BD1610B7}"/>
              </a:ext>
            </a:extLst>
          </p:cNvPr>
          <p:cNvSpPr/>
          <p:nvPr/>
        </p:nvSpPr>
        <p:spPr>
          <a:xfrm>
            <a:off x="13196090" y="4861242"/>
            <a:ext cx="4511038" cy="809804"/>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60727095-2FCB-BB49-ADD6-D830CC26D34A}"/>
              </a:ext>
            </a:extLst>
          </p:cNvPr>
          <p:cNvSpPr/>
          <p:nvPr/>
        </p:nvSpPr>
        <p:spPr>
          <a:xfrm>
            <a:off x="12881103" y="4632122"/>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866A20FA-D4DA-124B-BC47-3AAEE0144D75}"/>
              </a:ext>
            </a:extLst>
          </p:cNvPr>
          <p:cNvSpPr/>
          <p:nvPr/>
        </p:nvSpPr>
        <p:spPr>
          <a:xfrm>
            <a:off x="13196090" y="6009131"/>
            <a:ext cx="4511038" cy="809804"/>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0215764E-9143-2C47-8DC2-037617073177}"/>
              </a:ext>
            </a:extLst>
          </p:cNvPr>
          <p:cNvSpPr/>
          <p:nvPr/>
        </p:nvSpPr>
        <p:spPr>
          <a:xfrm>
            <a:off x="12881103" y="5780011"/>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4</a:t>
            </a:r>
            <a:endParaRPr lang="en-US" b="1" dirty="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B33BA805-8065-3545-A27B-6A6F9F8BDC2C}"/>
              </a:ext>
            </a:extLst>
          </p:cNvPr>
          <p:cNvSpPr/>
          <p:nvPr/>
        </p:nvSpPr>
        <p:spPr>
          <a:xfrm>
            <a:off x="13196090" y="7124283"/>
            <a:ext cx="4511038" cy="809804"/>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D1C1D564-3CD8-6C48-8F70-35D2C8419048}"/>
              </a:ext>
            </a:extLst>
          </p:cNvPr>
          <p:cNvSpPr/>
          <p:nvPr/>
        </p:nvSpPr>
        <p:spPr>
          <a:xfrm>
            <a:off x="12881103" y="6895163"/>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5</a:t>
            </a:r>
            <a:endParaRPr lang="en-US" b="1" dirty="0">
              <a:latin typeface="Arial" panose="020B0604020202020204" pitchFamily="34" charset="0"/>
              <a:cs typeface="Arial" panose="020B0604020202020204" pitchFamily="34" charset="0"/>
            </a:endParaRPr>
          </a:p>
        </p:txBody>
      </p:sp>
      <p:cxnSp>
        <p:nvCxnSpPr>
          <p:cNvPr id="34" name="Straight Connector 33">
            <a:extLst>
              <a:ext uri="{FF2B5EF4-FFF2-40B4-BE49-F238E27FC236}">
                <a16:creationId xmlns:a16="http://schemas.microsoft.com/office/drawing/2014/main" id="{06C492D4-E46B-4645-ADEF-AD556749DD05}"/>
              </a:ext>
            </a:extLst>
          </p:cNvPr>
          <p:cNvCxnSpPr>
            <a:cxnSpLocks/>
          </p:cNvCxnSpPr>
          <p:nvPr/>
        </p:nvCxnSpPr>
        <p:spPr>
          <a:xfrm>
            <a:off x="13024298" y="2146782"/>
            <a:ext cx="468283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Google Shape;599;p11">
            <a:extLst>
              <a:ext uri="{FF2B5EF4-FFF2-40B4-BE49-F238E27FC236}">
                <a16:creationId xmlns:a16="http://schemas.microsoft.com/office/drawing/2014/main" id="{E43F3C9B-B279-F042-ACF7-5B1F66278013}"/>
              </a:ext>
            </a:extLst>
          </p:cNvPr>
          <p:cNvCxnSpPr>
            <a:cxnSpLocks/>
          </p:cNvCxnSpPr>
          <p:nvPr/>
        </p:nvCxnSpPr>
        <p:spPr>
          <a:xfrm>
            <a:off x="12331040" y="2443670"/>
            <a:ext cx="0" cy="5382490"/>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7" name="Straight Connector 46">
            <a:extLst>
              <a:ext uri="{FF2B5EF4-FFF2-40B4-BE49-F238E27FC236}">
                <a16:creationId xmlns:a16="http://schemas.microsoft.com/office/drawing/2014/main" id="{D5164979-E05E-534D-9666-159410439AFE}"/>
              </a:ext>
            </a:extLst>
          </p:cNvPr>
          <p:cNvCxnSpPr>
            <a:cxnSpLocks/>
          </p:cNvCxnSpPr>
          <p:nvPr/>
        </p:nvCxnSpPr>
        <p:spPr>
          <a:xfrm>
            <a:off x="5482754" y="2135111"/>
            <a:ext cx="649340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TextBox 37">
            <a:extLst>
              <a:ext uri="{FF2B5EF4-FFF2-40B4-BE49-F238E27FC236}">
                <a16:creationId xmlns:a16="http://schemas.microsoft.com/office/drawing/2014/main" id="{EE25515B-9435-A148-932D-5BCC4DD514CA}"/>
              </a:ext>
            </a:extLst>
          </p:cNvPr>
          <p:cNvSpPr txBox="1"/>
          <p:nvPr/>
        </p:nvSpPr>
        <p:spPr>
          <a:xfrm>
            <a:off x="5404197" y="1762916"/>
            <a:ext cx="6571964" cy="322204"/>
          </a:xfrm>
          <a:prstGeom prst="rect">
            <a:avLst/>
          </a:prstGeom>
          <a:ln w="12700">
            <a:noFill/>
          </a:ln>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Recommendation Analysis</a:t>
            </a:r>
          </a:p>
        </p:txBody>
      </p:sp>
      <p:cxnSp>
        <p:nvCxnSpPr>
          <p:cNvPr id="9" name="Straight Arrow Connector 8">
            <a:extLst>
              <a:ext uri="{FF2B5EF4-FFF2-40B4-BE49-F238E27FC236}">
                <a16:creationId xmlns:a16="http://schemas.microsoft.com/office/drawing/2014/main" id="{0616C128-CC9B-A44C-B160-6A67F2A0CBA0}"/>
              </a:ext>
            </a:extLst>
          </p:cNvPr>
          <p:cNvCxnSpPr>
            <a:cxnSpLocks/>
          </p:cNvCxnSpPr>
          <p:nvPr/>
        </p:nvCxnSpPr>
        <p:spPr>
          <a:xfrm flipV="1">
            <a:off x="6055360" y="2613595"/>
            <a:ext cx="0" cy="4911539"/>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EE41B20-7063-F146-B06F-E24CB34BB17F}"/>
              </a:ext>
            </a:extLst>
          </p:cNvPr>
          <p:cNvCxnSpPr>
            <a:cxnSpLocks/>
          </p:cNvCxnSpPr>
          <p:nvPr/>
        </p:nvCxnSpPr>
        <p:spPr>
          <a:xfrm>
            <a:off x="6055360" y="7525134"/>
            <a:ext cx="5664200"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4DD712D3-B3EF-684D-A01A-D24BBC23353B}"/>
              </a:ext>
            </a:extLst>
          </p:cNvPr>
          <p:cNvSpPr/>
          <p:nvPr/>
        </p:nvSpPr>
        <p:spPr>
          <a:xfrm>
            <a:off x="598619" y="2480825"/>
            <a:ext cx="3670106" cy="1382490"/>
          </a:xfrm>
          <a:prstGeom prst="rect">
            <a:avLst/>
          </a:prstGeom>
          <a:solidFill>
            <a:schemeClr val="bg1">
              <a:lumMod val="50000"/>
            </a:schemeClr>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52" name="Rectangle 51">
            <a:extLst>
              <a:ext uri="{FF2B5EF4-FFF2-40B4-BE49-F238E27FC236}">
                <a16:creationId xmlns:a16="http://schemas.microsoft.com/office/drawing/2014/main" id="{D3391A36-47CC-7146-83E8-B36D79722264}"/>
              </a:ext>
            </a:extLst>
          </p:cNvPr>
          <p:cNvSpPr/>
          <p:nvPr/>
        </p:nvSpPr>
        <p:spPr>
          <a:xfrm>
            <a:off x="582840" y="4379329"/>
            <a:ext cx="3670106" cy="1382490"/>
          </a:xfrm>
          <a:prstGeom prst="rect">
            <a:avLst/>
          </a:prstGeom>
          <a:solidFill>
            <a:schemeClr val="bg1">
              <a:lumMod val="50000"/>
            </a:schemeClr>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03345D4E-124D-5E46-B9D4-58B6442E3F6F}"/>
              </a:ext>
            </a:extLst>
          </p:cNvPr>
          <p:cNvSpPr/>
          <p:nvPr/>
        </p:nvSpPr>
        <p:spPr>
          <a:xfrm>
            <a:off x="582840" y="6315472"/>
            <a:ext cx="3670106" cy="1382490"/>
          </a:xfrm>
          <a:prstGeom prst="rect">
            <a:avLst/>
          </a:prstGeom>
          <a:solidFill>
            <a:schemeClr val="bg1">
              <a:lumMod val="50000"/>
            </a:schemeClr>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2DB90205-B10F-3841-B913-13DC484A5AD2}"/>
              </a:ext>
            </a:extLst>
          </p:cNvPr>
          <p:cNvSpPr/>
          <p:nvPr/>
        </p:nvSpPr>
        <p:spPr>
          <a:xfrm>
            <a:off x="6231745" y="2613594"/>
            <a:ext cx="2584871" cy="2344174"/>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33F4BD5-F429-1347-96A2-C89A62BF820D}"/>
              </a:ext>
            </a:extLst>
          </p:cNvPr>
          <p:cNvSpPr/>
          <p:nvPr/>
        </p:nvSpPr>
        <p:spPr>
          <a:xfrm>
            <a:off x="9032685" y="2630952"/>
            <a:ext cx="2686875" cy="2350722"/>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97F859B-8416-8C43-81CE-4023FD74D77D}"/>
              </a:ext>
            </a:extLst>
          </p:cNvPr>
          <p:cNvSpPr/>
          <p:nvPr/>
        </p:nvSpPr>
        <p:spPr>
          <a:xfrm>
            <a:off x="6231745" y="5134915"/>
            <a:ext cx="2584869" cy="2262112"/>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716AE6E-FCBF-1F48-A0C7-67E07CF30800}"/>
              </a:ext>
            </a:extLst>
          </p:cNvPr>
          <p:cNvSpPr/>
          <p:nvPr/>
        </p:nvSpPr>
        <p:spPr>
          <a:xfrm>
            <a:off x="9032685" y="5134915"/>
            <a:ext cx="2686875" cy="2250440"/>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37">
            <a:extLst>
              <a:ext uri="{FF2B5EF4-FFF2-40B4-BE49-F238E27FC236}">
                <a16:creationId xmlns:a16="http://schemas.microsoft.com/office/drawing/2014/main" id="{00FD6112-033E-AA44-B5E8-1C8F9B540046}"/>
              </a:ext>
            </a:extLst>
          </p:cNvPr>
          <p:cNvSpPr txBox="1"/>
          <p:nvPr/>
        </p:nvSpPr>
        <p:spPr>
          <a:xfrm rot="16200000">
            <a:off x="3236125" y="5007104"/>
            <a:ext cx="4969630"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Impact</a:t>
            </a:r>
          </a:p>
        </p:txBody>
      </p:sp>
      <p:sp>
        <p:nvSpPr>
          <p:cNvPr id="58" name="TextBox 37">
            <a:extLst>
              <a:ext uri="{FF2B5EF4-FFF2-40B4-BE49-F238E27FC236}">
                <a16:creationId xmlns:a16="http://schemas.microsoft.com/office/drawing/2014/main" id="{9101FD9F-18C1-BF41-9B8C-D26A0B6DAEA9}"/>
              </a:ext>
            </a:extLst>
          </p:cNvPr>
          <p:cNvSpPr txBox="1"/>
          <p:nvPr/>
        </p:nvSpPr>
        <p:spPr>
          <a:xfrm>
            <a:off x="6055360" y="7673093"/>
            <a:ext cx="5664200" cy="310533"/>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Feasibility</a:t>
            </a:r>
          </a:p>
        </p:txBody>
      </p:sp>
      <p:sp>
        <p:nvSpPr>
          <p:cNvPr id="59" name="TextBox 37">
            <a:extLst>
              <a:ext uri="{FF2B5EF4-FFF2-40B4-BE49-F238E27FC236}">
                <a16:creationId xmlns:a16="http://schemas.microsoft.com/office/drawing/2014/main" id="{4700941A-F568-4240-B007-596B8C8682C0}"/>
              </a:ext>
            </a:extLst>
          </p:cNvPr>
          <p:cNvSpPr txBox="1"/>
          <p:nvPr/>
        </p:nvSpPr>
        <p:spPr>
          <a:xfrm>
            <a:off x="11029391" y="7623101"/>
            <a:ext cx="965200" cy="292965"/>
          </a:xfrm>
          <a:prstGeom prst="rect">
            <a:avLst/>
          </a:prstGeom>
          <a:ln w="12700">
            <a:noFill/>
          </a:ln>
        </p:spPr>
        <p:txBody>
          <a:bodyPr wrap="square" lIns="0" tIns="0" rIns="0" bIns="0" rtlCol="0" anchor="t">
            <a:spAutoFit/>
          </a:bodyPr>
          <a:lstStyle/>
          <a:p>
            <a:pPr algn="ctr">
              <a:lnSpc>
                <a:spcPts val="2515"/>
              </a:lnSpc>
            </a:pPr>
            <a:r>
              <a:rPr lang="en-US"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High</a:t>
            </a:r>
            <a:endParaRPr lang="en-US" sz="2000"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60" name="TextBox 37">
            <a:extLst>
              <a:ext uri="{FF2B5EF4-FFF2-40B4-BE49-F238E27FC236}">
                <a16:creationId xmlns:a16="http://schemas.microsoft.com/office/drawing/2014/main" id="{6E3ECFA4-DE1F-804A-8C6A-EBCB7E282E33}"/>
              </a:ext>
            </a:extLst>
          </p:cNvPr>
          <p:cNvSpPr txBox="1"/>
          <p:nvPr/>
        </p:nvSpPr>
        <p:spPr>
          <a:xfrm rot="16200000">
            <a:off x="5289478" y="2753897"/>
            <a:ext cx="965200" cy="292965"/>
          </a:xfrm>
          <a:prstGeom prst="rect">
            <a:avLst/>
          </a:prstGeom>
          <a:ln w="12700">
            <a:noFill/>
          </a:ln>
        </p:spPr>
        <p:txBody>
          <a:bodyPr wrap="square" lIns="0" tIns="0" rIns="0" bIns="0" rtlCol="0" anchor="t">
            <a:spAutoFit/>
          </a:bodyPr>
          <a:lstStyle/>
          <a:p>
            <a:pPr algn="ctr">
              <a:lnSpc>
                <a:spcPts val="2515"/>
              </a:lnSpc>
            </a:pPr>
            <a:r>
              <a:rPr lang="en-US"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High</a:t>
            </a:r>
            <a:endParaRPr lang="en-US" sz="2000"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61" name="TextBox 37">
            <a:extLst>
              <a:ext uri="{FF2B5EF4-FFF2-40B4-BE49-F238E27FC236}">
                <a16:creationId xmlns:a16="http://schemas.microsoft.com/office/drawing/2014/main" id="{5588794D-95B5-C84A-A13A-4F3D980DF9B9}"/>
              </a:ext>
            </a:extLst>
          </p:cNvPr>
          <p:cNvSpPr txBox="1"/>
          <p:nvPr/>
        </p:nvSpPr>
        <p:spPr>
          <a:xfrm>
            <a:off x="5756101" y="7591365"/>
            <a:ext cx="965200" cy="292965"/>
          </a:xfrm>
          <a:prstGeom prst="rect">
            <a:avLst/>
          </a:prstGeom>
          <a:ln w="12700">
            <a:noFill/>
          </a:ln>
        </p:spPr>
        <p:txBody>
          <a:bodyPr wrap="square" lIns="0" tIns="0" rIns="0" bIns="0" rtlCol="0" anchor="t">
            <a:spAutoFit/>
          </a:bodyPr>
          <a:lstStyle/>
          <a:p>
            <a:pPr algn="ctr">
              <a:lnSpc>
                <a:spcPts val="2515"/>
              </a:lnSpc>
            </a:pPr>
            <a:r>
              <a:rPr lang="en-US"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Low</a:t>
            </a:r>
            <a:endParaRPr lang="en-US" sz="2000"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45" name="Rectangle 44">
            <a:extLst>
              <a:ext uri="{FF2B5EF4-FFF2-40B4-BE49-F238E27FC236}">
                <a16:creationId xmlns:a16="http://schemas.microsoft.com/office/drawing/2014/main" id="{059397C7-AC2C-EF4E-B8C7-7982F38BEF89}"/>
              </a:ext>
            </a:extLst>
          </p:cNvPr>
          <p:cNvSpPr/>
          <p:nvPr/>
        </p:nvSpPr>
        <p:spPr>
          <a:xfrm>
            <a:off x="9012637" y="2592352"/>
            <a:ext cx="2745795" cy="2402784"/>
          </a:xfrm>
          <a:prstGeom prst="rect">
            <a:avLst/>
          </a:prstGeom>
          <a:no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solidFill>
              <a:latin typeface="Arial" panose="020B0604020202020204" pitchFamily="34" charset="0"/>
              <a:cs typeface="Arial" panose="020B0604020202020204" pitchFamily="34" charset="0"/>
            </a:endParaRPr>
          </a:p>
        </p:txBody>
      </p:sp>
      <p:pic>
        <p:nvPicPr>
          <p:cNvPr id="4" name="Graphic 3" descr="Internet outline">
            <a:extLst>
              <a:ext uri="{FF2B5EF4-FFF2-40B4-BE49-F238E27FC236}">
                <a16:creationId xmlns:a16="http://schemas.microsoft.com/office/drawing/2014/main" id="{051A78B7-4514-D246-834A-DFFE0910A3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22967" y="2878473"/>
            <a:ext cx="914400" cy="914400"/>
          </a:xfrm>
          <a:prstGeom prst="rect">
            <a:avLst/>
          </a:prstGeom>
        </p:spPr>
      </p:pic>
      <p:sp>
        <p:nvSpPr>
          <p:cNvPr id="51" name="TextBox 37">
            <a:extLst>
              <a:ext uri="{FF2B5EF4-FFF2-40B4-BE49-F238E27FC236}">
                <a16:creationId xmlns:a16="http://schemas.microsoft.com/office/drawing/2014/main" id="{51F69E21-0407-024B-A84A-FFB75A3C5F9C}"/>
              </a:ext>
            </a:extLst>
          </p:cNvPr>
          <p:cNvSpPr txBox="1"/>
          <p:nvPr/>
        </p:nvSpPr>
        <p:spPr>
          <a:xfrm>
            <a:off x="10159988" y="3658621"/>
            <a:ext cx="1638852" cy="293029"/>
          </a:xfrm>
          <a:prstGeom prst="rect">
            <a:avLst/>
          </a:prstGeom>
          <a:ln w="12700">
            <a:noFill/>
          </a:ln>
        </p:spPr>
        <p:txBody>
          <a:bodyPr wrap="square" lIns="0" tIns="0" rIns="0" bIns="0" rtlCol="0" anchor="t">
            <a:spAutoFit/>
          </a:bodyPr>
          <a:lstStyle/>
          <a:p>
            <a:pPr algn="ctr">
              <a:lnSpc>
                <a:spcPts val="2515"/>
              </a:lnSpc>
            </a:pPr>
            <a:r>
              <a:rPr lang="en-US" sz="1600" b="1" spc="51" dirty="0">
                <a:latin typeface="Arial" panose="020B0604020202020204" pitchFamily="34" charset="0"/>
                <a:ea typeface="Arial Unicode MS" panose="020B0604020202020204" pitchFamily="34" charset="-128"/>
                <a:cs typeface="Arial" panose="020B0604020202020204" pitchFamily="34" charset="0"/>
              </a:rPr>
              <a:t>Strategy</a:t>
            </a:r>
            <a:endParaRPr lang="en-US" sz="20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46" name="Oval 45">
            <a:extLst>
              <a:ext uri="{FF2B5EF4-FFF2-40B4-BE49-F238E27FC236}">
                <a16:creationId xmlns:a16="http://schemas.microsoft.com/office/drawing/2014/main" id="{9BC1290A-645C-5B4A-8715-57EF35B1E5E2}"/>
              </a:ext>
            </a:extLst>
          </p:cNvPr>
          <p:cNvSpPr/>
          <p:nvPr/>
        </p:nvSpPr>
        <p:spPr>
          <a:xfrm>
            <a:off x="4783643" y="4924522"/>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62" name="Graphic 61" descr="Caret Left with solid fill">
            <a:extLst>
              <a:ext uri="{FF2B5EF4-FFF2-40B4-BE49-F238E27FC236}">
                <a16:creationId xmlns:a16="http://schemas.microsoft.com/office/drawing/2014/main" id="{67215800-6579-D343-9467-E624EB1DFA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800000">
            <a:off x="4754567" y="4864329"/>
            <a:ext cx="664757" cy="664757"/>
          </a:xfrm>
          <a:prstGeom prst="rect">
            <a:avLst/>
          </a:prstGeom>
        </p:spPr>
      </p:pic>
      <p:sp>
        <p:nvSpPr>
          <p:cNvPr id="63" name="Oval 62">
            <a:extLst>
              <a:ext uri="{FF2B5EF4-FFF2-40B4-BE49-F238E27FC236}">
                <a16:creationId xmlns:a16="http://schemas.microsoft.com/office/drawing/2014/main" id="{77C4C904-799F-1D4B-802B-708D8986813B}"/>
              </a:ext>
            </a:extLst>
          </p:cNvPr>
          <p:cNvSpPr/>
          <p:nvPr/>
        </p:nvSpPr>
        <p:spPr>
          <a:xfrm>
            <a:off x="12086579" y="4926219"/>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64" name="Graphic 63" descr="Caret Left with solid fill">
            <a:extLst>
              <a:ext uri="{FF2B5EF4-FFF2-40B4-BE49-F238E27FC236}">
                <a16:creationId xmlns:a16="http://schemas.microsoft.com/office/drawing/2014/main" id="{653B1433-E471-7F42-84ED-9055499846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800000">
            <a:off x="12057503" y="4866026"/>
            <a:ext cx="664757" cy="664757"/>
          </a:xfrm>
          <a:prstGeom prst="rect">
            <a:avLst/>
          </a:prstGeom>
        </p:spPr>
      </p:pic>
    </p:spTree>
    <p:extLst>
      <p:ext uri="{BB962C8B-B14F-4D97-AF65-F5344CB8AC3E}">
        <p14:creationId xmlns:p14="http://schemas.microsoft.com/office/powerpoint/2010/main" val="235454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11</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28AEC565-9A45-E54C-8DAB-A25D68D85AA3}"/>
              </a:ext>
            </a:extLst>
          </p:cNvPr>
          <p:cNvSpPr>
            <a:spLocks noGrp="1"/>
          </p:cNvSpPr>
          <p:nvPr>
            <p:ph type="body" sz="quarter" idx="13"/>
          </p:nvPr>
        </p:nvSpPr>
        <p:spPr/>
        <p:txBody>
          <a:bodyPr/>
          <a:lstStyle/>
          <a:p>
            <a:endParaRPr lang="en-US">
              <a:latin typeface="Arial" panose="020B0604020202020204" pitchFamily="34" charset="0"/>
              <a:cs typeface="Arial" panose="020B0604020202020204" pitchFamily="34" charset="0"/>
            </a:endParaRPr>
          </a:p>
        </p:txBody>
      </p:sp>
      <p:sp>
        <p:nvSpPr>
          <p:cNvPr id="11" name="Text Placeholder 10">
            <a:extLst>
              <a:ext uri="{FF2B5EF4-FFF2-40B4-BE49-F238E27FC236}">
                <a16:creationId xmlns:a16="http://schemas.microsoft.com/office/drawing/2014/main" id="{5408592E-F774-FA42-81BE-DA72BD7FE1D6}"/>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Evaluation Matrix</a:t>
            </a:r>
          </a:p>
        </p:txBody>
      </p:sp>
      <p:sp>
        <p:nvSpPr>
          <p:cNvPr id="12" name="Text Placeholder 11">
            <a:extLst>
              <a:ext uri="{FF2B5EF4-FFF2-40B4-BE49-F238E27FC236}">
                <a16:creationId xmlns:a16="http://schemas.microsoft.com/office/drawing/2014/main" id="{5D791F72-16E1-6646-95C7-B9382653B8D7}"/>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cxnSp>
        <p:nvCxnSpPr>
          <p:cNvPr id="14" name="Straight Connector 13">
            <a:extLst>
              <a:ext uri="{FF2B5EF4-FFF2-40B4-BE49-F238E27FC236}">
                <a16:creationId xmlns:a16="http://schemas.microsoft.com/office/drawing/2014/main" id="{D0192757-5803-1148-AB80-C2FEFC9523CA}"/>
              </a:ext>
            </a:extLst>
          </p:cNvPr>
          <p:cNvCxnSpPr>
            <a:cxnSpLocks/>
          </p:cNvCxnSpPr>
          <p:nvPr/>
        </p:nvCxnSpPr>
        <p:spPr>
          <a:xfrm>
            <a:off x="520525" y="2146782"/>
            <a:ext cx="422091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Google Shape;599;p11">
            <a:extLst>
              <a:ext uri="{FF2B5EF4-FFF2-40B4-BE49-F238E27FC236}">
                <a16:creationId xmlns:a16="http://schemas.microsoft.com/office/drawing/2014/main" id="{054F7EE0-E84E-0E42-91C6-33AAFD8F4F26}"/>
              </a:ext>
            </a:extLst>
          </p:cNvPr>
          <p:cNvCxnSpPr>
            <a:cxnSpLocks/>
          </p:cNvCxnSpPr>
          <p:nvPr/>
        </p:nvCxnSpPr>
        <p:spPr>
          <a:xfrm>
            <a:off x="5148746" y="2427950"/>
            <a:ext cx="0" cy="5382490"/>
          </a:xfrm>
          <a:prstGeom prst="straightConnector1">
            <a:avLst/>
          </a:prstGeom>
          <a:noFill/>
          <a:ln w="38100" cap="flat" cmpd="sng">
            <a:solidFill>
              <a:schemeClr val="bg1">
                <a:lumMod val="65000"/>
              </a:schemeClr>
            </a:solidFill>
            <a:prstDash val="dash"/>
            <a:round/>
            <a:headEnd type="none" w="sm" len="sm"/>
            <a:tailEnd type="none" w="sm" len="sm"/>
          </a:ln>
        </p:spPr>
      </p:cxnSp>
      <p:sp>
        <p:nvSpPr>
          <p:cNvPr id="30" name="Rectangle 29">
            <a:extLst>
              <a:ext uri="{FF2B5EF4-FFF2-40B4-BE49-F238E27FC236}">
                <a16:creationId xmlns:a16="http://schemas.microsoft.com/office/drawing/2014/main" id="{C431F69B-76AE-974F-9F9B-B5D6B0FEF2C7}"/>
              </a:ext>
            </a:extLst>
          </p:cNvPr>
          <p:cNvSpPr/>
          <p:nvPr/>
        </p:nvSpPr>
        <p:spPr>
          <a:xfrm>
            <a:off x="13196090" y="2613594"/>
            <a:ext cx="4511038" cy="1063896"/>
          </a:xfrm>
          <a:prstGeom prst="rect">
            <a:avLst/>
          </a:prstGeom>
          <a:solidFill>
            <a:srgbClr val="2C8BBB"/>
          </a:solidFill>
          <a:ln w="28575">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40" name="TextBox 37">
            <a:extLst>
              <a:ext uri="{FF2B5EF4-FFF2-40B4-BE49-F238E27FC236}">
                <a16:creationId xmlns:a16="http://schemas.microsoft.com/office/drawing/2014/main" id="{47BC724E-A2AD-ED41-B8F6-C93D6EC836BA}"/>
              </a:ext>
            </a:extLst>
          </p:cNvPr>
          <p:cNvSpPr txBox="1"/>
          <p:nvPr/>
        </p:nvSpPr>
        <p:spPr>
          <a:xfrm>
            <a:off x="12881103" y="1767636"/>
            <a:ext cx="4826025" cy="322603"/>
          </a:xfrm>
          <a:prstGeom prst="rect">
            <a:avLst/>
          </a:prstGeom>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Inferior Alternatives</a:t>
            </a:r>
          </a:p>
        </p:txBody>
      </p:sp>
      <p:sp>
        <p:nvSpPr>
          <p:cNvPr id="41" name="TextBox 37">
            <a:extLst>
              <a:ext uri="{FF2B5EF4-FFF2-40B4-BE49-F238E27FC236}">
                <a16:creationId xmlns:a16="http://schemas.microsoft.com/office/drawing/2014/main" id="{FDDD8712-9B74-7445-9DC8-099BE9E60CEB}"/>
              </a:ext>
            </a:extLst>
          </p:cNvPr>
          <p:cNvSpPr txBox="1"/>
          <p:nvPr/>
        </p:nvSpPr>
        <p:spPr>
          <a:xfrm>
            <a:off x="679092" y="1772335"/>
            <a:ext cx="3997695" cy="322180"/>
          </a:xfrm>
          <a:prstGeom prst="rect">
            <a:avLst/>
          </a:prstGeom>
          <a:ln w="12700">
            <a:noFill/>
          </a:ln>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Key Success Factors</a:t>
            </a:r>
          </a:p>
        </p:txBody>
      </p:sp>
      <p:sp>
        <p:nvSpPr>
          <p:cNvPr id="3" name="Oval 2">
            <a:extLst>
              <a:ext uri="{FF2B5EF4-FFF2-40B4-BE49-F238E27FC236}">
                <a16:creationId xmlns:a16="http://schemas.microsoft.com/office/drawing/2014/main" id="{2587F7F4-4C82-4A40-87B3-D67F8E595D7A}"/>
              </a:ext>
            </a:extLst>
          </p:cNvPr>
          <p:cNvSpPr/>
          <p:nvPr/>
        </p:nvSpPr>
        <p:spPr>
          <a:xfrm>
            <a:off x="12881103" y="2384474"/>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cxnSp>
        <p:nvCxnSpPr>
          <p:cNvPr id="34" name="Straight Connector 33">
            <a:extLst>
              <a:ext uri="{FF2B5EF4-FFF2-40B4-BE49-F238E27FC236}">
                <a16:creationId xmlns:a16="http://schemas.microsoft.com/office/drawing/2014/main" id="{06C492D4-E46B-4645-ADEF-AD556749DD05}"/>
              </a:ext>
            </a:extLst>
          </p:cNvPr>
          <p:cNvCxnSpPr>
            <a:cxnSpLocks/>
          </p:cNvCxnSpPr>
          <p:nvPr/>
        </p:nvCxnSpPr>
        <p:spPr>
          <a:xfrm>
            <a:off x="13024298" y="2146782"/>
            <a:ext cx="468283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5164979-E05E-534D-9666-159410439AFE}"/>
              </a:ext>
            </a:extLst>
          </p:cNvPr>
          <p:cNvCxnSpPr>
            <a:cxnSpLocks/>
          </p:cNvCxnSpPr>
          <p:nvPr/>
        </p:nvCxnSpPr>
        <p:spPr>
          <a:xfrm>
            <a:off x="5787552" y="2135111"/>
            <a:ext cx="649340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TextBox 37">
            <a:extLst>
              <a:ext uri="{FF2B5EF4-FFF2-40B4-BE49-F238E27FC236}">
                <a16:creationId xmlns:a16="http://schemas.microsoft.com/office/drawing/2014/main" id="{EE25515B-9435-A148-932D-5BCC4DD514CA}"/>
              </a:ext>
            </a:extLst>
          </p:cNvPr>
          <p:cNvSpPr txBox="1"/>
          <p:nvPr/>
        </p:nvSpPr>
        <p:spPr>
          <a:xfrm>
            <a:off x="5708995" y="1762916"/>
            <a:ext cx="6571964" cy="322204"/>
          </a:xfrm>
          <a:prstGeom prst="rect">
            <a:avLst/>
          </a:prstGeom>
          <a:ln w="12700">
            <a:noFill/>
          </a:ln>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Recommendation Analysis</a:t>
            </a:r>
          </a:p>
        </p:txBody>
      </p:sp>
      <p:cxnSp>
        <p:nvCxnSpPr>
          <p:cNvPr id="9" name="Straight Arrow Connector 8">
            <a:extLst>
              <a:ext uri="{FF2B5EF4-FFF2-40B4-BE49-F238E27FC236}">
                <a16:creationId xmlns:a16="http://schemas.microsoft.com/office/drawing/2014/main" id="{0616C128-CC9B-A44C-B160-6A67F2A0CBA0}"/>
              </a:ext>
            </a:extLst>
          </p:cNvPr>
          <p:cNvCxnSpPr>
            <a:cxnSpLocks/>
          </p:cNvCxnSpPr>
          <p:nvPr/>
        </p:nvCxnSpPr>
        <p:spPr>
          <a:xfrm flipV="1">
            <a:off x="6360158" y="2613595"/>
            <a:ext cx="0" cy="4911539"/>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EE41B20-7063-F146-B06F-E24CB34BB17F}"/>
              </a:ext>
            </a:extLst>
          </p:cNvPr>
          <p:cNvCxnSpPr>
            <a:cxnSpLocks/>
          </p:cNvCxnSpPr>
          <p:nvPr/>
        </p:nvCxnSpPr>
        <p:spPr>
          <a:xfrm>
            <a:off x="6360158" y="7525134"/>
            <a:ext cx="5664200" cy="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4DD712D3-B3EF-684D-A01A-D24BBC23353B}"/>
              </a:ext>
            </a:extLst>
          </p:cNvPr>
          <p:cNvSpPr/>
          <p:nvPr/>
        </p:nvSpPr>
        <p:spPr>
          <a:xfrm>
            <a:off x="694871" y="2480825"/>
            <a:ext cx="3670106" cy="1382490"/>
          </a:xfrm>
          <a:prstGeom prst="rect">
            <a:avLst/>
          </a:prstGeom>
          <a:solidFill>
            <a:schemeClr val="bg1">
              <a:lumMod val="50000"/>
            </a:schemeClr>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52" name="Rectangle 51">
            <a:extLst>
              <a:ext uri="{FF2B5EF4-FFF2-40B4-BE49-F238E27FC236}">
                <a16:creationId xmlns:a16="http://schemas.microsoft.com/office/drawing/2014/main" id="{D3391A36-47CC-7146-83E8-B36D79722264}"/>
              </a:ext>
            </a:extLst>
          </p:cNvPr>
          <p:cNvSpPr/>
          <p:nvPr/>
        </p:nvSpPr>
        <p:spPr>
          <a:xfrm>
            <a:off x="679092" y="4379329"/>
            <a:ext cx="3670106" cy="1382490"/>
          </a:xfrm>
          <a:prstGeom prst="rect">
            <a:avLst/>
          </a:prstGeom>
          <a:solidFill>
            <a:schemeClr val="bg1">
              <a:lumMod val="50000"/>
            </a:schemeClr>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03345D4E-124D-5E46-B9D4-58B6442E3F6F}"/>
              </a:ext>
            </a:extLst>
          </p:cNvPr>
          <p:cNvSpPr/>
          <p:nvPr/>
        </p:nvSpPr>
        <p:spPr>
          <a:xfrm>
            <a:off x="679092" y="6315472"/>
            <a:ext cx="3670106" cy="1382490"/>
          </a:xfrm>
          <a:prstGeom prst="rect">
            <a:avLst/>
          </a:prstGeom>
          <a:solidFill>
            <a:schemeClr val="bg1">
              <a:lumMod val="50000"/>
            </a:schemeClr>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2DB90205-B10F-3841-B913-13DC484A5AD2}"/>
              </a:ext>
            </a:extLst>
          </p:cNvPr>
          <p:cNvSpPr/>
          <p:nvPr/>
        </p:nvSpPr>
        <p:spPr>
          <a:xfrm>
            <a:off x="6536543" y="2613594"/>
            <a:ext cx="2584871" cy="2344174"/>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33F4BD5-F429-1347-96A2-C89A62BF820D}"/>
              </a:ext>
            </a:extLst>
          </p:cNvPr>
          <p:cNvSpPr/>
          <p:nvPr/>
        </p:nvSpPr>
        <p:spPr>
          <a:xfrm>
            <a:off x="9337483" y="2630952"/>
            <a:ext cx="2686875" cy="2350722"/>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97F859B-8416-8C43-81CE-4023FD74D77D}"/>
              </a:ext>
            </a:extLst>
          </p:cNvPr>
          <p:cNvSpPr/>
          <p:nvPr/>
        </p:nvSpPr>
        <p:spPr>
          <a:xfrm>
            <a:off x="6536543" y="5134915"/>
            <a:ext cx="2584869" cy="2262112"/>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716AE6E-FCBF-1F48-A0C7-67E07CF30800}"/>
              </a:ext>
            </a:extLst>
          </p:cNvPr>
          <p:cNvSpPr/>
          <p:nvPr/>
        </p:nvSpPr>
        <p:spPr>
          <a:xfrm>
            <a:off x="9337483" y="5134915"/>
            <a:ext cx="2686875" cy="2250440"/>
          </a:xfrm>
          <a:prstGeom prst="rect">
            <a:avLst/>
          </a:prstGeom>
          <a:solidFill>
            <a:srgbClr val="DFDDDD">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37">
            <a:extLst>
              <a:ext uri="{FF2B5EF4-FFF2-40B4-BE49-F238E27FC236}">
                <a16:creationId xmlns:a16="http://schemas.microsoft.com/office/drawing/2014/main" id="{00FD6112-033E-AA44-B5E8-1C8F9B540046}"/>
              </a:ext>
            </a:extLst>
          </p:cNvPr>
          <p:cNvSpPr txBox="1"/>
          <p:nvPr/>
        </p:nvSpPr>
        <p:spPr>
          <a:xfrm rot="16200000">
            <a:off x="3540923" y="5007104"/>
            <a:ext cx="4969630"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Impact</a:t>
            </a:r>
          </a:p>
        </p:txBody>
      </p:sp>
      <p:sp>
        <p:nvSpPr>
          <p:cNvPr id="58" name="TextBox 37">
            <a:extLst>
              <a:ext uri="{FF2B5EF4-FFF2-40B4-BE49-F238E27FC236}">
                <a16:creationId xmlns:a16="http://schemas.microsoft.com/office/drawing/2014/main" id="{9101FD9F-18C1-BF41-9B8C-D26A0B6DAEA9}"/>
              </a:ext>
            </a:extLst>
          </p:cNvPr>
          <p:cNvSpPr txBox="1"/>
          <p:nvPr/>
        </p:nvSpPr>
        <p:spPr>
          <a:xfrm>
            <a:off x="6360158" y="7673093"/>
            <a:ext cx="5664200" cy="310533"/>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Feasibility</a:t>
            </a:r>
          </a:p>
        </p:txBody>
      </p:sp>
      <p:sp>
        <p:nvSpPr>
          <p:cNvPr id="59" name="TextBox 37">
            <a:extLst>
              <a:ext uri="{FF2B5EF4-FFF2-40B4-BE49-F238E27FC236}">
                <a16:creationId xmlns:a16="http://schemas.microsoft.com/office/drawing/2014/main" id="{4700941A-F568-4240-B007-596B8C8682C0}"/>
              </a:ext>
            </a:extLst>
          </p:cNvPr>
          <p:cNvSpPr txBox="1"/>
          <p:nvPr/>
        </p:nvSpPr>
        <p:spPr>
          <a:xfrm>
            <a:off x="11334189" y="7623101"/>
            <a:ext cx="965200" cy="292965"/>
          </a:xfrm>
          <a:prstGeom prst="rect">
            <a:avLst/>
          </a:prstGeom>
          <a:ln w="12700">
            <a:noFill/>
          </a:ln>
        </p:spPr>
        <p:txBody>
          <a:bodyPr wrap="square" lIns="0" tIns="0" rIns="0" bIns="0" rtlCol="0" anchor="t">
            <a:spAutoFit/>
          </a:bodyPr>
          <a:lstStyle/>
          <a:p>
            <a:pPr algn="ctr">
              <a:lnSpc>
                <a:spcPts val="2515"/>
              </a:lnSpc>
            </a:pPr>
            <a:r>
              <a:rPr lang="en-US"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High</a:t>
            </a:r>
            <a:endParaRPr lang="en-US" sz="2000"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60" name="TextBox 37">
            <a:extLst>
              <a:ext uri="{FF2B5EF4-FFF2-40B4-BE49-F238E27FC236}">
                <a16:creationId xmlns:a16="http://schemas.microsoft.com/office/drawing/2014/main" id="{6E3ECFA4-DE1F-804A-8C6A-EBCB7E282E33}"/>
              </a:ext>
            </a:extLst>
          </p:cNvPr>
          <p:cNvSpPr txBox="1"/>
          <p:nvPr/>
        </p:nvSpPr>
        <p:spPr>
          <a:xfrm rot="16200000">
            <a:off x="5594276" y="2753897"/>
            <a:ext cx="965200" cy="292965"/>
          </a:xfrm>
          <a:prstGeom prst="rect">
            <a:avLst/>
          </a:prstGeom>
          <a:ln w="12700">
            <a:noFill/>
          </a:ln>
        </p:spPr>
        <p:txBody>
          <a:bodyPr wrap="square" lIns="0" tIns="0" rIns="0" bIns="0" rtlCol="0" anchor="t">
            <a:spAutoFit/>
          </a:bodyPr>
          <a:lstStyle/>
          <a:p>
            <a:pPr algn="ctr">
              <a:lnSpc>
                <a:spcPts val="2515"/>
              </a:lnSpc>
            </a:pPr>
            <a:r>
              <a:rPr lang="en-US"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High</a:t>
            </a:r>
            <a:endParaRPr lang="en-US" sz="2000"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61" name="TextBox 37">
            <a:extLst>
              <a:ext uri="{FF2B5EF4-FFF2-40B4-BE49-F238E27FC236}">
                <a16:creationId xmlns:a16="http://schemas.microsoft.com/office/drawing/2014/main" id="{5588794D-95B5-C84A-A13A-4F3D980DF9B9}"/>
              </a:ext>
            </a:extLst>
          </p:cNvPr>
          <p:cNvSpPr txBox="1"/>
          <p:nvPr/>
        </p:nvSpPr>
        <p:spPr>
          <a:xfrm>
            <a:off x="6060899" y="7591365"/>
            <a:ext cx="965200" cy="292965"/>
          </a:xfrm>
          <a:prstGeom prst="rect">
            <a:avLst/>
          </a:prstGeom>
          <a:ln w="12700">
            <a:noFill/>
          </a:ln>
        </p:spPr>
        <p:txBody>
          <a:bodyPr wrap="square" lIns="0" tIns="0" rIns="0" bIns="0" rtlCol="0" anchor="t">
            <a:spAutoFit/>
          </a:bodyPr>
          <a:lstStyle/>
          <a:p>
            <a:pPr algn="ctr">
              <a:lnSpc>
                <a:spcPts val="2515"/>
              </a:lnSpc>
            </a:pPr>
            <a:r>
              <a:rPr lang="en-US"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Low</a:t>
            </a:r>
            <a:endParaRPr lang="en-US" sz="2000" spc="51"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45" name="Rectangle 44">
            <a:extLst>
              <a:ext uri="{FF2B5EF4-FFF2-40B4-BE49-F238E27FC236}">
                <a16:creationId xmlns:a16="http://schemas.microsoft.com/office/drawing/2014/main" id="{059397C7-AC2C-EF4E-B8C7-7982F38BEF89}"/>
              </a:ext>
            </a:extLst>
          </p:cNvPr>
          <p:cNvSpPr/>
          <p:nvPr/>
        </p:nvSpPr>
        <p:spPr>
          <a:xfrm>
            <a:off x="9317435" y="2592352"/>
            <a:ext cx="2745795" cy="2402784"/>
          </a:xfrm>
          <a:prstGeom prst="rect">
            <a:avLst/>
          </a:prstGeom>
          <a:no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solidFill>
              <a:latin typeface="Arial" panose="020B0604020202020204" pitchFamily="34" charset="0"/>
              <a:cs typeface="Arial" panose="020B0604020202020204" pitchFamily="34" charset="0"/>
            </a:endParaRPr>
          </a:p>
        </p:txBody>
      </p:sp>
      <p:sp>
        <p:nvSpPr>
          <p:cNvPr id="46" name="Oval 45">
            <a:extLst>
              <a:ext uri="{FF2B5EF4-FFF2-40B4-BE49-F238E27FC236}">
                <a16:creationId xmlns:a16="http://schemas.microsoft.com/office/drawing/2014/main" id="{9BC1290A-645C-5B4A-8715-57EF35B1E5E2}"/>
              </a:ext>
            </a:extLst>
          </p:cNvPr>
          <p:cNvSpPr/>
          <p:nvPr/>
        </p:nvSpPr>
        <p:spPr>
          <a:xfrm>
            <a:off x="4879895" y="4924522"/>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62" name="Graphic 61" descr="Caret Left with solid fill">
            <a:extLst>
              <a:ext uri="{FF2B5EF4-FFF2-40B4-BE49-F238E27FC236}">
                <a16:creationId xmlns:a16="http://schemas.microsoft.com/office/drawing/2014/main" id="{67215800-6579-D343-9467-E624EB1DFA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4850819" y="4864329"/>
            <a:ext cx="664757" cy="664757"/>
          </a:xfrm>
          <a:prstGeom prst="rect">
            <a:avLst/>
          </a:prstGeom>
        </p:spPr>
      </p:pic>
      <p:pic>
        <p:nvPicPr>
          <p:cNvPr id="64" name="Graphic 63" descr="Caret Left with solid fill">
            <a:extLst>
              <a:ext uri="{FF2B5EF4-FFF2-40B4-BE49-F238E27FC236}">
                <a16:creationId xmlns:a16="http://schemas.microsoft.com/office/drawing/2014/main" id="{653B1433-E471-7F42-84ED-9055499846A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12105629" y="4866026"/>
            <a:ext cx="664757" cy="664757"/>
          </a:xfrm>
          <a:prstGeom prst="rect">
            <a:avLst/>
          </a:prstGeom>
        </p:spPr>
      </p:pic>
      <p:sp>
        <p:nvSpPr>
          <p:cNvPr id="65" name="Oval 64">
            <a:extLst>
              <a:ext uri="{FF2B5EF4-FFF2-40B4-BE49-F238E27FC236}">
                <a16:creationId xmlns:a16="http://schemas.microsoft.com/office/drawing/2014/main" id="{AD92FC4F-5DB0-C247-90F5-8CB05697E256}"/>
              </a:ext>
            </a:extLst>
          </p:cNvPr>
          <p:cNvSpPr/>
          <p:nvPr/>
        </p:nvSpPr>
        <p:spPr>
          <a:xfrm>
            <a:off x="10472010" y="3047519"/>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72" name="Rectangle 71">
            <a:extLst>
              <a:ext uri="{FF2B5EF4-FFF2-40B4-BE49-F238E27FC236}">
                <a16:creationId xmlns:a16="http://schemas.microsoft.com/office/drawing/2014/main" id="{02D98935-4845-8245-9217-7F8ED45BB01F}"/>
              </a:ext>
            </a:extLst>
          </p:cNvPr>
          <p:cNvSpPr/>
          <p:nvPr/>
        </p:nvSpPr>
        <p:spPr>
          <a:xfrm>
            <a:off x="13190400" y="4006243"/>
            <a:ext cx="4511038" cy="1063896"/>
          </a:xfrm>
          <a:prstGeom prst="rect">
            <a:avLst/>
          </a:prstGeom>
          <a:solidFill>
            <a:srgbClr val="263E6C"/>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73" name="Oval 72">
            <a:extLst>
              <a:ext uri="{FF2B5EF4-FFF2-40B4-BE49-F238E27FC236}">
                <a16:creationId xmlns:a16="http://schemas.microsoft.com/office/drawing/2014/main" id="{F6899E83-E5FE-E042-A5CA-160081C9971A}"/>
              </a:ext>
            </a:extLst>
          </p:cNvPr>
          <p:cNvSpPr/>
          <p:nvPr/>
        </p:nvSpPr>
        <p:spPr>
          <a:xfrm>
            <a:off x="12875413" y="3777123"/>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65BEF52F-F41D-794E-9FD6-4E23C65BB713}"/>
              </a:ext>
            </a:extLst>
          </p:cNvPr>
          <p:cNvSpPr/>
          <p:nvPr/>
        </p:nvSpPr>
        <p:spPr>
          <a:xfrm>
            <a:off x="13203560" y="5437094"/>
            <a:ext cx="4511038" cy="1063896"/>
          </a:xfrm>
          <a:prstGeom prst="rect">
            <a:avLst/>
          </a:prstGeom>
          <a:solidFill>
            <a:srgbClr val="71966B"/>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76" name="Oval 75">
            <a:extLst>
              <a:ext uri="{FF2B5EF4-FFF2-40B4-BE49-F238E27FC236}">
                <a16:creationId xmlns:a16="http://schemas.microsoft.com/office/drawing/2014/main" id="{5A5999BC-FF40-7D4F-A1A1-4A19E4FB4C80}"/>
              </a:ext>
            </a:extLst>
          </p:cNvPr>
          <p:cNvSpPr/>
          <p:nvPr/>
        </p:nvSpPr>
        <p:spPr>
          <a:xfrm>
            <a:off x="12888573" y="5207974"/>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1C3DFD8F-0F8A-1749-9434-E5E34BE2F0D7}"/>
              </a:ext>
            </a:extLst>
          </p:cNvPr>
          <p:cNvSpPr/>
          <p:nvPr/>
        </p:nvSpPr>
        <p:spPr>
          <a:xfrm>
            <a:off x="13203816" y="6824439"/>
            <a:ext cx="4511038" cy="1063896"/>
          </a:xfrm>
          <a:prstGeom prst="rect">
            <a:avLst/>
          </a:prstGeom>
          <a:solidFill>
            <a:srgbClr val="DD7F05"/>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a:t>
            </a:r>
            <a:endParaRPr lang="en-US" sz="2400" b="1" dirty="0">
              <a:solidFill>
                <a:schemeClr val="tx1"/>
              </a:solidFill>
              <a:latin typeface="Arial" panose="020B0604020202020204" pitchFamily="34" charset="0"/>
              <a:cs typeface="Arial" panose="020B0604020202020204" pitchFamily="34" charset="0"/>
            </a:endParaRPr>
          </a:p>
        </p:txBody>
      </p:sp>
      <p:sp>
        <p:nvSpPr>
          <p:cNvPr id="79" name="Oval 78">
            <a:extLst>
              <a:ext uri="{FF2B5EF4-FFF2-40B4-BE49-F238E27FC236}">
                <a16:creationId xmlns:a16="http://schemas.microsoft.com/office/drawing/2014/main" id="{DB0C38AC-D6B5-8940-8091-718634E823A6}"/>
              </a:ext>
            </a:extLst>
          </p:cNvPr>
          <p:cNvSpPr/>
          <p:nvPr/>
        </p:nvSpPr>
        <p:spPr>
          <a:xfrm>
            <a:off x="12888829" y="6595319"/>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4</a:t>
            </a:r>
            <a:endParaRPr lang="en-US" b="1" dirty="0">
              <a:latin typeface="Arial" panose="020B0604020202020204" pitchFamily="34" charset="0"/>
              <a:cs typeface="Arial" panose="020B0604020202020204" pitchFamily="34" charset="0"/>
            </a:endParaRPr>
          </a:p>
        </p:txBody>
      </p:sp>
      <p:sp>
        <p:nvSpPr>
          <p:cNvPr id="81" name="Oval 80">
            <a:extLst>
              <a:ext uri="{FF2B5EF4-FFF2-40B4-BE49-F238E27FC236}">
                <a16:creationId xmlns:a16="http://schemas.microsoft.com/office/drawing/2014/main" id="{05B2BC3F-DCBD-554C-A04C-055AC02A498C}"/>
              </a:ext>
            </a:extLst>
          </p:cNvPr>
          <p:cNvSpPr/>
          <p:nvPr/>
        </p:nvSpPr>
        <p:spPr>
          <a:xfrm>
            <a:off x="10990854" y="3810444"/>
            <a:ext cx="629971" cy="62997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82" name="Oval 81">
            <a:extLst>
              <a:ext uri="{FF2B5EF4-FFF2-40B4-BE49-F238E27FC236}">
                <a16:creationId xmlns:a16="http://schemas.microsoft.com/office/drawing/2014/main" id="{7D6C76BB-7544-A04F-B50A-9C660A970F52}"/>
              </a:ext>
            </a:extLst>
          </p:cNvPr>
          <p:cNvSpPr/>
          <p:nvPr/>
        </p:nvSpPr>
        <p:spPr>
          <a:xfrm>
            <a:off x="9777648" y="5361218"/>
            <a:ext cx="629971" cy="629971"/>
          </a:xfrm>
          <a:prstGeom prst="ellipse">
            <a:avLst/>
          </a:prstGeom>
          <a:solidFill>
            <a:srgbClr val="71966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
        <p:nvSpPr>
          <p:cNvPr id="83" name="Oval 82">
            <a:extLst>
              <a:ext uri="{FF2B5EF4-FFF2-40B4-BE49-F238E27FC236}">
                <a16:creationId xmlns:a16="http://schemas.microsoft.com/office/drawing/2014/main" id="{A768CFB3-679E-5E45-A6AD-437D70C125CE}"/>
              </a:ext>
            </a:extLst>
          </p:cNvPr>
          <p:cNvSpPr/>
          <p:nvPr/>
        </p:nvSpPr>
        <p:spPr>
          <a:xfrm>
            <a:off x="9466260" y="6276211"/>
            <a:ext cx="629971" cy="629971"/>
          </a:xfrm>
          <a:prstGeom prst="ellipse">
            <a:avLst/>
          </a:prstGeom>
          <a:solidFill>
            <a:srgbClr val="DD7F0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4</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8183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D7930CB-9021-2947-A189-0BDFFDE344C8}"/>
              </a:ext>
            </a:extLst>
          </p:cNvPr>
          <p:cNvSpPr/>
          <p:nvPr/>
        </p:nvSpPr>
        <p:spPr>
          <a:xfrm>
            <a:off x="677758" y="3981107"/>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1</a:t>
            </a:r>
          </a:p>
        </p:txBody>
      </p:sp>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12</a:t>
            </a:fld>
            <a:endParaRPr lang="en-US">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1D3483AA-EEE9-614A-AC1C-99AA77D93AEF}"/>
              </a:ext>
            </a:extLst>
          </p:cNvPr>
          <p:cNvSpPr>
            <a:spLocks noGrp="1"/>
          </p:cNvSpPr>
          <p:nvPr>
            <p:ph type="body" sz="quarter" idx="14"/>
          </p:nvPr>
        </p:nvSpPr>
        <p:spPr/>
        <p:txBody>
          <a:bodyPr/>
          <a:lstStyle/>
          <a:p>
            <a:r>
              <a:rPr lang="en-US" dirty="0"/>
              <a:t>Evaluation Matrix</a:t>
            </a:r>
          </a:p>
        </p:txBody>
      </p:sp>
      <p:sp>
        <p:nvSpPr>
          <p:cNvPr id="4" name="Text Placeholder 3">
            <a:extLst>
              <a:ext uri="{FF2B5EF4-FFF2-40B4-BE49-F238E27FC236}">
                <a16:creationId xmlns:a16="http://schemas.microsoft.com/office/drawing/2014/main" id="{28CB7FB4-BFB1-D74F-9F3A-2F4927AD3617}"/>
              </a:ext>
            </a:extLst>
          </p:cNvPr>
          <p:cNvSpPr>
            <a:spLocks noGrp="1"/>
          </p:cNvSpPr>
          <p:nvPr>
            <p:ph type="body" sz="quarter" idx="15"/>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endParaRPr lang="en-US" dirty="0">
              <a:latin typeface="Arial" panose="020B0604020202020204" pitchFamily="34" charset="0"/>
              <a:cs typeface="Arial" panose="020B0604020202020204" pitchFamily="34" charset="0"/>
            </a:endParaRPr>
          </a:p>
        </p:txBody>
      </p:sp>
      <p:sp>
        <p:nvSpPr>
          <p:cNvPr id="67" name="Rectangle 66">
            <a:extLst>
              <a:ext uri="{FF2B5EF4-FFF2-40B4-BE49-F238E27FC236}">
                <a16:creationId xmlns:a16="http://schemas.microsoft.com/office/drawing/2014/main" id="{6917D0FC-8596-554C-A01C-46E90290E52A}"/>
              </a:ext>
            </a:extLst>
          </p:cNvPr>
          <p:cNvSpPr/>
          <p:nvPr/>
        </p:nvSpPr>
        <p:spPr>
          <a:xfrm>
            <a:off x="695324" y="1853076"/>
            <a:ext cx="4669155" cy="865677"/>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Requirement 1</a:t>
            </a:r>
          </a:p>
        </p:txBody>
      </p:sp>
      <p:sp>
        <p:nvSpPr>
          <p:cNvPr id="14" name="Rectangle 13">
            <a:extLst>
              <a:ext uri="{FF2B5EF4-FFF2-40B4-BE49-F238E27FC236}">
                <a16:creationId xmlns:a16="http://schemas.microsoft.com/office/drawing/2014/main" id="{FB8D082E-57B3-1C41-B24B-9C37AEBEC97A}"/>
              </a:ext>
            </a:extLst>
          </p:cNvPr>
          <p:cNvSpPr/>
          <p:nvPr/>
        </p:nvSpPr>
        <p:spPr>
          <a:xfrm>
            <a:off x="6826884" y="1853076"/>
            <a:ext cx="4669155" cy="886011"/>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Requirement 2</a:t>
            </a:r>
          </a:p>
        </p:txBody>
      </p:sp>
      <p:sp>
        <p:nvSpPr>
          <p:cNvPr id="15" name="Rectangle 14">
            <a:extLst>
              <a:ext uri="{FF2B5EF4-FFF2-40B4-BE49-F238E27FC236}">
                <a16:creationId xmlns:a16="http://schemas.microsoft.com/office/drawing/2014/main" id="{780E14A3-205E-E945-BAA4-AA0BD2B3DCF6}"/>
              </a:ext>
            </a:extLst>
          </p:cNvPr>
          <p:cNvSpPr/>
          <p:nvPr/>
        </p:nvSpPr>
        <p:spPr>
          <a:xfrm>
            <a:off x="12923520" y="1822246"/>
            <a:ext cx="4669155" cy="936657"/>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Requirement 3</a:t>
            </a:r>
          </a:p>
        </p:txBody>
      </p:sp>
      <p:sp>
        <p:nvSpPr>
          <p:cNvPr id="16" name="Oval 15">
            <a:extLst>
              <a:ext uri="{FF2B5EF4-FFF2-40B4-BE49-F238E27FC236}">
                <a16:creationId xmlns:a16="http://schemas.microsoft.com/office/drawing/2014/main" id="{0783E8A7-F02D-2A4E-B5BA-738BC6EA02EE}"/>
              </a:ext>
            </a:extLst>
          </p:cNvPr>
          <p:cNvSpPr/>
          <p:nvPr/>
        </p:nvSpPr>
        <p:spPr>
          <a:xfrm>
            <a:off x="390264" y="3926582"/>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1</a:t>
            </a:r>
            <a:endParaRPr lang="en-US" b="1" dirty="0"/>
          </a:p>
        </p:txBody>
      </p:sp>
      <p:sp>
        <p:nvSpPr>
          <p:cNvPr id="28" name="TextBox 37">
            <a:extLst>
              <a:ext uri="{FF2B5EF4-FFF2-40B4-BE49-F238E27FC236}">
                <a16:creationId xmlns:a16="http://schemas.microsoft.com/office/drawing/2014/main" id="{00167192-C9C3-C643-9A98-DCEA39C337A5}"/>
              </a:ext>
            </a:extLst>
          </p:cNvPr>
          <p:cNvSpPr txBox="1"/>
          <p:nvPr/>
        </p:nvSpPr>
        <p:spPr>
          <a:xfrm>
            <a:off x="7449060" y="3201693"/>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2</a:t>
            </a:r>
          </a:p>
        </p:txBody>
      </p:sp>
      <p:sp>
        <p:nvSpPr>
          <p:cNvPr id="29" name="TextBox 37">
            <a:extLst>
              <a:ext uri="{FF2B5EF4-FFF2-40B4-BE49-F238E27FC236}">
                <a16:creationId xmlns:a16="http://schemas.microsoft.com/office/drawing/2014/main" id="{14A406FD-0124-FE4B-8084-BFB50441CAFA}"/>
              </a:ext>
            </a:extLst>
          </p:cNvPr>
          <p:cNvSpPr txBox="1"/>
          <p:nvPr/>
        </p:nvSpPr>
        <p:spPr>
          <a:xfrm>
            <a:off x="5332327" y="3201693"/>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1</a:t>
            </a:r>
          </a:p>
        </p:txBody>
      </p:sp>
      <p:pic>
        <p:nvPicPr>
          <p:cNvPr id="10" name="Graphic 9" descr="Harvey Balls 50% with solid fill">
            <a:extLst>
              <a:ext uri="{FF2B5EF4-FFF2-40B4-BE49-F238E27FC236}">
                <a16:creationId xmlns:a16="http://schemas.microsoft.com/office/drawing/2014/main" id="{48A0B158-014B-DF48-AE73-F7A8ED925B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2636" y="3943143"/>
            <a:ext cx="914400" cy="914400"/>
          </a:xfrm>
          <a:prstGeom prst="rect">
            <a:avLst/>
          </a:prstGeom>
        </p:spPr>
      </p:pic>
      <p:pic>
        <p:nvPicPr>
          <p:cNvPr id="12" name="Graphic 11" descr="Harvey Balls 25% with solid fill">
            <a:extLst>
              <a:ext uri="{FF2B5EF4-FFF2-40B4-BE49-F238E27FC236}">
                <a16:creationId xmlns:a16="http://schemas.microsoft.com/office/drawing/2014/main" id="{EA2F7208-DA25-E149-BE67-1596A893FA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0011" y="3934861"/>
            <a:ext cx="914400" cy="914400"/>
          </a:xfrm>
          <a:prstGeom prst="rect">
            <a:avLst/>
          </a:prstGeom>
        </p:spPr>
      </p:pic>
      <p:pic>
        <p:nvPicPr>
          <p:cNvPr id="35" name="Graphic 34" descr="Harvey Balls 75% with solid fill">
            <a:extLst>
              <a:ext uri="{FF2B5EF4-FFF2-40B4-BE49-F238E27FC236}">
                <a16:creationId xmlns:a16="http://schemas.microsoft.com/office/drawing/2014/main" id="{B9B32F64-DF78-7E4E-8114-F1A85A6B88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7475" y="3934861"/>
            <a:ext cx="914400" cy="914400"/>
          </a:xfrm>
          <a:prstGeom prst="rect">
            <a:avLst/>
          </a:prstGeom>
        </p:spPr>
      </p:pic>
      <p:sp>
        <p:nvSpPr>
          <p:cNvPr id="36" name="Oval 35">
            <a:extLst>
              <a:ext uri="{FF2B5EF4-FFF2-40B4-BE49-F238E27FC236}">
                <a16:creationId xmlns:a16="http://schemas.microsoft.com/office/drawing/2014/main" id="{9FBE6E51-5D09-FF48-9E79-3881BFF027AF}"/>
              </a:ext>
            </a:extLst>
          </p:cNvPr>
          <p:cNvSpPr/>
          <p:nvPr/>
        </p:nvSpPr>
        <p:spPr>
          <a:xfrm>
            <a:off x="16379891" y="4029279"/>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Graphic 39" descr="Harvey Balls 50% with solid fill">
            <a:extLst>
              <a:ext uri="{FF2B5EF4-FFF2-40B4-BE49-F238E27FC236}">
                <a16:creationId xmlns:a16="http://schemas.microsoft.com/office/drawing/2014/main" id="{099D8E09-0A8C-DB43-A253-5094974FDA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3920" y="3930185"/>
            <a:ext cx="914400" cy="914400"/>
          </a:xfrm>
          <a:prstGeom prst="rect">
            <a:avLst/>
          </a:prstGeom>
        </p:spPr>
      </p:pic>
      <p:pic>
        <p:nvPicPr>
          <p:cNvPr id="41" name="Graphic 40" descr="Harvey Balls 25% with solid fill">
            <a:extLst>
              <a:ext uri="{FF2B5EF4-FFF2-40B4-BE49-F238E27FC236}">
                <a16:creationId xmlns:a16="http://schemas.microsoft.com/office/drawing/2014/main" id="{016FC297-BBB6-DD4A-9742-F69E4D32FD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9369" y="3934861"/>
            <a:ext cx="914400" cy="914400"/>
          </a:xfrm>
          <a:prstGeom prst="rect">
            <a:avLst/>
          </a:prstGeom>
        </p:spPr>
      </p:pic>
      <p:cxnSp>
        <p:nvCxnSpPr>
          <p:cNvPr id="48" name="Straight Connector 47">
            <a:extLst>
              <a:ext uri="{FF2B5EF4-FFF2-40B4-BE49-F238E27FC236}">
                <a16:creationId xmlns:a16="http://schemas.microsoft.com/office/drawing/2014/main" id="{CC194E86-6552-7F44-9C94-8ECA89F8A78D}"/>
              </a:ext>
            </a:extLst>
          </p:cNvPr>
          <p:cNvCxnSpPr>
            <a:cxnSpLocks/>
          </p:cNvCxnSpPr>
          <p:nvPr/>
        </p:nvCxnSpPr>
        <p:spPr>
          <a:xfrm flipV="1">
            <a:off x="5332327" y="3614525"/>
            <a:ext cx="12420768" cy="2176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TextBox 37">
            <a:extLst>
              <a:ext uri="{FF2B5EF4-FFF2-40B4-BE49-F238E27FC236}">
                <a16:creationId xmlns:a16="http://schemas.microsoft.com/office/drawing/2014/main" id="{43F0EA88-40F0-6B44-8658-9C8FD2479BE1}"/>
              </a:ext>
            </a:extLst>
          </p:cNvPr>
          <p:cNvSpPr txBox="1"/>
          <p:nvPr/>
        </p:nvSpPr>
        <p:spPr>
          <a:xfrm>
            <a:off x="9724768" y="3188025"/>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3</a:t>
            </a:r>
          </a:p>
        </p:txBody>
      </p:sp>
      <p:sp>
        <p:nvSpPr>
          <p:cNvPr id="54" name="TextBox 37">
            <a:extLst>
              <a:ext uri="{FF2B5EF4-FFF2-40B4-BE49-F238E27FC236}">
                <a16:creationId xmlns:a16="http://schemas.microsoft.com/office/drawing/2014/main" id="{EFC26A85-F7C6-3445-987C-27D45DE02F7C}"/>
              </a:ext>
            </a:extLst>
          </p:cNvPr>
          <p:cNvSpPr txBox="1"/>
          <p:nvPr/>
        </p:nvSpPr>
        <p:spPr>
          <a:xfrm>
            <a:off x="11863101" y="3193002"/>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4</a:t>
            </a:r>
          </a:p>
        </p:txBody>
      </p:sp>
      <p:sp>
        <p:nvSpPr>
          <p:cNvPr id="55" name="TextBox 37">
            <a:extLst>
              <a:ext uri="{FF2B5EF4-FFF2-40B4-BE49-F238E27FC236}">
                <a16:creationId xmlns:a16="http://schemas.microsoft.com/office/drawing/2014/main" id="{C964A153-E41E-B14C-B787-09442D73482C}"/>
              </a:ext>
            </a:extLst>
          </p:cNvPr>
          <p:cNvSpPr txBox="1"/>
          <p:nvPr/>
        </p:nvSpPr>
        <p:spPr>
          <a:xfrm>
            <a:off x="13817166" y="3188025"/>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5</a:t>
            </a:r>
          </a:p>
        </p:txBody>
      </p:sp>
      <p:sp>
        <p:nvSpPr>
          <p:cNvPr id="56" name="TextBox 37">
            <a:extLst>
              <a:ext uri="{FF2B5EF4-FFF2-40B4-BE49-F238E27FC236}">
                <a16:creationId xmlns:a16="http://schemas.microsoft.com/office/drawing/2014/main" id="{52BDDB44-BCAD-E84F-AA90-5B0E3F1728D7}"/>
              </a:ext>
            </a:extLst>
          </p:cNvPr>
          <p:cNvSpPr txBox="1"/>
          <p:nvPr/>
        </p:nvSpPr>
        <p:spPr>
          <a:xfrm>
            <a:off x="15855164" y="3147247"/>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6</a:t>
            </a:r>
          </a:p>
        </p:txBody>
      </p:sp>
      <p:sp>
        <p:nvSpPr>
          <p:cNvPr id="58" name="Rectangle 57">
            <a:extLst>
              <a:ext uri="{FF2B5EF4-FFF2-40B4-BE49-F238E27FC236}">
                <a16:creationId xmlns:a16="http://schemas.microsoft.com/office/drawing/2014/main" id="{DDB6FAC2-FE40-5349-9721-4E0E4E746852}"/>
              </a:ext>
            </a:extLst>
          </p:cNvPr>
          <p:cNvSpPr/>
          <p:nvPr/>
        </p:nvSpPr>
        <p:spPr>
          <a:xfrm>
            <a:off x="677758" y="5077628"/>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2</a:t>
            </a:r>
          </a:p>
        </p:txBody>
      </p:sp>
      <p:sp>
        <p:nvSpPr>
          <p:cNvPr id="59" name="Oval 58">
            <a:extLst>
              <a:ext uri="{FF2B5EF4-FFF2-40B4-BE49-F238E27FC236}">
                <a16:creationId xmlns:a16="http://schemas.microsoft.com/office/drawing/2014/main" id="{683C39E7-B18E-BA44-8C15-D54BE4FFFD15}"/>
              </a:ext>
            </a:extLst>
          </p:cNvPr>
          <p:cNvSpPr/>
          <p:nvPr/>
        </p:nvSpPr>
        <p:spPr>
          <a:xfrm>
            <a:off x="390264" y="5023103"/>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2</a:t>
            </a:r>
            <a:endParaRPr lang="en-US" b="1" dirty="0"/>
          </a:p>
        </p:txBody>
      </p:sp>
      <p:pic>
        <p:nvPicPr>
          <p:cNvPr id="60" name="Graphic 59" descr="Harvey Balls 50% with solid fill">
            <a:extLst>
              <a:ext uri="{FF2B5EF4-FFF2-40B4-BE49-F238E27FC236}">
                <a16:creationId xmlns:a16="http://schemas.microsoft.com/office/drawing/2014/main" id="{D15BFCC9-C38D-9046-9C54-2CC21F1C73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2636" y="5039664"/>
            <a:ext cx="914400" cy="914400"/>
          </a:xfrm>
          <a:prstGeom prst="rect">
            <a:avLst/>
          </a:prstGeom>
        </p:spPr>
      </p:pic>
      <p:pic>
        <p:nvPicPr>
          <p:cNvPr id="61" name="Graphic 60" descr="Harvey Balls 25% with solid fill">
            <a:extLst>
              <a:ext uri="{FF2B5EF4-FFF2-40B4-BE49-F238E27FC236}">
                <a16:creationId xmlns:a16="http://schemas.microsoft.com/office/drawing/2014/main" id="{E7F523E3-DBBB-5645-ADFD-4699EEFBEA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0011" y="5031382"/>
            <a:ext cx="914400" cy="914400"/>
          </a:xfrm>
          <a:prstGeom prst="rect">
            <a:avLst/>
          </a:prstGeom>
        </p:spPr>
      </p:pic>
      <p:pic>
        <p:nvPicPr>
          <p:cNvPr id="62" name="Graphic 61" descr="Harvey Balls 75% with solid fill">
            <a:extLst>
              <a:ext uri="{FF2B5EF4-FFF2-40B4-BE49-F238E27FC236}">
                <a16:creationId xmlns:a16="http://schemas.microsoft.com/office/drawing/2014/main" id="{31C6697E-FC6F-D24F-8DA1-4A1BAC760B3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7475" y="5031382"/>
            <a:ext cx="914400" cy="914400"/>
          </a:xfrm>
          <a:prstGeom prst="rect">
            <a:avLst/>
          </a:prstGeom>
        </p:spPr>
      </p:pic>
      <p:sp>
        <p:nvSpPr>
          <p:cNvPr id="63" name="Oval 62">
            <a:extLst>
              <a:ext uri="{FF2B5EF4-FFF2-40B4-BE49-F238E27FC236}">
                <a16:creationId xmlns:a16="http://schemas.microsoft.com/office/drawing/2014/main" id="{14610697-B0D4-A540-AE17-C0FF69CF2B98}"/>
              </a:ext>
            </a:extLst>
          </p:cNvPr>
          <p:cNvSpPr/>
          <p:nvPr/>
        </p:nvSpPr>
        <p:spPr>
          <a:xfrm>
            <a:off x="16379891" y="5125800"/>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Graphic 63" descr="Harvey Balls 50% with solid fill">
            <a:extLst>
              <a:ext uri="{FF2B5EF4-FFF2-40B4-BE49-F238E27FC236}">
                <a16:creationId xmlns:a16="http://schemas.microsoft.com/office/drawing/2014/main" id="{8BA476D7-B3B5-964B-9824-14B1937CF7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3920" y="5026706"/>
            <a:ext cx="914400" cy="914400"/>
          </a:xfrm>
          <a:prstGeom prst="rect">
            <a:avLst/>
          </a:prstGeom>
        </p:spPr>
      </p:pic>
      <p:pic>
        <p:nvPicPr>
          <p:cNvPr id="65" name="Graphic 64" descr="Harvey Balls 25% with solid fill">
            <a:extLst>
              <a:ext uri="{FF2B5EF4-FFF2-40B4-BE49-F238E27FC236}">
                <a16:creationId xmlns:a16="http://schemas.microsoft.com/office/drawing/2014/main" id="{982D3F26-429F-1C45-941F-8BFEAF8CA3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9369" y="5031382"/>
            <a:ext cx="914400" cy="914400"/>
          </a:xfrm>
          <a:prstGeom prst="rect">
            <a:avLst/>
          </a:prstGeom>
        </p:spPr>
      </p:pic>
      <p:sp>
        <p:nvSpPr>
          <p:cNvPr id="68" name="Rectangle 67">
            <a:extLst>
              <a:ext uri="{FF2B5EF4-FFF2-40B4-BE49-F238E27FC236}">
                <a16:creationId xmlns:a16="http://schemas.microsoft.com/office/drawing/2014/main" id="{CF19D383-68A3-CF47-8F47-73321F8E1FA7}"/>
              </a:ext>
            </a:extLst>
          </p:cNvPr>
          <p:cNvSpPr/>
          <p:nvPr/>
        </p:nvSpPr>
        <p:spPr>
          <a:xfrm>
            <a:off x="686409" y="6205924"/>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3</a:t>
            </a:r>
          </a:p>
        </p:txBody>
      </p:sp>
      <p:sp>
        <p:nvSpPr>
          <p:cNvPr id="69" name="Oval 68">
            <a:extLst>
              <a:ext uri="{FF2B5EF4-FFF2-40B4-BE49-F238E27FC236}">
                <a16:creationId xmlns:a16="http://schemas.microsoft.com/office/drawing/2014/main" id="{D050D9F4-B14C-AE41-AE92-DB49147610DD}"/>
              </a:ext>
            </a:extLst>
          </p:cNvPr>
          <p:cNvSpPr/>
          <p:nvPr/>
        </p:nvSpPr>
        <p:spPr>
          <a:xfrm>
            <a:off x="398915" y="6151399"/>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3</a:t>
            </a:r>
            <a:endParaRPr lang="en-US" b="1" dirty="0"/>
          </a:p>
        </p:txBody>
      </p:sp>
      <p:pic>
        <p:nvPicPr>
          <p:cNvPr id="71" name="Graphic 70" descr="Harvey Balls 50% with solid fill">
            <a:extLst>
              <a:ext uri="{FF2B5EF4-FFF2-40B4-BE49-F238E27FC236}">
                <a16:creationId xmlns:a16="http://schemas.microsoft.com/office/drawing/2014/main" id="{B29C36DB-AAC2-7F47-A4D1-EAD561106F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1287" y="6167960"/>
            <a:ext cx="914400" cy="914400"/>
          </a:xfrm>
          <a:prstGeom prst="rect">
            <a:avLst/>
          </a:prstGeom>
        </p:spPr>
      </p:pic>
      <p:pic>
        <p:nvPicPr>
          <p:cNvPr id="72" name="Graphic 71" descr="Harvey Balls 25% with solid fill">
            <a:extLst>
              <a:ext uri="{FF2B5EF4-FFF2-40B4-BE49-F238E27FC236}">
                <a16:creationId xmlns:a16="http://schemas.microsoft.com/office/drawing/2014/main" id="{D5D1EEDF-5FBC-0445-95DD-0E32E5EC70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8662" y="6159678"/>
            <a:ext cx="914400" cy="914400"/>
          </a:xfrm>
          <a:prstGeom prst="rect">
            <a:avLst/>
          </a:prstGeom>
        </p:spPr>
      </p:pic>
      <p:pic>
        <p:nvPicPr>
          <p:cNvPr id="73" name="Graphic 72" descr="Harvey Balls 75% with solid fill">
            <a:extLst>
              <a:ext uri="{FF2B5EF4-FFF2-40B4-BE49-F238E27FC236}">
                <a16:creationId xmlns:a16="http://schemas.microsoft.com/office/drawing/2014/main" id="{7794AE29-5C6E-FE45-8057-69F054AAE4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56126" y="6159678"/>
            <a:ext cx="914400" cy="914400"/>
          </a:xfrm>
          <a:prstGeom prst="rect">
            <a:avLst/>
          </a:prstGeom>
        </p:spPr>
      </p:pic>
      <p:sp>
        <p:nvSpPr>
          <p:cNvPr id="74" name="Oval 73">
            <a:extLst>
              <a:ext uri="{FF2B5EF4-FFF2-40B4-BE49-F238E27FC236}">
                <a16:creationId xmlns:a16="http://schemas.microsoft.com/office/drawing/2014/main" id="{77F88BEE-670C-D94A-B4D8-AE9C63EBDEDB}"/>
              </a:ext>
            </a:extLst>
          </p:cNvPr>
          <p:cNvSpPr/>
          <p:nvPr/>
        </p:nvSpPr>
        <p:spPr>
          <a:xfrm>
            <a:off x="16388542" y="6254096"/>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descr="Harvey Balls 50% with solid fill">
            <a:extLst>
              <a:ext uri="{FF2B5EF4-FFF2-40B4-BE49-F238E27FC236}">
                <a16:creationId xmlns:a16="http://schemas.microsoft.com/office/drawing/2014/main" id="{822278B4-E836-EA46-BC7D-5D51A1F33F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72571" y="6155002"/>
            <a:ext cx="914400" cy="914400"/>
          </a:xfrm>
          <a:prstGeom prst="rect">
            <a:avLst/>
          </a:prstGeom>
        </p:spPr>
      </p:pic>
      <p:pic>
        <p:nvPicPr>
          <p:cNvPr id="76" name="Graphic 75" descr="Harvey Balls 25% with solid fill">
            <a:extLst>
              <a:ext uri="{FF2B5EF4-FFF2-40B4-BE49-F238E27FC236}">
                <a16:creationId xmlns:a16="http://schemas.microsoft.com/office/drawing/2014/main" id="{E0F0500C-1AE4-E04B-9192-E206BAB693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8020" y="6159678"/>
            <a:ext cx="914400" cy="914400"/>
          </a:xfrm>
          <a:prstGeom prst="rect">
            <a:avLst/>
          </a:prstGeom>
        </p:spPr>
      </p:pic>
      <p:sp>
        <p:nvSpPr>
          <p:cNvPr id="77" name="Rectangle 76">
            <a:extLst>
              <a:ext uri="{FF2B5EF4-FFF2-40B4-BE49-F238E27FC236}">
                <a16:creationId xmlns:a16="http://schemas.microsoft.com/office/drawing/2014/main" id="{71553EBB-43A7-3B4C-A66B-DB604D657684}"/>
              </a:ext>
            </a:extLst>
          </p:cNvPr>
          <p:cNvSpPr/>
          <p:nvPr/>
        </p:nvSpPr>
        <p:spPr>
          <a:xfrm>
            <a:off x="686409" y="7306766"/>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4</a:t>
            </a:r>
          </a:p>
        </p:txBody>
      </p:sp>
      <p:sp>
        <p:nvSpPr>
          <p:cNvPr id="78" name="Oval 77">
            <a:extLst>
              <a:ext uri="{FF2B5EF4-FFF2-40B4-BE49-F238E27FC236}">
                <a16:creationId xmlns:a16="http://schemas.microsoft.com/office/drawing/2014/main" id="{5D16181A-8638-784D-BBD1-0C387499B3BA}"/>
              </a:ext>
            </a:extLst>
          </p:cNvPr>
          <p:cNvSpPr/>
          <p:nvPr/>
        </p:nvSpPr>
        <p:spPr>
          <a:xfrm>
            <a:off x="398915" y="7252241"/>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4</a:t>
            </a:r>
            <a:endParaRPr lang="en-US" b="1" dirty="0"/>
          </a:p>
        </p:txBody>
      </p:sp>
      <p:pic>
        <p:nvPicPr>
          <p:cNvPr id="79" name="Graphic 78" descr="Harvey Balls 50% with solid fill">
            <a:extLst>
              <a:ext uri="{FF2B5EF4-FFF2-40B4-BE49-F238E27FC236}">
                <a16:creationId xmlns:a16="http://schemas.microsoft.com/office/drawing/2014/main" id="{345E37FE-2A0D-7345-99EB-C217CBD695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1287" y="7268802"/>
            <a:ext cx="914400" cy="914400"/>
          </a:xfrm>
          <a:prstGeom prst="rect">
            <a:avLst/>
          </a:prstGeom>
        </p:spPr>
      </p:pic>
      <p:pic>
        <p:nvPicPr>
          <p:cNvPr id="80" name="Graphic 79" descr="Harvey Balls 25% with solid fill">
            <a:extLst>
              <a:ext uri="{FF2B5EF4-FFF2-40B4-BE49-F238E27FC236}">
                <a16:creationId xmlns:a16="http://schemas.microsoft.com/office/drawing/2014/main" id="{322E8A18-649E-8842-B831-305C9697D0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8662" y="7260520"/>
            <a:ext cx="914400" cy="914400"/>
          </a:xfrm>
          <a:prstGeom prst="rect">
            <a:avLst/>
          </a:prstGeom>
        </p:spPr>
      </p:pic>
      <p:pic>
        <p:nvPicPr>
          <p:cNvPr id="81" name="Graphic 80" descr="Harvey Balls 75% with solid fill">
            <a:extLst>
              <a:ext uri="{FF2B5EF4-FFF2-40B4-BE49-F238E27FC236}">
                <a16:creationId xmlns:a16="http://schemas.microsoft.com/office/drawing/2014/main" id="{BB1DB42F-F6E5-054C-9F4E-6D0011E521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56126" y="7260520"/>
            <a:ext cx="914400" cy="914400"/>
          </a:xfrm>
          <a:prstGeom prst="rect">
            <a:avLst/>
          </a:prstGeom>
        </p:spPr>
      </p:pic>
      <p:sp>
        <p:nvSpPr>
          <p:cNvPr id="82" name="Oval 81">
            <a:extLst>
              <a:ext uri="{FF2B5EF4-FFF2-40B4-BE49-F238E27FC236}">
                <a16:creationId xmlns:a16="http://schemas.microsoft.com/office/drawing/2014/main" id="{54F1431D-963C-E149-9E86-1B3B1E7E8491}"/>
              </a:ext>
            </a:extLst>
          </p:cNvPr>
          <p:cNvSpPr/>
          <p:nvPr/>
        </p:nvSpPr>
        <p:spPr>
          <a:xfrm>
            <a:off x="16388542" y="7354938"/>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phic 82" descr="Harvey Balls 50% with solid fill">
            <a:extLst>
              <a:ext uri="{FF2B5EF4-FFF2-40B4-BE49-F238E27FC236}">
                <a16:creationId xmlns:a16="http://schemas.microsoft.com/office/drawing/2014/main" id="{F23044A4-FFF2-8642-B18B-A3341D88CF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72571" y="7255844"/>
            <a:ext cx="914400" cy="914400"/>
          </a:xfrm>
          <a:prstGeom prst="rect">
            <a:avLst/>
          </a:prstGeom>
        </p:spPr>
      </p:pic>
      <p:pic>
        <p:nvPicPr>
          <p:cNvPr id="84" name="Graphic 83" descr="Harvey Balls 25% with solid fill">
            <a:extLst>
              <a:ext uri="{FF2B5EF4-FFF2-40B4-BE49-F238E27FC236}">
                <a16:creationId xmlns:a16="http://schemas.microsoft.com/office/drawing/2014/main" id="{7B691388-E7A4-7C40-ADC8-E3B9E5D471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8020" y="7260520"/>
            <a:ext cx="914400" cy="914400"/>
          </a:xfrm>
          <a:prstGeom prst="rect">
            <a:avLst/>
          </a:prstGeom>
        </p:spPr>
      </p:pic>
      <p:sp>
        <p:nvSpPr>
          <p:cNvPr id="85" name="Rectangle 84">
            <a:extLst>
              <a:ext uri="{FF2B5EF4-FFF2-40B4-BE49-F238E27FC236}">
                <a16:creationId xmlns:a16="http://schemas.microsoft.com/office/drawing/2014/main" id="{447AEF68-3203-BE44-B3A0-B5C995B2B461}"/>
              </a:ext>
            </a:extLst>
          </p:cNvPr>
          <p:cNvSpPr/>
          <p:nvPr/>
        </p:nvSpPr>
        <p:spPr>
          <a:xfrm>
            <a:off x="686409" y="8340662"/>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5</a:t>
            </a:r>
          </a:p>
        </p:txBody>
      </p:sp>
      <p:sp>
        <p:nvSpPr>
          <p:cNvPr id="86" name="Oval 85">
            <a:extLst>
              <a:ext uri="{FF2B5EF4-FFF2-40B4-BE49-F238E27FC236}">
                <a16:creationId xmlns:a16="http://schemas.microsoft.com/office/drawing/2014/main" id="{BE3FE663-09BF-BB4F-A9FD-A70ABF7CF5CB}"/>
              </a:ext>
            </a:extLst>
          </p:cNvPr>
          <p:cNvSpPr/>
          <p:nvPr/>
        </p:nvSpPr>
        <p:spPr>
          <a:xfrm>
            <a:off x="398915" y="8286137"/>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5</a:t>
            </a:r>
            <a:endParaRPr lang="en-US" b="1" dirty="0"/>
          </a:p>
        </p:txBody>
      </p:sp>
      <p:pic>
        <p:nvPicPr>
          <p:cNvPr id="87" name="Graphic 86" descr="Harvey Balls 50% with solid fill">
            <a:extLst>
              <a:ext uri="{FF2B5EF4-FFF2-40B4-BE49-F238E27FC236}">
                <a16:creationId xmlns:a16="http://schemas.microsoft.com/office/drawing/2014/main" id="{ABFF558A-D344-2844-B6AB-AE20B2A22D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1287" y="8302698"/>
            <a:ext cx="914400" cy="914400"/>
          </a:xfrm>
          <a:prstGeom prst="rect">
            <a:avLst/>
          </a:prstGeom>
        </p:spPr>
      </p:pic>
      <p:pic>
        <p:nvPicPr>
          <p:cNvPr id="88" name="Graphic 87" descr="Harvey Balls 25% with solid fill">
            <a:extLst>
              <a:ext uri="{FF2B5EF4-FFF2-40B4-BE49-F238E27FC236}">
                <a16:creationId xmlns:a16="http://schemas.microsoft.com/office/drawing/2014/main" id="{6A52CEA9-E57A-5D49-896B-20FDD8DFDD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8662" y="8294416"/>
            <a:ext cx="914400" cy="914400"/>
          </a:xfrm>
          <a:prstGeom prst="rect">
            <a:avLst/>
          </a:prstGeom>
        </p:spPr>
      </p:pic>
      <p:pic>
        <p:nvPicPr>
          <p:cNvPr id="89" name="Graphic 88" descr="Harvey Balls 75% with solid fill">
            <a:extLst>
              <a:ext uri="{FF2B5EF4-FFF2-40B4-BE49-F238E27FC236}">
                <a16:creationId xmlns:a16="http://schemas.microsoft.com/office/drawing/2014/main" id="{6EDF619E-5D2C-CF4A-BEA0-42037A1137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56126" y="8294416"/>
            <a:ext cx="914400" cy="914400"/>
          </a:xfrm>
          <a:prstGeom prst="rect">
            <a:avLst/>
          </a:prstGeom>
        </p:spPr>
      </p:pic>
      <p:sp>
        <p:nvSpPr>
          <p:cNvPr id="90" name="Oval 89">
            <a:extLst>
              <a:ext uri="{FF2B5EF4-FFF2-40B4-BE49-F238E27FC236}">
                <a16:creationId xmlns:a16="http://schemas.microsoft.com/office/drawing/2014/main" id="{FD1DBFD5-9A6F-CC4D-8A05-AD124539452B}"/>
              </a:ext>
            </a:extLst>
          </p:cNvPr>
          <p:cNvSpPr/>
          <p:nvPr/>
        </p:nvSpPr>
        <p:spPr>
          <a:xfrm>
            <a:off x="16388542" y="8388834"/>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1" name="Graphic 90" descr="Harvey Balls 50% with solid fill">
            <a:extLst>
              <a:ext uri="{FF2B5EF4-FFF2-40B4-BE49-F238E27FC236}">
                <a16:creationId xmlns:a16="http://schemas.microsoft.com/office/drawing/2014/main" id="{E1098C1E-BA3C-B24C-8A70-6460088B28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72571" y="8289740"/>
            <a:ext cx="914400" cy="914400"/>
          </a:xfrm>
          <a:prstGeom prst="rect">
            <a:avLst/>
          </a:prstGeom>
        </p:spPr>
      </p:pic>
      <p:pic>
        <p:nvPicPr>
          <p:cNvPr id="92" name="Graphic 91" descr="Harvey Balls 25% with solid fill">
            <a:extLst>
              <a:ext uri="{FF2B5EF4-FFF2-40B4-BE49-F238E27FC236}">
                <a16:creationId xmlns:a16="http://schemas.microsoft.com/office/drawing/2014/main" id="{1B3AD2AC-AC70-AB47-A41C-23848905A26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8020" y="8294416"/>
            <a:ext cx="914400" cy="914400"/>
          </a:xfrm>
          <a:prstGeom prst="rect">
            <a:avLst/>
          </a:prstGeom>
        </p:spPr>
      </p:pic>
      <p:cxnSp>
        <p:nvCxnSpPr>
          <p:cNvPr id="27" name="Google Shape;599;p11">
            <a:extLst>
              <a:ext uri="{FF2B5EF4-FFF2-40B4-BE49-F238E27FC236}">
                <a16:creationId xmlns:a16="http://schemas.microsoft.com/office/drawing/2014/main" id="{85D6AA34-F1F0-2845-AFC8-33BFFDEA43CD}"/>
              </a:ext>
            </a:extLst>
          </p:cNvPr>
          <p:cNvCxnSpPr>
            <a:cxnSpLocks/>
          </p:cNvCxnSpPr>
          <p:nvPr/>
        </p:nvCxnSpPr>
        <p:spPr>
          <a:xfrm>
            <a:off x="7285554" y="3636355"/>
            <a:ext cx="0" cy="5526219"/>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2" name="Google Shape;599;p11">
            <a:extLst>
              <a:ext uri="{FF2B5EF4-FFF2-40B4-BE49-F238E27FC236}">
                <a16:creationId xmlns:a16="http://schemas.microsoft.com/office/drawing/2014/main" id="{B1D8D2C5-ECA4-3948-AC86-DC34CB0F9C3D}"/>
              </a:ext>
            </a:extLst>
          </p:cNvPr>
          <p:cNvCxnSpPr>
            <a:cxnSpLocks/>
          </p:cNvCxnSpPr>
          <p:nvPr/>
        </p:nvCxnSpPr>
        <p:spPr>
          <a:xfrm>
            <a:off x="9530914" y="3614524"/>
            <a:ext cx="0" cy="5589616"/>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3" name="Google Shape;599;p11">
            <a:extLst>
              <a:ext uri="{FF2B5EF4-FFF2-40B4-BE49-F238E27FC236}">
                <a16:creationId xmlns:a16="http://schemas.microsoft.com/office/drawing/2014/main" id="{E12E780B-BEDE-2B47-BF1A-2611C49983AC}"/>
              </a:ext>
            </a:extLst>
          </p:cNvPr>
          <p:cNvCxnSpPr>
            <a:cxnSpLocks/>
          </p:cNvCxnSpPr>
          <p:nvPr/>
        </p:nvCxnSpPr>
        <p:spPr>
          <a:xfrm>
            <a:off x="11639113" y="3614524"/>
            <a:ext cx="0" cy="5602574"/>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4" name="Google Shape;599;p11">
            <a:extLst>
              <a:ext uri="{FF2B5EF4-FFF2-40B4-BE49-F238E27FC236}">
                <a16:creationId xmlns:a16="http://schemas.microsoft.com/office/drawing/2014/main" id="{B203080E-A5E2-364F-B2B3-9121A9F66040}"/>
              </a:ext>
            </a:extLst>
          </p:cNvPr>
          <p:cNvCxnSpPr>
            <a:cxnSpLocks/>
          </p:cNvCxnSpPr>
          <p:nvPr/>
        </p:nvCxnSpPr>
        <p:spPr>
          <a:xfrm>
            <a:off x="13635554" y="3614524"/>
            <a:ext cx="0" cy="5589616"/>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5" name="Google Shape;599;p11">
            <a:extLst>
              <a:ext uri="{FF2B5EF4-FFF2-40B4-BE49-F238E27FC236}">
                <a16:creationId xmlns:a16="http://schemas.microsoft.com/office/drawing/2014/main" id="{E9C8D530-F8EA-114C-B898-105036BF319E}"/>
              </a:ext>
            </a:extLst>
          </p:cNvPr>
          <p:cNvCxnSpPr>
            <a:cxnSpLocks/>
          </p:cNvCxnSpPr>
          <p:nvPr/>
        </p:nvCxnSpPr>
        <p:spPr>
          <a:xfrm>
            <a:off x="15748834" y="3614524"/>
            <a:ext cx="0" cy="5602574"/>
          </a:xfrm>
          <a:prstGeom prst="straightConnector1">
            <a:avLst/>
          </a:prstGeom>
          <a:noFill/>
          <a:ln w="38100" cap="flat" cmpd="sng">
            <a:solidFill>
              <a:schemeClr val="bg1">
                <a:lumMod val="65000"/>
              </a:schemeClr>
            </a:solidFill>
            <a:prstDash val="dash"/>
            <a:round/>
            <a:headEnd type="none" w="sm" len="sm"/>
            <a:tailEnd type="none" w="sm" len="sm"/>
          </a:ln>
        </p:spPr>
      </p:cxnSp>
    </p:spTree>
    <p:extLst>
      <p:ext uri="{BB962C8B-B14F-4D97-AF65-F5344CB8AC3E}">
        <p14:creationId xmlns:p14="http://schemas.microsoft.com/office/powerpoint/2010/main" val="613762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81C788E-3ADF-E849-B358-221D6033CC6B}"/>
              </a:ext>
            </a:extLst>
          </p:cNvPr>
          <p:cNvSpPr/>
          <p:nvPr/>
        </p:nvSpPr>
        <p:spPr>
          <a:xfrm>
            <a:off x="10774856" y="5660499"/>
            <a:ext cx="6958209" cy="1547549"/>
          </a:xfrm>
          <a:prstGeom prst="rect">
            <a:avLst/>
          </a:prstGeom>
          <a:solidFill>
            <a:srgbClr val="D9D9D9"/>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Arial" panose="020B0604020202020204" pitchFamily="34" charset="0"/>
              <a:cs typeface="Arial" panose="020B0604020202020204" pitchFamily="34" charset="0"/>
            </a:endParaRPr>
          </a:p>
          <a:p>
            <a:pPr algn="ctr"/>
            <a:r>
              <a:rPr lang="en-US" sz="2400" dirty="0">
                <a:solidFill>
                  <a:srgbClr val="29416E"/>
                </a:solidFill>
                <a:latin typeface="Arial" panose="020B0604020202020204" pitchFamily="34" charset="0"/>
                <a:cs typeface="Arial" panose="020B0604020202020204" pitchFamily="34" charset="0"/>
              </a:rPr>
              <a:t>--</a:t>
            </a:r>
            <a:endParaRPr lang="en-US" dirty="0">
              <a:solidFill>
                <a:srgbClr val="29416E"/>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13</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Executive Summary</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An Overview</a:t>
            </a: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67" name="AutoShape 3">
            <a:extLst>
              <a:ext uri="{FF2B5EF4-FFF2-40B4-BE49-F238E27FC236}">
                <a16:creationId xmlns:a16="http://schemas.microsoft.com/office/drawing/2014/main" id="{5BC87520-D453-E84F-A60B-BBE372A54CD5}"/>
              </a:ext>
            </a:extLst>
          </p:cNvPr>
          <p:cNvSpPr/>
          <p:nvPr/>
        </p:nvSpPr>
        <p:spPr>
          <a:xfrm flipH="1">
            <a:off x="2530728" y="2030170"/>
            <a:ext cx="0" cy="6823315"/>
          </a:xfrm>
          <a:prstGeom prst="line">
            <a:avLst/>
          </a:prstGeom>
          <a:ln w="38100" cap="flat">
            <a:solidFill>
              <a:srgbClr val="263F6B"/>
            </a:solidFill>
            <a:prstDash val="solid"/>
            <a:headEnd type="none" w="sm" len="sm"/>
            <a:tailEnd type="none" w="sm" len="sm"/>
          </a:ln>
        </p:spPr>
        <p:txBody>
          <a:bodyPr/>
          <a:lstStyle/>
          <a:p>
            <a:endParaRPr lang="en-US">
              <a:latin typeface="Arial" panose="020B0604020202020204" pitchFamily="34" charset="0"/>
              <a:cs typeface="Arial" panose="020B0604020202020204" pitchFamily="34" charset="0"/>
            </a:endParaRPr>
          </a:p>
        </p:txBody>
      </p:sp>
      <p:grpSp>
        <p:nvGrpSpPr>
          <p:cNvPr id="68" name="Group 5">
            <a:extLst>
              <a:ext uri="{FF2B5EF4-FFF2-40B4-BE49-F238E27FC236}">
                <a16:creationId xmlns:a16="http://schemas.microsoft.com/office/drawing/2014/main" id="{D8AF1308-8158-B249-A059-96BF2262DCD0}"/>
              </a:ext>
            </a:extLst>
          </p:cNvPr>
          <p:cNvGrpSpPr/>
          <p:nvPr/>
        </p:nvGrpSpPr>
        <p:grpSpPr>
          <a:xfrm>
            <a:off x="2326436" y="2392858"/>
            <a:ext cx="408582" cy="408582"/>
            <a:chOff x="0" y="0"/>
            <a:chExt cx="812800" cy="812800"/>
          </a:xfrm>
        </p:grpSpPr>
        <p:sp>
          <p:nvSpPr>
            <p:cNvPr id="74" name="Freeform 6">
              <a:extLst>
                <a:ext uri="{FF2B5EF4-FFF2-40B4-BE49-F238E27FC236}">
                  <a16:creationId xmlns:a16="http://schemas.microsoft.com/office/drawing/2014/main" id="{C0842329-0B41-4746-8027-A27E1DE0D1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77" name="TextBox 7">
              <a:extLst>
                <a:ext uri="{FF2B5EF4-FFF2-40B4-BE49-F238E27FC236}">
                  <a16:creationId xmlns:a16="http://schemas.microsoft.com/office/drawing/2014/main" id="{62679517-05F4-474D-856D-63B2A9BC44D3}"/>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06" name="TextBox 9">
            <a:extLst>
              <a:ext uri="{FF2B5EF4-FFF2-40B4-BE49-F238E27FC236}">
                <a16:creationId xmlns:a16="http://schemas.microsoft.com/office/drawing/2014/main" id="{0F3B0A7A-B1EF-5D4C-984B-D5DB762B6E36}"/>
              </a:ext>
            </a:extLst>
          </p:cNvPr>
          <p:cNvSpPr txBox="1"/>
          <p:nvPr/>
        </p:nvSpPr>
        <p:spPr>
          <a:xfrm>
            <a:off x="441204" y="8060828"/>
            <a:ext cx="1869033" cy="294953"/>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Impact</a:t>
            </a:r>
          </a:p>
        </p:txBody>
      </p:sp>
      <p:grpSp>
        <p:nvGrpSpPr>
          <p:cNvPr id="107" name="Group 10">
            <a:extLst>
              <a:ext uri="{FF2B5EF4-FFF2-40B4-BE49-F238E27FC236}">
                <a16:creationId xmlns:a16="http://schemas.microsoft.com/office/drawing/2014/main" id="{07812DEA-6C37-DF49-97D4-81CA189E5BFC}"/>
              </a:ext>
            </a:extLst>
          </p:cNvPr>
          <p:cNvGrpSpPr/>
          <p:nvPr/>
        </p:nvGrpSpPr>
        <p:grpSpPr>
          <a:xfrm>
            <a:off x="2326436" y="5606613"/>
            <a:ext cx="408582" cy="408582"/>
            <a:chOff x="0" y="0"/>
            <a:chExt cx="812800" cy="812800"/>
          </a:xfrm>
        </p:grpSpPr>
        <p:sp>
          <p:nvSpPr>
            <p:cNvPr id="108" name="Freeform 11">
              <a:extLst>
                <a:ext uri="{FF2B5EF4-FFF2-40B4-BE49-F238E27FC236}">
                  <a16:creationId xmlns:a16="http://schemas.microsoft.com/office/drawing/2014/main" id="{7FBF45F5-8FEF-6F44-8C24-C5E5937D90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109" name="TextBox 12">
              <a:extLst>
                <a:ext uri="{FF2B5EF4-FFF2-40B4-BE49-F238E27FC236}">
                  <a16:creationId xmlns:a16="http://schemas.microsoft.com/office/drawing/2014/main" id="{9DE6580B-2DA7-D349-B656-5D0651742B5C}"/>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120" name="Group 13">
            <a:extLst>
              <a:ext uri="{FF2B5EF4-FFF2-40B4-BE49-F238E27FC236}">
                <a16:creationId xmlns:a16="http://schemas.microsoft.com/office/drawing/2014/main" id="{9329B6DD-7F44-6C47-8E2A-C6DC23E586F0}"/>
              </a:ext>
            </a:extLst>
          </p:cNvPr>
          <p:cNvGrpSpPr/>
          <p:nvPr/>
        </p:nvGrpSpPr>
        <p:grpSpPr>
          <a:xfrm>
            <a:off x="2326436" y="7967891"/>
            <a:ext cx="408582" cy="408582"/>
            <a:chOff x="0" y="0"/>
            <a:chExt cx="812800" cy="812800"/>
          </a:xfrm>
        </p:grpSpPr>
        <p:sp>
          <p:nvSpPr>
            <p:cNvPr id="121" name="Freeform 14">
              <a:extLst>
                <a:ext uri="{FF2B5EF4-FFF2-40B4-BE49-F238E27FC236}">
                  <a16:creationId xmlns:a16="http://schemas.microsoft.com/office/drawing/2014/main" id="{E8DA2B44-8F9D-B84B-B994-7DBF268C25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122" name="TextBox 15">
              <a:extLst>
                <a:ext uri="{FF2B5EF4-FFF2-40B4-BE49-F238E27FC236}">
                  <a16:creationId xmlns:a16="http://schemas.microsoft.com/office/drawing/2014/main" id="{3C67E001-7584-6344-8A20-CB88801CA741}"/>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126" name="Group 19">
            <a:extLst>
              <a:ext uri="{FF2B5EF4-FFF2-40B4-BE49-F238E27FC236}">
                <a16:creationId xmlns:a16="http://schemas.microsoft.com/office/drawing/2014/main" id="{CA09842E-30E4-614F-A36F-99CFA62A279D}"/>
              </a:ext>
            </a:extLst>
          </p:cNvPr>
          <p:cNvGrpSpPr/>
          <p:nvPr/>
        </p:nvGrpSpPr>
        <p:grpSpPr>
          <a:xfrm>
            <a:off x="3329427" y="5602531"/>
            <a:ext cx="6958321" cy="1607768"/>
            <a:chOff x="0" y="-19050"/>
            <a:chExt cx="1838324" cy="549687"/>
          </a:xfrm>
          <a:solidFill>
            <a:srgbClr val="D9D9D9"/>
          </a:solidFill>
        </p:grpSpPr>
        <p:sp>
          <p:nvSpPr>
            <p:cNvPr id="127" name="Freeform 20">
              <a:extLst>
                <a:ext uri="{FF2B5EF4-FFF2-40B4-BE49-F238E27FC236}">
                  <a16:creationId xmlns:a16="http://schemas.microsoft.com/office/drawing/2014/main" id="{50643B1B-0C71-D240-9246-86D6191F3CEC}"/>
                </a:ext>
              </a:extLst>
            </p:cNvPr>
            <p:cNvSpPr/>
            <p:nvPr/>
          </p:nvSpPr>
          <p:spPr>
            <a:xfrm>
              <a:off x="0" y="0"/>
              <a:ext cx="1838324" cy="530637"/>
            </a:xfrm>
            <a:custGeom>
              <a:avLst/>
              <a:gdLst/>
              <a:ahLst/>
              <a:cxnLst/>
              <a:rect l="l" t="t" r="r" b="b"/>
              <a:pathLst>
                <a:path w="1838324" h="530637">
                  <a:moveTo>
                    <a:pt x="0" y="0"/>
                  </a:moveTo>
                  <a:lnTo>
                    <a:pt x="1838324" y="0"/>
                  </a:lnTo>
                  <a:lnTo>
                    <a:pt x="1838324" y="530637"/>
                  </a:lnTo>
                  <a:lnTo>
                    <a:pt x="0" y="530637"/>
                  </a:lnTo>
                  <a:close/>
                </a:path>
              </a:pathLst>
            </a:custGeom>
            <a:grp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9416E"/>
                  </a:solidFill>
                  <a:latin typeface="Arial" panose="020B0604020202020204" pitchFamily="34" charset="0"/>
                  <a:cs typeface="Arial" panose="020B0604020202020204" pitchFamily="34" charset="0"/>
                </a:rPr>
                <a:t>--</a:t>
              </a:r>
            </a:p>
          </p:txBody>
        </p:sp>
        <p:sp>
          <p:nvSpPr>
            <p:cNvPr id="128" name="TextBox 21">
              <a:extLst>
                <a:ext uri="{FF2B5EF4-FFF2-40B4-BE49-F238E27FC236}">
                  <a16:creationId xmlns:a16="http://schemas.microsoft.com/office/drawing/2014/main" id="{5E11D2A1-62AF-3E4E-A449-42B078EC01E7}"/>
                </a:ext>
              </a:extLst>
            </p:cNvPr>
            <p:cNvSpPr txBox="1"/>
            <p:nvPr/>
          </p:nvSpPr>
          <p:spPr>
            <a:xfrm>
              <a:off x="0" y="-19050"/>
              <a:ext cx="1838324" cy="549687"/>
            </a:xfrm>
            <a:prstGeom prst="rect">
              <a:avLst/>
            </a:prstGeom>
            <a:grpFill/>
            <a:ln w="38100">
              <a:noFill/>
            </a:ln>
          </p:spPr>
          <p:txBody>
            <a:bodyPr lIns="50800" tIns="50800" rIns="50800" bIns="50800" rtlCol="0" anchor="ctr"/>
            <a:lstStyle/>
            <a:p>
              <a:pPr algn="ctr">
                <a:lnSpc>
                  <a:spcPts val="3250"/>
                </a:lnSpc>
              </a:pPr>
              <a:endParaRPr sz="2400">
                <a:solidFill>
                  <a:schemeClr val="bg1"/>
                </a:solidFill>
                <a:latin typeface="Arial" panose="020B0604020202020204" pitchFamily="34" charset="0"/>
                <a:cs typeface="Arial" panose="020B0604020202020204" pitchFamily="34" charset="0"/>
              </a:endParaRPr>
            </a:p>
          </p:txBody>
        </p:sp>
      </p:grpSp>
      <p:grpSp>
        <p:nvGrpSpPr>
          <p:cNvPr id="129" name="Group 22">
            <a:extLst>
              <a:ext uri="{FF2B5EF4-FFF2-40B4-BE49-F238E27FC236}">
                <a16:creationId xmlns:a16="http://schemas.microsoft.com/office/drawing/2014/main" id="{033069F4-CA9D-6647-9F0B-3ED7708DA2C8}"/>
              </a:ext>
            </a:extLst>
          </p:cNvPr>
          <p:cNvGrpSpPr/>
          <p:nvPr/>
        </p:nvGrpSpPr>
        <p:grpSpPr>
          <a:xfrm>
            <a:off x="3496577" y="7589209"/>
            <a:ext cx="1526056" cy="1488116"/>
            <a:chOff x="0" y="0"/>
            <a:chExt cx="812800" cy="812800"/>
          </a:xfrm>
        </p:grpSpPr>
        <p:sp>
          <p:nvSpPr>
            <p:cNvPr id="130" name="Freeform 23">
              <a:extLst>
                <a:ext uri="{FF2B5EF4-FFF2-40B4-BE49-F238E27FC236}">
                  <a16:creationId xmlns:a16="http://schemas.microsoft.com/office/drawing/2014/main" id="{AE0BF534-F456-9642-ADB8-9104E9DBBA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131" name="TextBox 24">
              <a:extLst>
                <a:ext uri="{FF2B5EF4-FFF2-40B4-BE49-F238E27FC236}">
                  <a16:creationId xmlns:a16="http://schemas.microsoft.com/office/drawing/2014/main" id="{8FBAD77D-DF05-A343-861B-741CD9D801DA}"/>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32" name="TextBox 28">
            <a:extLst>
              <a:ext uri="{FF2B5EF4-FFF2-40B4-BE49-F238E27FC236}">
                <a16:creationId xmlns:a16="http://schemas.microsoft.com/office/drawing/2014/main" id="{1191CE60-72B4-A348-967C-AD337717A952}"/>
              </a:ext>
            </a:extLst>
          </p:cNvPr>
          <p:cNvSpPr txBox="1"/>
          <p:nvPr/>
        </p:nvSpPr>
        <p:spPr>
          <a:xfrm>
            <a:off x="386397" y="2422487"/>
            <a:ext cx="1869033" cy="294953"/>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Challenges</a:t>
            </a:r>
          </a:p>
        </p:txBody>
      </p:sp>
      <p:sp>
        <p:nvSpPr>
          <p:cNvPr id="133" name="TextBox 29">
            <a:extLst>
              <a:ext uri="{FF2B5EF4-FFF2-40B4-BE49-F238E27FC236}">
                <a16:creationId xmlns:a16="http://schemas.microsoft.com/office/drawing/2014/main" id="{BBF581D6-47B1-3346-AA64-91B97DA88A74}"/>
              </a:ext>
            </a:extLst>
          </p:cNvPr>
          <p:cNvSpPr txBox="1"/>
          <p:nvPr/>
        </p:nvSpPr>
        <p:spPr>
          <a:xfrm>
            <a:off x="10794009" y="5830145"/>
            <a:ext cx="6958212" cy="370101"/>
          </a:xfrm>
          <a:prstGeom prst="rect">
            <a:avLst/>
          </a:prstGeom>
        </p:spPr>
        <p:txBody>
          <a:bodyPr wrap="square" lIns="0" tIns="0" rIns="0" bIns="0" rtlCol="0" anchor="t">
            <a:spAutoFit/>
          </a:bodyPr>
          <a:lstStyle/>
          <a:p>
            <a:pPr algn="ctr">
              <a:lnSpc>
                <a:spcPts val="2797"/>
              </a:lnSpc>
            </a:pPr>
            <a:r>
              <a:rPr lang="en-US" sz="2850" spc="57"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134" name="TextBox 30">
            <a:extLst>
              <a:ext uri="{FF2B5EF4-FFF2-40B4-BE49-F238E27FC236}">
                <a16:creationId xmlns:a16="http://schemas.microsoft.com/office/drawing/2014/main" id="{933B2F4C-9D9D-9A40-B6C0-06760AFD164D}"/>
              </a:ext>
            </a:extLst>
          </p:cNvPr>
          <p:cNvSpPr txBox="1"/>
          <p:nvPr/>
        </p:nvSpPr>
        <p:spPr>
          <a:xfrm>
            <a:off x="3329536" y="5822786"/>
            <a:ext cx="6958212" cy="370101"/>
          </a:xfrm>
          <a:prstGeom prst="rect">
            <a:avLst/>
          </a:prstGeom>
        </p:spPr>
        <p:txBody>
          <a:bodyPr wrap="square" lIns="0" tIns="0" rIns="0" bIns="0" rtlCol="0" anchor="t">
            <a:spAutoFit/>
          </a:bodyPr>
          <a:lstStyle/>
          <a:p>
            <a:pPr algn="ctr">
              <a:lnSpc>
                <a:spcPts val="2814"/>
              </a:lnSpc>
            </a:pPr>
            <a:r>
              <a:rPr lang="en-US" sz="2850" spc="57"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138" name="TextBox 37">
            <a:extLst>
              <a:ext uri="{FF2B5EF4-FFF2-40B4-BE49-F238E27FC236}">
                <a16:creationId xmlns:a16="http://schemas.microsoft.com/office/drawing/2014/main" id="{56E46181-703C-724C-AA4B-0D63DCAC2F39}"/>
              </a:ext>
            </a:extLst>
          </p:cNvPr>
          <p:cNvSpPr txBox="1"/>
          <p:nvPr/>
        </p:nvSpPr>
        <p:spPr>
          <a:xfrm>
            <a:off x="5161964" y="8204732"/>
            <a:ext cx="3126966" cy="330668"/>
          </a:xfrm>
          <a:prstGeom prst="rect">
            <a:avLst/>
          </a:prstGeom>
        </p:spPr>
        <p:txBody>
          <a:bodyPr wrap="square" lIns="0" tIns="0" rIns="0" bIns="0" rtlCol="0" anchor="t">
            <a:spAutoFit/>
          </a:bodyPr>
          <a:lstStyle/>
          <a:p>
            <a:pPr>
              <a:lnSpc>
                <a:spcPts val="2515"/>
              </a:lnSpc>
            </a:pPr>
            <a:r>
              <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a:t>
            </a:r>
          </a:p>
        </p:txBody>
      </p:sp>
      <p:sp>
        <p:nvSpPr>
          <p:cNvPr id="139" name="TextBox 39">
            <a:extLst>
              <a:ext uri="{FF2B5EF4-FFF2-40B4-BE49-F238E27FC236}">
                <a16:creationId xmlns:a16="http://schemas.microsoft.com/office/drawing/2014/main" id="{92A2123F-E3A3-A84E-AB09-CFC8C07173DA}"/>
              </a:ext>
            </a:extLst>
          </p:cNvPr>
          <p:cNvSpPr txBox="1"/>
          <p:nvPr/>
        </p:nvSpPr>
        <p:spPr>
          <a:xfrm>
            <a:off x="412714" y="3968693"/>
            <a:ext cx="1869033" cy="294953"/>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Key Ask</a:t>
            </a:r>
          </a:p>
        </p:txBody>
      </p:sp>
      <p:grpSp>
        <p:nvGrpSpPr>
          <p:cNvPr id="140" name="Group 40">
            <a:extLst>
              <a:ext uri="{FF2B5EF4-FFF2-40B4-BE49-F238E27FC236}">
                <a16:creationId xmlns:a16="http://schemas.microsoft.com/office/drawing/2014/main" id="{DDBA5486-0B62-514D-BD07-0055F3280479}"/>
              </a:ext>
            </a:extLst>
          </p:cNvPr>
          <p:cNvGrpSpPr/>
          <p:nvPr/>
        </p:nvGrpSpPr>
        <p:grpSpPr>
          <a:xfrm>
            <a:off x="8638933" y="7589209"/>
            <a:ext cx="1526056" cy="1488116"/>
            <a:chOff x="0" y="0"/>
            <a:chExt cx="812800" cy="812800"/>
          </a:xfrm>
        </p:grpSpPr>
        <p:sp>
          <p:nvSpPr>
            <p:cNvPr id="141" name="Freeform 41">
              <a:extLst>
                <a:ext uri="{FF2B5EF4-FFF2-40B4-BE49-F238E27FC236}">
                  <a16:creationId xmlns:a16="http://schemas.microsoft.com/office/drawing/2014/main" id="{623CEFAC-1447-F441-A3E6-5F9FFF698B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142" name="TextBox 42">
              <a:extLst>
                <a:ext uri="{FF2B5EF4-FFF2-40B4-BE49-F238E27FC236}">
                  <a16:creationId xmlns:a16="http://schemas.microsoft.com/office/drawing/2014/main" id="{CAC35808-55FD-6F41-BDB2-A3146D7C0037}"/>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sz="2400">
                <a:solidFill>
                  <a:schemeClr val="bg1"/>
                </a:solidFill>
                <a:latin typeface="Arial" panose="020B0604020202020204" pitchFamily="34" charset="0"/>
                <a:cs typeface="Arial" panose="020B0604020202020204" pitchFamily="34" charset="0"/>
              </a:endParaRPr>
            </a:p>
          </p:txBody>
        </p:sp>
      </p:grpSp>
      <p:sp>
        <p:nvSpPr>
          <p:cNvPr id="144" name="TextBox 44">
            <a:extLst>
              <a:ext uri="{FF2B5EF4-FFF2-40B4-BE49-F238E27FC236}">
                <a16:creationId xmlns:a16="http://schemas.microsoft.com/office/drawing/2014/main" id="{9D4B8A1D-D82E-2D4D-83EB-6CFCC8F7A6BF}"/>
              </a:ext>
            </a:extLst>
          </p:cNvPr>
          <p:cNvSpPr txBox="1"/>
          <p:nvPr/>
        </p:nvSpPr>
        <p:spPr>
          <a:xfrm>
            <a:off x="10395149" y="8176869"/>
            <a:ext cx="3067689" cy="330668"/>
          </a:xfrm>
          <a:prstGeom prst="rect">
            <a:avLst/>
          </a:prstGeom>
        </p:spPr>
        <p:txBody>
          <a:bodyPr wrap="square" lIns="0" tIns="0" rIns="0" bIns="0" rtlCol="0" anchor="t">
            <a:spAutoFit/>
          </a:bodyPr>
          <a:lstStyle/>
          <a:p>
            <a:pPr>
              <a:lnSpc>
                <a:spcPts val="2515"/>
              </a:lnSpc>
            </a:pPr>
            <a:r>
              <a:rPr lang="en-US" sz="2550" spc="51">
                <a:solidFill>
                  <a:srgbClr val="263F6B"/>
                </a:solidFill>
                <a:latin typeface="Arial" panose="020B0604020202020204" pitchFamily="34" charset="0"/>
                <a:cs typeface="Arial" panose="020B0604020202020204" pitchFamily="34" charset="0"/>
              </a:rPr>
              <a:t>--</a:t>
            </a:r>
            <a:endParaRPr lang="en-US" sz="2566" spc="51">
              <a:solidFill>
                <a:srgbClr val="263F6B"/>
              </a:solidFill>
              <a:latin typeface="Arial" panose="020B0604020202020204" pitchFamily="34" charset="0"/>
              <a:cs typeface="Arial" panose="020B0604020202020204" pitchFamily="34" charset="0"/>
            </a:endParaRPr>
          </a:p>
        </p:txBody>
      </p:sp>
      <p:grpSp>
        <p:nvGrpSpPr>
          <p:cNvPr id="145" name="Group 45">
            <a:extLst>
              <a:ext uri="{FF2B5EF4-FFF2-40B4-BE49-F238E27FC236}">
                <a16:creationId xmlns:a16="http://schemas.microsoft.com/office/drawing/2014/main" id="{46C095C9-79C2-D847-8E6C-9D3E49629FAA}"/>
              </a:ext>
            </a:extLst>
          </p:cNvPr>
          <p:cNvGrpSpPr/>
          <p:nvPr/>
        </p:nvGrpSpPr>
        <p:grpSpPr>
          <a:xfrm>
            <a:off x="13753012" y="7589209"/>
            <a:ext cx="1526056" cy="1488116"/>
            <a:chOff x="0" y="0"/>
            <a:chExt cx="812800" cy="812800"/>
          </a:xfrm>
        </p:grpSpPr>
        <p:sp>
          <p:nvSpPr>
            <p:cNvPr id="146" name="Freeform 46">
              <a:extLst>
                <a:ext uri="{FF2B5EF4-FFF2-40B4-BE49-F238E27FC236}">
                  <a16:creationId xmlns:a16="http://schemas.microsoft.com/office/drawing/2014/main" id="{A1AC8C5A-CBD6-944F-9F1B-872FE04462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147" name="TextBox 47">
              <a:extLst>
                <a:ext uri="{FF2B5EF4-FFF2-40B4-BE49-F238E27FC236}">
                  <a16:creationId xmlns:a16="http://schemas.microsoft.com/office/drawing/2014/main" id="{79992598-CA93-2646-AFDF-33D5C1F94C34}"/>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49" name="TextBox 49">
            <a:extLst>
              <a:ext uri="{FF2B5EF4-FFF2-40B4-BE49-F238E27FC236}">
                <a16:creationId xmlns:a16="http://schemas.microsoft.com/office/drawing/2014/main" id="{70250A14-3C39-A749-A64B-AA269BB2C990}"/>
              </a:ext>
            </a:extLst>
          </p:cNvPr>
          <p:cNvSpPr txBox="1"/>
          <p:nvPr/>
        </p:nvSpPr>
        <p:spPr>
          <a:xfrm>
            <a:off x="15491676" y="8217789"/>
            <a:ext cx="2022431" cy="330668"/>
          </a:xfrm>
          <a:prstGeom prst="rect">
            <a:avLst/>
          </a:prstGeom>
        </p:spPr>
        <p:txBody>
          <a:bodyPr lIns="0" tIns="0" rIns="0" bIns="0" rtlCol="0" anchor="t">
            <a:spAutoFit/>
          </a:bodyPr>
          <a:lstStyle/>
          <a:p>
            <a:pPr>
              <a:lnSpc>
                <a:spcPts val="2515"/>
              </a:lnSpc>
            </a:pPr>
            <a:r>
              <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a:t>
            </a:r>
            <a:endParaRPr lang="en-US" sz="2566" spc="51" dirty="0">
              <a:solidFill>
                <a:srgbClr val="263F6B"/>
              </a:solidFill>
              <a:latin typeface="Arial" panose="020B0604020202020204" pitchFamily="34" charset="0"/>
              <a:cs typeface="Arial" panose="020B0604020202020204" pitchFamily="34" charset="0"/>
            </a:endParaRPr>
          </a:p>
        </p:txBody>
      </p:sp>
      <p:sp>
        <p:nvSpPr>
          <p:cNvPr id="157" name="Freeform 57">
            <a:extLst>
              <a:ext uri="{FF2B5EF4-FFF2-40B4-BE49-F238E27FC236}">
                <a16:creationId xmlns:a16="http://schemas.microsoft.com/office/drawing/2014/main" id="{7E42EA18-F11E-BB46-B607-5E010F07CE85}"/>
              </a:ext>
            </a:extLst>
          </p:cNvPr>
          <p:cNvSpPr/>
          <p:nvPr/>
        </p:nvSpPr>
        <p:spPr>
          <a:xfrm>
            <a:off x="3329536" y="1933407"/>
            <a:ext cx="4521089" cy="1266008"/>
          </a:xfrm>
          <a:custGeom>
            <a:avLst/>
            <a:gdLst/>
            <a:ahLst/>
            <a:cxnLst/>
            <a:rect l="l" t="t" r="r" b="b"/>
            <a:pathLst>
              <a:path w="1190739" h="403583">
                <a:moveTo>
                  <a:pt x="0" y="0"/>
                </a:moveTo>
                <a:lnTo>
                  <a:pt x="1190739" y="0"/>
                </a:lnTo>
                <a:lnTo>
                  <a:pt x="1190739" y="403583"/>
                </a:lnTo>
                <a:lnTo>
                  <a:pt x="0" y="403583"/>
                </a:lnTo>
                <a:close/>
              </a:path>
            </a:pathLst>
          </a:custGeom>
          <a:solidFill>
            <a:srgbClr val="D9D9D9"/>
          </a:solid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0355A"/>
                </a:solidFill>
                <a:latin typeface="Arial" panose="020B0604020202020204" pitchFamily="34" charset="0"/>
                <a:cs typeface="Arial" panose="020B0604020202020204" pitchFamily="34" charset="0"/>
              </a:rPr>
              <a:t>--</a:t>
            </a:r>
          </a:p>
        </p:txBody>
      </p:sp>
      <p:grpSp>
        <p:nvGrpSpPr>
          <p:cNvPr id="159" name="Group 59">
            <a:extLst>
              <a:ext uri="{FF2B5EF4-FFF2-40B4-BE49-F238E27FC236}">
                <a16:creationId xmlns:a16="http://schemas.microsoft.com/office/drawing/2014/main" id="{58DA3318-C736-FF47-98A7-903AE03F3E9C}"/>
              </a:ext>
            </a:extLst>
          </p:cNvPr>
          <p:cNvGrpSpPr/>
          <p:nvPr/>
        </p:nvGrpSpPr>
        <p:grpSpPr>
          <a:xfrm>
            <a:off x="2326436" y="3877724"/>
            <a:ext cx="408582" cy="408582"/>
            <a:chOff x="0" y="0"/>
            <a:chExt cx="812800" cy="812800"/>
          </a:xfrm>
        </p:grpSpPr>
        <p:sp>
          <p:nvSpPr>
            <p:cNvPr id="160" name="Freeform 60">
              <a:extLst>
                <a:ext uri="{FF2B5EF4-FFF2-40B4-BE49-F238E27FC236}">
                  <a16:creationId xmlns:a16="http://schemas.microsoft.com/office/drawing/2014/main" id="{227CF186-A98F-F94E-AE05-FCB4CF6EF2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161" name="TextBox 61">
              <a:extLst>
                <a:ext uri="{FF2B5EF4-FFF2-40B4-BE49-F238E27FC236}">
                  <a16:creationId xmlns:a16="http://schemas.microsoft.com/office/drawing/2014/main" id="{F2958DEA-E9D6-C449-AF35-4507659675D8}"/>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63" name="Freeform 63">
            <a:extLst>
              <a:ext uri="{FF2B5EF4-FFF2-40B4-BE49-F238E27FC236}">
                <a16:creationId xmlns:a16="http://schemas.microsoft.com/office/drawing/2014/main" id="{C2831BB8-B6C0-7444-B4A7-B8FB0B094A29}"/>
              </a:ext>
            </a:extLst>
          </p:cNvPr>
          <p:cNvSpPr/>
          <p:nvPr/>
        </p:nvSpPr>
        <p:spPr>
          <a:xfrm>
            <a:off x="3329530" y="3491520"/>
            <a:ext cx="14441844" cy="1094205"/>
          </a:xfrm>
          <a:custGeom>
            <a:avLst/>
            <a:gdLst/>
            <a:ahLst/>
            <a:cxnLst/>
            <a:rect l="l" t="t" r="r" b="b"/>
            <a:pathLst>
              <a:path w="3803613" h="288186">
                <a:moveTo>
                  <a:pt x="0" y="0"/>
                </a:moveTo>
                <a:lnTo>
                  <a:pt x="3803613" y="0"/>
                </a:lnTo>
                <a:lnTo>
                  <a:pt x="3803613" y="288186"/>
                </a:lnTo>
                <a:lnTo>
                  <a:pt x="0" y="288186"/>
                </a:lnTo>
                <a:close/>
              </a:path>
            </a:pathLst>
          </a:custGeom>
          <a:noFill/>
          <a:ln w="38100" cap="sq">
            <a:solidFill>
              <a:srgbClr val="263E6C"/>
            </a:solidFill>
            <a:prstDash val="solid"/>
            <a:miter/>
          </a:ln>
        </p:spPr>
        <p:txBody>
          <a:bodyPr/>
          <a:lstStyle/>
          <a:p>
            <a:pPr algn="ctr"/>
            <a:endParaRPr lang="en-US" sz="2400" dirty="0">
              <a:latin typeface="Arial" panose="020B0604020202020204" pitchFamily="34" charset="0"/>
              <a:cs typeface="Arial" panose="020B0604020202020204" pitchFamily="34" charset="0"/>
            </a:endParaRPr>
          </a:p>
          <a:p>
            <a:pPr algn="ctr"/>
            <a:r>
              <a:rPr lang="en-US" sz="2400" dirty="0">
                <a:latin typeface="Arial" panose="020B0604020202020204" pitchFamily="34" charset="0"/>
                <a:cs typeface="Arial" panose="020B0604020202020204" pitchFamily="34" charset="0"/>
              </a:rPr>
              <a:t>--</a:t>
            </a:r>
          </a:p>
        </p:txBody>
      </p:sp>
      <p:sp>
        <p:nvSpPr>
          <p:cNvPr id="6" name="TextBox 8">
            <a:extLst>
              <a:ext uri="{FF2B5EF4-FFF2-40B4-BE49-F238E27FC236}">
                <a16:creationId xmlns:a16="http://schemas.microsoft.com/office/drawing/2014/main" id="{3DA51168-A357-2D35-D60A-C9C59407A8E9}"/>
              </a:ext>
            </a:extLst>
          </p:cNvPr>
          <p:cNvSpPr txBox="1"/>
          <p:nvPr/>
        </p:nvSpPr>
        <p:spPr>
          <a:xfrm>
            <a:off x="441204" y="5710111"/>
            <a:ext cx="1869033" cy="305084"/>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Solution</a:t>
            </a:r>
          </a:p>
        </p:txBody>
      </p:sp>
      <p:sp>
        <p:nvSpPr>
          <p:cNvPr id="71" name="TextBox 58">
            <a:extLst>
              <a:ext uri="{FF2B5EF4-FFF2-40B4-BE49-F238E27FC236}">
                <a16:creationId xmlns:a16="http://schemas.microsoft.com/office/drawing/2014/main" id="{015A382C-9229-BE41-9EEE-69257F33DC90}"/>
              </a:ext>
            </a:extLst>
          </p:cNvPr>
          <p:cNvSpPr txBox="1"/>
          <p:nvPr/>
        </p:nvSpPr>
        <p:spPr>
          <a:xfrm>
            <a:off x="3291232" y="4967644"/>
            <a:ext cx="14480142" cy="908420"/>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sp>
        <p:nvSpPr>
          <p:cNvPr id="72" name="Freeform 57">
            <a:extLst>
              <a:ext uri="{FF2B5EF4-FFF2-40B4-BE49-F238E27FC236}">
                <a16:creationId xmlns:a16="http://schemas.microsoft.com/office/drawing/2014/main" id="{B8DAA93C-8265-E843-8524-D3B37CE3B86F}"/>
              </a:ext>
            </a:extLst>
          </p:cNvPr>
          <p:cNvSpPr/>
          <p:nvPr/>
        </p:nvSpPr>
        <p:spPr>
          <a:xfrm>
            <a:off x="3310384" y="4877288"/>
            <a:ext cx="14441837" cy="779709"/>
          </a:xfrm>
          <a:custGeom>
            <a:avLst/>
            <a:gdLst/>
            <a:ahLst/>
            <a:cxnLst/>
            <a:rect l="l" t="t" r="r" b="b"/>
            <a:pathLst>
              <a:path w="1190739" h="403583">
                <a:moveTo>
                  <a:pt x="0" y="0"/>
                </a:moveTo>
                <a:lnTo>
                  <a:pt x="1190739" y="0"/>
                </a:lnTo>
                <a:lnTo>
                  <a:pt x="1190739" y="403583"/>
                </a:lnTo>
                <a:lnTo>
                  <a:pt x="0" y="403583"/>
                </a:lnTo>
                <a:close/>
              </a:path>
            </a:pathLst>
          </a:custGeom>
          <a:solidFill>
            <a:srgbClr val="263E6C"/>
          </a:solidFill>
        </p:spPr>
        <p:txBody>
          <a:bodyPr/>
          <a:lstStyle/>
          <a:p>
            <a:pPr algn="ctr"/>
            <a:r>
              <a:rPr lang="en-US" sz="2800" dirty="0">
                <a:solidFill>
                  <a:schemeClr val="bg1"/>
                </a:solidFill>
                <a:latin typeface="Arial" panose="020B0604020202020204" pitchFamily="34" charset="0"/>
                <a:cs typeface="Arial" panose="020B0604020202020204" pitchFamily="34" charset="0"/>
              </a:rPr>
              <a:t>--</a:t>
            </a:r>
          </a:p>
        </p:txBody>
      </p:sp>
      <p:sp>
        <p:nvSpPr>
          <p:cNvPr id="75" name="Freeform 57">
            <a:extLst>
              <a:ext uri="{FF2B5EF4-FFF2-40B4-BE49-F238E27FC236}">
                <a16:creationId xmlns:a16="http://schemas.microsoft.com/office/drawing/2014/main" id="{AAB5A326-6C36-6142-97D1-54ADE21E21B5}"/>
              </a:ext>
            </a:extLst>
          </p:cNvPr>
          <p:cNvSpPr/>
          <p:nvPr/>
        </p:nvSpPr>
        <p:spPr>
          <a:xfrm>
            <a:off x="13231132" y="1931577"/>
            <a:ext cx="4521089" cy="1266008"/>
          </a:xfrm>
          <a:custGeom>
            <a:avLst/>
            <a:gdLst/>
            <a:ahLst/>
            <a:cxnLst/>
            <a:rect l="l" t="t" r="r" b="b"/>
            <a:pathLst>
              <a:path w="1190739" h="403583">
                <a:moveTo>
                  <a:pt x="0" y="0"/>
                </a:moveTo>
                <a:lnTo>
                  <a:pt x="1190739" y="0"/>
                </a:lnTo>
                <a:lnTo>
                  <a:pt x="1190739" y="403583"/>
                </a:lnTo>
                <a:lnTo>
                  <a:pt x="0" y="403583"/>
                </a:lnTo>
                <a:close/>
              </a:path>
            </a:pathLst>
          </a:custGeom>
          <a:solidFill>
            <a:srgbClr val="D9D9D9"/>
          </a:solid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0355A"/>
                </a:solidFill>
                <a:latin typeface="Arial" panose="020B0604020202020204" pitchFamily="34" charset="0"/>
                <a:cs typeface="Arial" panose="020B0604020202020204" pitchFamily="34" charset="0"/>
              </a:rPr>
              <a:t>--</a:t>
            </a:r>
          </a:p>
        </p:txBody>
      </p:sp>
      <p:sp>
        <p:nvSpPr>
          <p:cNvPr id="76" name="Freeform 57">
            <a:extLst>
              <a:ext uri="{FF2B5EF4-FFF2-40B4-BE49-F238E27FC236}">
                <a16:creationId xmlns:a16="http://schemas.microsoft.com/office/drawing/2014/main" id="{DDF911EA-321D-3C4F-81C5-821AC18B27E3}"/>
              </a:ext>
            </a:extLst>
          </p:cNvPr>
          <p:cNvSpPr/>
          <p:nvPr/>
        </p:nvSpPr>
        <p:spPr>
          <a:xfrm>
            <a:off x="8378070" y="1933406"/>
            <a:ext cx="4521089" cy="1266007"/>
          </a:xfrm>
          <a:custGeom>
            <a:avLst/>
            <a:gdLst/>
            <a:ahLst/>
            <a:cxnLst/>
            <a:rect l="l" t="t" r="r" b="b"/>
            <a:pathLst>
              <a:path w="1190739" h="403583">
                <a:moveTo>
                  <a:pt x="0" y="0"/>
                </a:moveTo>
                <a:lnTo>
                  <a:pt x="1190739" y="0"/>
                </a:lnTo>
                <a:lnTo>
                  <a:pt x="1190739" y="403583"/>
                </a:lnTo>
                <a:lnTo>
                  <a:pt x="0" y="403583"/>
                </a:lnTo>
                <a:close/>
              </a:path>
            </a:pathLst>
          </a:custGeom>
          <a:solidFill>
            <a:srgbClr val="D9D9D9"/>
          </a:solid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0355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000679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3FEBC6B-88F1-71DB-7124-EA284C7EFE5D}"/>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14</a:t>
            </a:fld>
            <a:endParaRPr lang="en-US">
              <a:latin typeface="Arial" panose="020B0604020202020204" pitchFamily="34" charset="0"/>
              <a:cs typeface="Arial" panose="020B0604020202020204" pitchFamily="34" charset="0"/>
            </a:endParaRPr>
          </a:p>
        </p:txBody>
      </p:sp>
      <p:sp>
        <p:nvSpPr>
          <p:cNvPr id="18" name="Freeform 2">
            <a:extLst>
              <a:ext uri="{FF2B5EF4-FFF2-40B4-BE49-F238E27FC236}">
                <a16:creationId xmlns:a16="http://schemas.microsoft.com/office/drawing/2014/main" id="{89EC5333-E8F2-A243-97A0-ABB42CD0F88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6122" r="-2520" b="-91699"/>
            </a:stretch>
          </a:blipFill>
        </p:spPr>
        <p:txBody>
          <a:bodyPr/>
          <a:lstStyle/>
          <a:p>
            <a:endParaRPr lang="en-CA">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65308EAD-6920-BE4A-AD97-962EB9167FD9}"/>
              </a:ext>
            </a:extLst>
          </p:cNvPr>
          <p:cNvSpPr/>
          <p:nvPr/>
        </p:nvSpPr>
        <p:spPr>
          <a:xfrm>
            <a:off x="0" y="7129"/>
            <a:ext cx="18288000" cy="10392355"/>
          </a:xfrm>
          <a:prstGeom prst="rect">
            <a:avLst/>
          </a:prstGeom>
          <a:solidFill>
            <a:srgbClr val="263E6C">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350" b="1">
              <a:latin typeface="Arial" panose="020B0604020202020204" pitchFamily="34" charset="0"/>
              <a:cs typeface="Arial" panose="020B0604020202020204" pitchFamily="34" charset="0"/>
            </a:endParaRPr>
          </a:p>
        </p:txBody>
      </p:sp>
      <p:sp>
        <p:nvSpPr>
          <p:cNvPr id="20" name="TextBox 8">
            <a:extLst>
              <a:ext uri="{FF2B5EF4-FFF2-40B4-BE49-F238E27FC236}">
                <a16:creationId xmlns:a16="http://schemas.microsoft.com/office/drawing/2014/main" id="{C60D81EC-C0D5-1F4B-B57D-72D2CD2CB533}"/>
              </a:ext>
            </a:extLst>
          </p:cNvPr>
          <p:cNvSpPr txBox="1"/>
          <p:nvPr/>
        </p:nvSpPr>
        <p:spPr>
          <a:xfrm>
            <a:off x="4664511" y="1140252"/>
            <a:ext cx="8958977" cy="371255"/>
          </a:xfrm>
          <a:prstGeom prst="rect">
            <a:avLst/>
          </a:prstGeom>
        </p:spPr>
        <p:txBody>
          <a:bodyPr lIns="0" tIns="0" rIns="0" bIns="0" rtlCol="0" anchor="t">
            <a:spAutoFit/>
          </a:bodyPr>
          <a:lstStyle/>
          <a:p>
            <a:pPr algn="ctr">
              <a:lnSpc>
                <a:spcPts val="2814"/>
              </a:lnSpc>
            </a:pPr>
            <a:r>
              <a:rPr lang="en-US" sz="2871" spc="57" dirty="0">
                <a:solidFill>
                  <a:srgbClr val="FFFFFF"/>
                </a:solidFill>
                <a:latin typeface="Arial" panose="020B0604020202020204" pitchFamily="34" charset="0"/>
                <a:cs typeface="Arial" panose="020B0604020202020204" pitchFamily="34" charset="0"/>
              </a:rPr>
              <a:t>Introducing:</a:t>
            </a:r>
          </a:p>
        </p:txBody>
      </p:sp>
      <p:sp>
        <p:nvSpPr>
          <p:cNvPr id="21" name="TextBox 8">
            <a:extLst>
              <a:ext uri="{FF2B5EF4-FFF2-40B4-BE49-F238E27FC236}">
                <a16:creationId xmlns:a16="http://schemas.microsoft.com/office/drawing/2014/main" id="{0BF672B8-0AB1-BA4C-89AF-2EAA938B1622}"/>
              </a:ext>
            </a:extLst>
          </p:cNvPr>
          <p:cNvSpPr txBox="1"/>
          <p:nvPr/>
        </p:nvSpPr>
        <p:spPr>
          <a:xfrm>
            <a:off x="4664510" y="2644630"/>
            <a:ext cx="8958977" cy="461986"/>
          </a:xfrm>
          <a:prstGeom prst="rect">
            <a:avLst/>
          </a:prstGeom>
        </p:spPr>
        <p:txBody>
          <a:bodyPr lIns="0" tIns="0" rIns="0" bIns="0" rtlCol="0" anchor="t">
            <a:spAutoFit/>
          </a:bodyPr>
          <a:lstStyle/>
          <a:p>
            <a:pPr algn="ctr">
              <a:lnSpc>
                <a:spcPts val="2814"/>
              </a:lnSpc>
            </a:pPr>
            <a:r>
              <a:rPr lang="en-US" sz="6600" spc="57" dirty="0">
                <a:solidFill>
                  <a:srgbClr val="FFFFFF"/>
                </a:solidFill>
                <a:latin typeface="Arial" panose="020B0604020202020204" pitchFamily="34" charset="0"/>
                <a:cs typeface="Arial" panose="020B0604020202020204" pitchFamily="34" charset="0"/>
              </a:rPr>
              <a:t>STRATEGY NAME</a:t>
            </a:r>
          </a:p>
        </p:txBody>
      </p:sp>
    </p:spTree>
    <p:extLst>
      <p:ext uri="{BB962C8B-B14F-4D97-AF65-F5344CB8AC3E}">
        <p14:creationId xmlns:p14="http://schemas.microsoft.com/office/powerpoint/2010/main" val="1712596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3FEBC6B-88F1-71DB-7124-EA284C7EFE5D}"/>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15</a:t>
            </a:fld>
            <a:endParaRPr lang="en-US">
              <a:latin typeface="Arial" panose="020B0604020202020204" pitchFamily="34" charset="0"/>
              <a:cs typeface="Arial" panose="020B0604020202020204" pitchFamily="34" charset="0"/>
            </a:endParaRPr>
          </a:p>
        </p:txBody>
      </p:sp>
      <p:sp>
        <p:nvSpPr>
          <p:cNvPr id="18" name="Freeform 2">
            <a:extLst>
              <a:ext uri="{FF2B5EF4-FFF2-40B4-BE49-F238E27FC236}">
                <a16:creationId xmlns:a16="http://schemas.microsoft.com/office/drawing/2014/main" id="{89EC5333-E8F2-A243-97A0-ABB42CD0F88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6122" r="-2520" b="-91699"/>
            </a:stretch>
          </a:blipFill>
        </p:spPr>
        <p:txBody>
          <a:bodyPr/>
          <a:lstStyle/>
          <a:p>
            <a:endParaRPr lang="en-CA">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65308EAD-6920-BE4A-AD97-962EB9167FD9}"/>
              </a:ext>
            </a:extLst>
          </p:cNvPr>
          <p:cNvSpPr/>
          <p:nvPr/>
        </p:nvSpPr>
        <p:spPr>
          <a:xfrm>
            <a:off x="0" y="7129"/>
            <a:ext cx="18288000" cy="10392355"/>
          </a:xfrm>
          <a:prstGeom prst="rect">
            <a:avLst/>
          </a:prstGeom>
          <a:solidFill>
            <a:srgbClr val="263E6C">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350" b="1">
              <a:latin typeface="Arial" panose="020B0604020202020204" pitchFamily="34" charset="0"/>
              <a:cs typeface="Arial" panose="020B0604020202020204" pitchFamily="34" charset="0"/>
            </a:endParaRPr>
          </a:p>
        </p:txBody>
      </p:sp>
      <p:sp>
        <p:nvSpPr>
          <p:cNvPr id="20" name="TextBox 8">
            <a:extLst>
              <a:ext uri="{FF2B5EF4-FFF2-40B4-BE49-F238E27FC236}">
                <a16:creationId xmlns:a16="http://schemas.microsoft.com/office/drawing/2014/main" id="{C60D81EC-C0D5-1F4B-B57D-72D2CD2CB533}"/>
              </a:ext>
            </a:extLst>
          </p:cNvPr>
          <p:cNvSpPr txBox="1"/>
          <p:nvPr/>
        </p:nvSpPr>
        <p:spPr>
          <a:xfrm>
            <a:off x="4664511" y="1140252"/>
            <a:ext cx="8958977" cy="371255"/>
          </a:xfrm>
          <a:prstGeom prst="rect">
            <a:avLst/>
          </a:prstGeom>
        </p:spPr>
        <p:txBody>
          <a:bodyPr lIns="0" tIns="0" rIns="0" bIns="0" rtlCol="0" anchor="t">
            <a:spAutoFit/>
          </a:bodyPr>
          <a:lstStyle/>
          <a:p>
            <a:pPr algn="ctr">
              <a:lnSpc>
                <a:spcPts val="2814"/>
              </a:lnSpc>
            </a:pPr>
            <a:r>
              <a:rPr lang="en-US" sz="2871" spc="57" dirty="0">
                <a:solidFill>
                  <a:srgbClr val="FFFFFF"/>
                </a:solidFill>
                <a:latin typeface="Arial" panose="020B0604020202020204" pitchFamily="34" charset="0"/>
                <a:cs typeface="Arial" panose="020B0604020202020204" pitchFamily="34" charset="0"/>
              </a:rPr>
              <a:t>Introducing:</a:t>
            </a:r>
          </a:p>
        </p:txBody>
      </p:sp>
      <p:sp>
        <p:nvSpPr>
          <p:cNvPr id="21" name="TextBox 8">
            <a:extLst>
              <a:ext uri="{FF2B5EF4-FFF2-40B4-BE49-F238E27FC236}">
                <a16:creationId xmlns:a16="http://schemas.microsoft.com/office/drawing/2014/main" id="{0BF672B8-0AB1-BA4C-89AF-2EAA938B1622}"/>
              </a:ext>
            </a:extLst>
          </p:cNvPr>
          <p:cNvSpPr txBox="1"/>
          <p:nvPr/>
        </p:nvSpPr>
        <p:spPr>
          <a:xfrm>
            <a:off x="4664510" y="2644630"/>
            <a:ext cx="8958977" cy="461986"/>
          </a:xfrm>
          <a:prstGeom prst="rect">
            <a:avLst/>
          </a:prstGeom>
        </p:spPr>
        <p:txBody>
          <a:bodyPr lIns="0" tIns="0" rIns="0" bIns="0" rtlCol="0" anchor="t">
            <a:spAutoFit/>
          </a:bodyPr>
          <a:lstStyle/>
          <a:p>
            <a:pPr algn="ctr">
              <a:lnSpc>
                <a:spcPts val="2814"/>
              </a:lnSpc>
            </a:pPr>
            <a:r>
              <a:rPr lang="en-US" sz="6600" spc="57" dirty="0">
                <a:solidFill>
                  <a:srgbClr val="FFFFFF"/>
                </a:solidFill>
                <a:latin typeface="Arial" panose="020B0604020202020204" pitchFamily="34" charset="0"/>
                <a:cs typeface="Arial" panose="020B0604020202020204" pitchFamily="34" charset="0"/>
              </a:rPr>
              <a:t>STRATEGY NAME</a:t>
            </a:r>
          </a:p>
        </p:txBody>
      </p:sp>
      <p:sp>
        <p:nvSpPr>
          <p:cNvPr id="35" name="Rectangle 34">
            <a:extLst>
              <a:ext uri="{FF2B5EF4-FFF2-40B4-BE49-F238E27FC236}">
                <a16:creationId xmlns:a16="http://schemas.microsoft.com/office/drawing/2014/main" id="{61D63521-44CC-8F4D-A6CF-9E9C1DC15DAF}"/>
              </a:ext>
            </a:extLst>
          </p:cNvPr>
          <p:cNvSpPr/>
          <p:nvPr/>
        </p:nvSpPr>
        <p:spPr>
          <a:xfrm>
            <a:off x="3127266" y="4413168"/>
            <a:ext cx="4948742" cy="52102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03436E5D-B19B-AE47-BF30-B4C9665B5639}"/>
              </a:ext>
            </a:extLst>
          </p:cNvPr>
          <p:cNvSpPr/>
          <p:nvPr/>
        </p:nvSpPr>
        <p:spPr>
          <a:xfrm>
            <a:off x="5136157" y="3825764"/>
            <a:ext cx="930961" cy="93096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1</a:t>
            </a:r>
            <a:endParaRPr lang="en-US" b="1" dirty="0"/>
          </a:p>
        </p:txBody>
      </p:sp>
      <p:sp>
        <p:nvSpPr>
          <p:cNvPr id="33" name="object 28">
            <a:extLst>
              <a:ext uri="{FF2B5EF4-FFF2-40B4-BE49-F238E27FC236}">
                <a16:creationId xmlns:a16="http://schemas.microsoft.com/office/drawing/2014/main" id="{B220E1A7-B595-B748-80C4-5C6BC5370A99}"/>
              </a:ext>
            </a:extLst>
          </p:cNvPr>
          <p:cNvSpPr/>
          <p:nvPr/>
        </p:nvSpPr>
        <p:spPr>
          <a:xfrm rot="5400000">
            <a:off x="5420272" y="4839471"/>
            <a:ext cx="362729" cy="3703502"/>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a:latin typeface="Arial" panose="020B0604020202020204" pitchFamily="34" charset="0"/>
              <a:cs typeface="Arial" panose="020B0604020202020204" pitchFamily="34" charset="0"/>
            </a:endParaRPr>
          </a:p>
        </p:txBody>
      </p:sp>
      <p:sp>
        <p:nvSpPr>
          <p:cNvPr id="36" name="TextBox 8">
            <a:extLst>
              <a:ext uri="{FF2B5EF4-FFF2-40B4-BE49-F238E27FC236}">
                <a16:creationId xmlns:a16="http://schemas.microsoft.com/office/drawing/2014/main" id="{4538C5EE-0FEC-8245-A10C-42AA5CE52689}"/>
              </a:ext>
            </a:extLst>
          </p:cNvPr>
          <p:cNvSpPr txBox="1"/>
          <p:nvPr/>
        </p:nvSpPr>
        <p:spPr>
          <a:xfrm>
            <a:off x="3127266" y="5488569"/>
            <a:ext cx="4948742" cy="362728"/>
          </a:xfrm>
          <a:prstGeom prst="rect">
            <a:avLst/>
          </a:prstGeom>
        </p:spPr>
        <p:txBody>
          <a:bodyPr wrap="square" lIns="0" tIns="0" rIns="0" bIns="0" rtlCol="0" anchor="t">
            <a:spAutoFit/>
          </a:bodyPr>
          <a:lstStyle/>
          <a:p>
            <a:pPr algn="ctr">
              <a:lnSpc>
                <a:spcPts val="2814"/>
              </a:lnSpc>
            </a:pPr>
            <a:r>
              <a:rPr lang="en-US" sz="3200" b="1" spc="57" dirty="0">
                <a:latin typeface="Arial" panose="020B0604020202020204" pitchFamily="34" charset="0"/>
                <a:cs typeface="Arial" panose="020B0604020202020204" pitchFamily="34" charset="0"/>
              </a:rPr>
              <a:t>PILLAR 1</a:t>
            </a:r>
          </a:p>
        </p:txBody>
      </p:sp>
      <p:sp>
        <p:nvSpPr>
          <p:cNvPr id="37" name="TextBox 8">
            <a:extLst>
              <a:ext uri="{FF2B5EF4-FFF2-40B4-BE49-F238E27FC236}">
                <a16:creationId xmlns:a16="http://schemas.microsoft.com/office/drawing/2014/main" id="{8BC1E7FE-00AF-0445-B2F0-20A49CE1A778}"/>
              </a:ext>
            </a:extLst>
          </p:cNvPr>
          <p:cNvSpPr txBox="1"/>
          <p:nvPr/>
        </p:nvSpPr>
        <p:spPr>
          <a:xfrm>
            <a:off x="3127266" y="7459991"/>
            <a:ext cx="4948742" cy="359073"/>
          </a:xfrm>
          <a:prstGeom prst="rect">
            <a:avLst/>
          </a:prstGeom>
        </p:spPr>
        <p:txBody>
          <a:bodyPr wrap="square" lIns="0" tIns="0" rIns="0" bIns="0" rtlCol="0" anchor="t">
            <a:spAutoFit/>
          </a:bodyPr>
          <a:lstStyle/>
          <a:p>
            <a:pPr algn="ctr">
              <a:lnSpc>
                <a:spcPts val="2814"/>
              </a:lnSpc>
            </a:pPr>
            <a:r>
              <a:rPr lang="en-US" sz="2871" spc="57" dirty="0">
                <a:latin typeface="Arial" panose="020B0604020202020204" pitchFamily="34" charset="0"/>
                <a:cs typeface="Arial" panose="020B0604020202020204" pitchFamily="34" charset="0"/>
              </a:rPr>
              <a:t>Explanation</a:t>
            </a:r>
          </a:p>
        </p:txBody>
      </p:sp>
      <p:sp>
        <p:nvSpPr>
          <p:cNvPr id="38" name="Rectangle 37">
            <a:extLst>
              <a:ext uri="{FF2B5EF4-FFF2-40B4-BE49-F238E27FC236}">
                <a16:creationId xmlns:a16="http://schemas.microsoft.com/office/drawing/2014/main" id="{497A36BC-F54B-1240-A559-0EA296F10BDB}"/>
              </a:ext>
            </a:extLst>
          </p:cNvPr>
          <p:cNvSpPr/>
          <p:nvPr/>
        </p:nvSpPr>
        <p:spPr>
          <a:xfrm>
            <a:off x="10211994" y="4413168"/>
            <a:ext cx="4948742" cy="52102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39" name="Oval 38">
            <a:extLst>
              <a:ext uri="{FF2B5EF4-FFF2-40B4-BE49-F238E27FC236}">
                <a16:creationId xmlns:a16="http://schemas.microsoft.com/office/drawing/2014/main" id="{C59B8367-11F6-DB42-98D0-44CBB56C5B2A}"/>
              </a:ext>
            </a:extLst>
          </p:cNvPr>
          <p:cNvSpPr/>
          <p:nvPr/>
        </p:nvSpPr>
        <p:spPr>
          <a:xfrm>
            <a:off x="12220885" y="3825764"/>
            <a:ext cx="930961" cy="93096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2</a:t>
            </a:r>
            <a:endParaRPr lang="en-US" b="1" dirty="0"/>
          </a:p>
        </p:txBody>
      </p:sp>
      <p:sp>
        <p:nvSpPr>
          <p:cNvPr id="40" name="object 28">
            <a:extLst>
              <a:ext uri="{FF2B5EF4-FFF2-40B4-BE49-F238E27FC236}">
                <a16:creationId xmlns:a16="http://schemas.microsoft.com/office/drawing/2014/main" id="{F74BAADF-B3CD-7B41-B7F0-1EEA14CF81CC}"/>
              </a:ext>
            </a:extLst>
          </p:cNvPr>
          <p:cNvSpPr/>
          <p:nvPr/>
        </p:nvSpPr>
        <p:spPr>
          <a:xfrm rot="5400000">
            <a:off x="12505000" y="4839471"/>
            <a:ext cx="362729" cy="3703502"/>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a:latin typeface="Arial" panose="020B0604020202020204" pitchFamily="34" charset="0"/>
              <a:cs typeface="Arial" panose="020B0604020202020204" pitchFamily="34" charset="0"/>
            </a:endParaRPr>
          </a:p>
        </p:txBody>
      </p:sp>
      <p:sp>
        <p:nvSpPr>
          <p:cNvPr id="41" name="TextBox 8">
            <a:extLst>
              <a:ext uri="{FF2B5EF4-FFF2-40B4-BE49-F238E27FC236}">
                <a16:creationId xmlns:a16="http://schemas.microsoft.com/office/drawing/2014/main" id="{0ACF8616-C19C-B841-A147-54DA654D9009}"/>
              </a:ext>
            </a:extLst>
          </p:cNvPr>
          <p:cNvSpPr txBox="1"/>
          <p:nvPr/>
        </p:nvSpPr>
        <p:spPr>
          <a:xfrm>
            <a:off x="10211994" y="5488569"/>
            <a:ext cx="4948742" cy="362728"/>
          </a:xfrm>
          <a:prstGeom prst="rect">
            <a:avLst/>
          </a:prstGeom>
        </p:spPr>
        <p:txBody>
          <a:bodyPr wrap="square" lIns="0" tIns="0" rIns="0" bIns="0" rtlCol="0" anchor="t">
            <a:spAutoFit/>
          </a:bodyPr>
          <a:lstStyle/>
          <a:p>
            <a:pPr algn="ctr">
              <a:lnSpc>
                <a:spcPts val="2814"/>
              </a:lnSpc>
            </a:pPr>
            <a:r>
              <a:rPr lang="en-US" sz="3200" b="1" spc="57" dirty="0">
                <a:latin typeface="Arial" panose="020B0604020202020204" pitchFamily="34" charset="0"/>
                <a:cs typeface="Arial" panose="020B0604020202020204" pitchFamily="34" charset="0"/>
              </a:rPr>
              <a:t>PILLAR 2</a:t>
            </a:r>
          </a:p>
        </p:txBody>
      </p:sp>
      <p:sp>
        <p:nvSpPr>
          <p:cNvPr id="42" name="TextBox 8">
            <a:extLst>
              <a:ext uri="{FF2B5EF4-FFF2-40B4-BE49-F238E27FC236}">
                <a16:creationId xmlns:a16="http://schemas.microsoft.com/office/drawing/2014/main" id="{48327B98-FEFB-F444-A235-3358E38B243A}"/>
              </a:ext>
            </a:extLst>
          </p:cNvPr>
          <p:cNvSpPr txBox="1"/>
          <p:nvPr/>
        </p:nvSpPr>
        <p:spPr>
          <a:xfrm>
            <a:off x="10211994" y="7459991"/>
            <a:ext cx="4948742" cy="359073"/>
          </a:xfrm>
          <a:prstGeom prst="rect">
            <a:avLst/>
          </a:prstGeom>
        </p:spPr>
        <p:txBody>
          <a:bodyPr wrap="square" lIns="0" tIns="0" rIns="0" bIns="0" rtlCol="0" anchor="t">
            <a:spAutoFit/>
          </a:bodyPr>
          <a:lstStyle/>
          <a:p>
            <a:pPr algn="ctr">
              <a:lnSpc>
                <a:spcPts val="2814"/>
              </a:lnSpc>
            </a:pPr>
            <a:r>
              <a:rPr lang="en-US" sz="2871" spc="57" dirty="0">
                <a:latin typeface="Arial" panose="020B0604020202020204" pitchFamily="34" charset="0"/>
                <a:cs typeface="Arial" panose="020B0604020202020204" pitchFamily="34" charset="0"/>
              </a:rPr>
              <a:t>Explanation</a:t>
            </a:r>
          </a:p>
        </p:txBody>
      </p:sp>
    </p:spTree>
    <p:extLst>
      <p:ext uri="{BB962C8B-B14F-4D97-AF65-F5344CB8AC3E}">
        <p14:creationId xmlns:p14="http://schemas.microsoft.com/office/powerpoint/2010/main" val="1625300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pic>
        <p:nvPicPr>
          <p:cNvPr id="8" name="Picture 7" descr="A curved road with white markings&#10;&#10;Description automatically generated">
            <a:extLst>
              <a:ext uri="{FF2B5EF4-FFF2-40B4-BE49-F238E27FC236}">
                <a16:creationId xmlns:a16="http://schemas.microsoft.com/office/drawing/2014/main" id="{46E4CC89-CFD3-6E4C-9B35-E3CEB49CA0D7}"/>
              </a:ext>
            </a:extLst>
          </p:cNvPr>
          <p:cNvPicPr>
            <a:picLocks noChangeAspect="1"/>
          </p:cNvPicPr>
          <p:nvPr/>
        </p:nvPicPr>
        <p:blipFill rotWithShape="1">
          <a:blip r:embed="rId3">
            <a:extLst>
              <a:ext uri="{28A0092B-C50C-407E-A947-70E740481C1C}">
                <a14:useLocalDpi xmlns:a14="http://schemas.microsoft.com/office/drawing/2010/main" val="0"/>
              </a:ext>
            </a:extLst>
          </a:blip>
          <a:srcRect b="46040"/>
          <a:stretch/>
        </p:blipFill>
        <p:spPr>
          <a:xfrm>
            <a:off x="0" y="2505792"/>
            <a:ext cx="18267008" cy="4928400"/>
          </a:xfrm>
          <a:prstGeom prst="rect">
            <a:avLst/>
          </a:prstGeom>
        </p:spPr>
      </p:pic>
      <p:pic>
        <p:nvPicPr>
          <p:cNvPr id="1026" name="Picture 2" descr="Roadblock - Free security icons">
            <a:extLst>
              <a:ext uri="{FF2B5EF4-FFF2-40B4-BE49-F238E27FC236}">
                <a16:creationId xmlns:a16="http://schemas.microsoft.com/office/drawing/2014/main" id="{8F4C2619-B48C-0643-ABAB-92BAAA01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391" y="45125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oadblock - Free security icons">
            <a:extLst>
              <a:ext uri="{FF2B5EF4-FFF2-40B4-BE49-F238E27FC236}">
                <a16:creationId xmlns:a16="http://schemas.microsoft.com/office/drawing/2014/main" id="{BE74E4E7-28FB-DF45-8C22-E466F6723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212" y="53126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oadblock - Free security icons">
            <a:extLst>
              <a:ext uri="{FF2B5EF4-FFF2-40B4-BE49-F238E27FC236}">
                <a16:creationId xmlns:a16="http://schemas.microsoft.com/office/drawing/2014/main" id="{EAFF1088-1F69-114C-8529-F815908AF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773" y="4472214"/>
            <a:ext cx="1261836" cy="126183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93F5E7C-BB81-1340-B09D-00FA8C0FB1EF}"/>
              </a:ext>
            </a:extLst>
          </p:cNvPr>
          <p:cNvSpPr/>
          <p:nvPr/>
        </p:nvSpPr>
        <p:spPr>
          <a:xfrm>
            <a:off x="2438955" y="2604725"/>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1</a:t>
            </a: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16</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Barrier Roadmap</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endParaRPr lang="en-US" dirty="0">
              <a:latin typeface="Arial" panose="020B0604020202020204" pitchFamily="34" charset="0"/>
              <a:cs typeface="Arial" panose="020B0604020202020204" pitchFamily="34" charset="0"/>
            </a:endParaRP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75229B7D-070F-A94F-B538-5043E9CE7132}"/>
              </a:ext>
            </a:extLst>
          </p:cNvPr>
          <p:cNvSpPr/>
          <p:nvPr/>
        </p:nvSpPr>
        <p:spPr>
          <a:xfrm>
            <a:off x="6955776" y="717543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2</a:t>
            </a:r>
          </a:p>
        </p:txBody>
      </p:sp>
      <p:sp>
        <p:nvSpPr>
          <p:cNvPr id="60" name="Rectangle 59">
            <a:extLst>
              <a:ext uri="{FF2B5EF4-FFF2-40B4-BE49-F238E27FC236}">
                <a16:creationId xmlns:a16="http://schemas.microsoft.com/office/drawing/2014/main" id="{C0B46C6C-14BE-7141-991E-2E84AC6BC372}"/>
              </a:ext>
            </a:extLst>
          </p:cNvPr>
          <p:cNvSpPr/>
          <p:nvPr/>
        </p:nvSpPr>
        <p:spPr>
          <a:xfrm>
            <a:off x="11478339" y="271184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3</a:t>
            </a:r>
          </a:p>
        </p:txBody>
      </p:sp>
      <p:sp>
        <p:nvSpPr>
          <p:cNvPr id="14" name="Oval 13">
            <a:extLst>
              <a:ext uri="{FF2B5EF4-FFF2-40B4-BE49-F238E27FC236}">
                <a16:creationId xmlns:a16="http://schemas.microsoft.com/office/drawing/2014/main" id="{84507A19-27C3-9448-8611-788F6C3DC18A}"/>
              </a:ext>
            </a:extLst>
          </p:cNvPr>
          <p:cNvSpPr/>
          <p:nvPr/>
        </p:nvSpPr>
        <p:spPr>
          <a:xfrm>
            <a:off x="2123967" y="2362502"/>
            <a:ext cx="629971" cy="629971"/>
          </a:xfrm>
          <a:prstGeom prst="ellipse">
            <a:avLst/>
          </a:prstGeom>
          <a:solidFill>
            <a:srgbClr val="C000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15" name="Oval 14">
            <a:extLst>
              <a:ext uri="{FF2B5EF4-FFF2-40B4-BE49-F238E27FC236}">
                <a16:creationId xmlns:a16="http://schemas.microsoft.com/office/drawing/2014/main" id="{B495B859-39C3-DA4F-B4CD-4C7EFAE96538}"/>
              </a:ext>
            </a:extLst>
          </p:cNvPr>
          <p:cNvSpPr/>
          <p:nvPr/>
        </p:nvSpPr>
        <p:spPr>
          <a:xfrm>
            <a:off x="6640790" y="6892536"/>
            <a:ext cx="629971" cy="629971"/>
          </a:xfrm>
          <a:prstGeom prst="ellipse">
            <a:avLst/>
          </a:prstGeom>
          <a:solidFill>
            <a:srgbClr val="C000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16" name="Oval 15">
            <a:extLst>
              <a:ext uri="{FF2B5EF4-FFF2-40B4-BE49-F238E27FC236}">
                <a16:creationId xmlns:a16="http://schemas.microsoft.com/office/drawing/2014/main" id="{85593982-B2F4-DA46-BF69-580B808BBD31}"/>
              </a:ext>
            </a:extLst>
          </p:cNvPr>
          <p:cNvSpPr/>
          <p:nvPr/>
        </p:nvSpPr>
        <p:spPr>
          <a:xfrm>
            <a:off x="11163353" y="2428168"/>
            <a:ext cx="629971" cy="629971"/>
          </a:xfrm>
          <a:prstGeom prst="ellipse">
            <a:avLst/>
          </a:prstGeom>
          <a:solidFill>
            <a:srgbClr val="C000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478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D7930CB-9021-2947-A189-0BDFFDE344C8}"/>
              </a:ext>
            </a:extLst>
          </p:cNvPr>
          <p:cNvSpPr/>
          <p:nvPr/>
        </p:nvSpPr>
        <p:spPr>
          <a:xfrm>
            <a:off x="670499" y="2626517"/>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1</a:t>
            </a:r>
          </a:p>
        </p:txBody>
      </p:sp>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17</a:t>
            </a:fld>
            <a:endParaRPr lang="en-US">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1D3483AA-EEE9-614A-AC1C-99AA77D93AEF}"/>
              </a:ext>
            </a:extLst>
          </p:cNvPr>
          <p:cNvSpPr>
            <a:spLocks noGrp="1"/>
          </p:cNvSpPr>
          <p:nvPr>
            <p:ph type="body" sz="quarter" idx="13"/>
          </p:nvPr>
        </p:nvSpPr>
        <p:spPr/>
        <p:txBody>
          <a:bodyPr/>
          <a:lstStyle/>
          <a:p>
            <a:endParaRPr lang="en-US" dirty="0"/>
          </a:p>
        </p:txBody>
      </p:sp>
      <p:sp>
        <p:nvSpPr>
          <p:cNvPr id="2" name="Text Placeholder 1">
            <a:extLst>
              <a:ext uri="{FF2B5EF4-FFF2-40B4-BE49-F238E27FC236}">
                <a16:creationId xmlns:a16="http://schemas.microsoft.com/office/drawing/2014/main" id="{B3B00F3F-1273-904F-B697-2052B89BFCAD}"/>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C0035CD1-D93C-E54F-AC06-27A720F7B557}"/>
              </a:ext>
            </a:extLst>
          </p:cNvPr>
          <p:cNvSpPr>
            <a:spLocks noGrp="1"/>
          </p:cNvSpPr>
          <p:nvPr>
            <p:ph type="body" sz="quarter" idx="15"/>
          </p:nvPr>
        </p:nvSpPr>
        <p:spPr/>
        <p:txBody>
          <a:bodyPr/>
          <a:lstStyle/>
          <a:p>
            <a:r>
              <a:rPr lang="en-US" dirty="0"/>
              <a:t>Decision Matrix</a:t>
            </a:r>
          </a:p>
        </p:txBody>
      </p:sp>
      <p:sp>
        <p:nvSpPr>
          <p:cNvPr id="6" name="Text Placeholder 5">
            <a:extLst>
              <a:ext uri="{FF2B5EF4-FFF2-40B4-BE49-F238E27FC236}">
                <a16:creationId xmlns:a16="http://schemas.microsoft.com/office/drawing/2014/main" id="{DFA88489-708C-1F49-BDC3-1552C7C2010F}"/>
              </a:ext>
            </a:extLst>
          </p:cNvPr>
          <p:cNvSpPr>
            <a:spLocks noGrp="1"/>
          </p:cNvSpPr>
          <p:nvPr>
            <p:ph type="body" sz="quarter" idx="16"/>
          </p:nvPr>
        </p:nvSpPr>
        <p:spPr/>
        <p:txBody>
          <a:bodyPr/>
          <a:lstStyle/>
          <a:p>
            <a:endParaRPr lang="en-US"/>
          </a:p>
        </p:txBody>
      </p:sp>
      <p:sp>
        <p:nvSpPr>
          <p:cNvPr id="16" name="Oval 15">
            <a:extLst>
              <a:ext uri="{FF2B5EF4-FFF2-40B4-BE49-F238E27FC236}">
                <a16:creationId xmlns:a16="http://schemas.microsoft.com/office/drawing/2014/main" id="{0783E8A7-F02D-2A4E-B5BA-738BC6EA02EE}"/>
              </a:ext>
            </a:extLst>
          </p:cNvPr>
          <p:cNvSpPr/>
          <p:nvPr/>
        </p:nvSpPr>
        <p:spPr>
          <a:xfrm>
            <a:off x="383005" y="2571992"/>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28" name="TextBox 37">
            <a:extLst>
              <a:ext uri="{FF2B5EF4-FFF2-40B4-BE49-F238E27FC236}">
                <a16:creationId xmlns:a16="http://schemas.microsoft.com/office/drawing/2014/main" id="{00167192-C9C3-C643-9A98-DCEA39C337A5}"/>
              </a:ext>
            </a:extLst>
          </p:cNvPr>
          <p:cNvSpPr txBox="1"/>
          <p:nvPr/>
        </p:nvSpPr>
        <p:spPr>
          <a:xfrm>
            <a:off x="7441801" y="1847103"/>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2</a:t>
            </a:r>
          </a:p>
        </p:txBody>
      </p:sp>
      <p:sp>
        <p:nvSpPr>
          <p:cNvPr id="29" name="TextBox 37">
            <a:extLst>
              <a:ext uri="{FF2B5EF4-FFF2-40B4-BE49-F238E27FC236}">
                <a16:creationId xmlns:a16="http://schemas.microsoft.com/office/drawing/2014/main" id="{14A406FD-0124-FE4B-8084-BFB50441CAFA}"/>
              </a:ext>
            </a:extLst>
          </p:cNvPr>
          <p:cNvSpPr txBox="1"/>
          <p:nvPr/>
        </p:nvSpPr>
        <p:spPr>
          <a:xfrm>
            <a:off x="5325068" y="1847103"/>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1</a:t>
            </a:r>
          </a:p>
        </p:txBody>
      </p:sp>
      <p:pic>
        <p:nvPicPr>
          <p:cNvPr id="10" name="Graphic 9" descr="Harvey Balls 50% with solid fill">
            <a:extLst>
              <a:ext uri="{FF2B5EF4-FFF2-40B4-BE49-F238E27FC236}">
                <a16:creationId xmlns:a16="http://schemas.microsoft.com/office/drawing/2014/main" id="{48A0B158-014B-DF48-AE73-F7A8ED925B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5377" y="2588553"/>
            <a:ext cx="914400" cy="914400"/>
          </a:xfrm>
          <a:prstGeom prst="rect">
            <a:avLst/>
          </a:prstGeom>
        </p:spPr>
      </p:pic>
      <p:pic>
        <p:nvPicPr>
          <p:cNvPr id="12" name="Graphic 11" descr="Harvey Balls 25% with solid fill">
            <a:extLst>
              <a:ext uri="{FF2B5EF4-FFF2-40B4-BE49-F238E27FC236}">
                <a16:creationId xmlns:a16="http://schemas.microsoft.com/office/drawing/2014/main" id="{EA2F7208-DA25-E149-BE67-1596A893FA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22752" y="2580271"/>
            <a:ext cx="914400" cy="914400"/>
          </a:xfrm>
          <a:prstGeom prst="rect">
            <a:avLst/>
          </a:prstGeom>
        </p:spPr>
      </p:pic>
      <p:pic>
        <p:nvPicPr>
          <p:cNvPr id="35" name="Graphic 34" descr="Harvey Balls 75% with solid fill">
            <a:extLst>
              <a:ext uri="{FF2B5EF4-FFF2-40B4-BE49-F238E27FC236}">
                <a16:creationId xmlns:a16="http://schemas.microsoft.com/office/drawing/2014/main" id="{B9B32F64-DF78-7E4E-8114-F1A85A6B88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0216" y="2580271"/>
            <a:ext cx="914400" cy="914400"/>
          </a:xfrm>
          <a:prstGeom prst="rect">
            <a:avLst/>
          </a:prstGeom>
        </p:spPr>
      </p:pic>
      <p:sp>
        <p:nvSpPr>
          <p:cNvPr id="36" name="Oval 35">
            <a:extLst>
              <a:ext uri="{FF2B5EF4-FFF2-40B4-BE49-F238E27FC236}">
                <a16:creationId xmlns:a16="http://schemas.microsoft.com/office/drawing/2014/main" id="{9FBE6E51-5D09-FF48-9E79-3881BFF027AF}"/>
              </a:ext>
            </a:extLst>
          </p:cNvPr>
          <p:cNvSpPr/>
          <p:nvPr/>
        </p:nvSpPr>
        <p:spPr>
          <a:xfrm>
            <a:off x="16372632" y="2674689"/>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Graphic 39" descr="Harvey Balls 50% with solid fill">
            <a:extLst>
              <a:ext uri="{FF2B5EF4-FFF2-40B4-BE49-F238E27FC236}">
                <a16:creationId xmlns:a16="http://schemas.microsoft.com/office/drawing/2014/main" id="{099D8E09-0A8C-DB43-A253-5094974FDA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6661" y="2575595"/>
            <a:ext cx="914400" cy="914400"/>
          </a:xfrm>
          <a:prstGeom prst="rect">
            <a:avLst/>
          </a:prstGeom>
        </p:spPr>
      </p:pic>
      <p:pic>
        <p:nvPicPr>
          <p:cNvPr id="41" name="Graphic 40" descr="Harvey Balls 25% with solid fill">
            <a:extLst>
              <a:ext uri="{FF2B5EF4-FFF2-40B4-BE49-F238E27FC236}">
                <a16:creationId xmlns:a16="http://schemas.microsoft.com/office/drawing/2014/main" id="{016FC297-BBB6-DD4A-9742-F69E4D32FD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2110" y="2580271"/>
            <a:ext cx="914400" cy="914400"/>
          </a:xfrm>
          <a:prstGeom prst="rect">
            <a:avLst/>
          </a:prstGeom>
        </p:spPr>
      </p:pic>
      <p:cxnSp>
        <p:nvCxnSpPr>
          <p:cNvPr id="48" name="Straight Connector 47">
            <a:extLst>
              <a:ext uri="{FF2B5EF4-FFF2-40B4-BE49-F238E27FC236}">
                <a16:creationId xmlns:a16="http://schemas.microsoft.com/office/drawing/2014/main" id="{CC194E86-6552-7F44-9C94-8ECA89F8A78D}"/>
              </a:ext>
            </a:extLst>
          </p:cNvPr>
          <p:cNvCxnSpPr>
            <a:cxnSpLocks/>
          </p:cNvCxnSpPr>
          <p:nvPr/>
        </p:nvCxnSpPr>
        <p:spPr>
          <a:xfrm flipV="1">
            <a:off x="5325068" y="2259935"/>
            <a:ext cx="12420768" cy="2176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TextBox 37">
            <a:extLst>
              <a:ext uri="{FF2B5EF4-FFF2-40B4-BE49-F238E27FC236}">
                <a16:creationId xmlns:a16="http://schemas.microsoft.com/office/drawing/2014/main" id="{43F0EA88-40F0-6B44-8658-9C8FD2479BE1}"/>
              </a:ext>
            </a:extLst>
          </p:cNvPr>
          <p:cNvSpPr txBox="1"/>
          <p:nvPr/>
        </p:nvSpPr>
        <p:spPr>
          <a:xfrm>
            <a:off x="9717509" y="1833435"/>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3</a:t>
            </a:r>
          </a:p>
        </p:txBody>
      </p:sp>
      <p:sp>
        <p:nvSpPr>
          <p:cNvPr id="54" name="TextBox 37">
            <a:extLst>
              <a:ext uri="{FF2B5EF4-FFF2-40B4-BE49-F238E27FC236}">
                <a16:creationId xmlns:a16="http://schemas.microsoft.com/office/drawing/2014/main" id="{EFC26A85-F7C6-3445-987C-27D45DE02F7C}"/>
              </a:ext>
            </a:extLst>
          </p:cNvPr>
          <p:cNvSpPr txBox="1"/>
          <p:nvPr/>
        </p:nvSpPr>
        <p:spPr>
          <a:xfrm>
            <a:off x="11855842" y="1838412"/>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4</a:t>
            </a:r>
          </a:p>
        </p:txBody>
      </p:sp>
      <p:sp>
        <p:nvSpPr>
          <p:cNvPr id="55" name="TextBox 37">
            <a:extLst>
              <a:ext uri="{FF2B5EF4-FFF2-40B4-BE49-F238E27FC236}">
                <a16:creationId xmlns:a16="http://schemas.microsoft.com/office/drawing/2014/main" id="{C964A153-E41E-B14C-B787-09442D73482C}"/>
              </a:ext>
            </a:extLst>
          </p:cNvPr>
          <p:cNvSpPr txBox="1"/>
          <p:nvPr/>
        </p:nvSpPr>
        <p:spPr>
          <a:xfrm>
            <a:off x="13809907" y="1833435"/>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5</a:t>
            </a:r>
          </a:p>
        </p:txBody>
      </p:sp>
      <p:sp>
        <p:nvSpPr>
          <p:cNvPr id="56" name="TextBox 37">
            <a:extLst>
              <a:ext uri="{FF2B5EF4-FFF2-40B4-BE49-F238E27FC236}">
                <a16:creationId xmlns:a16="http://schemas.microsoft.com/office/drawing/2014/main" id="{52BDDB44-BCAD-E84F-AA90-5B0E3F1728D7}"/>
              </a:ext>
            </a:extLst>
          </p:cNvPr>
          <p:cNvSpPr txBox="1"/>
          <p:nvPr/>
        </p:nvSpPr>
        <p:spPr>
          <a:xfrm>
            <a:off x="15847905" y="1842083"/>
            <a:ext cx="1775018" cy="298864"/>
          </a:xfrm>
          <a:prstGeom prst="rect">
            <a:avLst/>
          </a:prstGeom>
          <a:ln w="12700">
            <a:noFill/>
          </a:ln>
        </p:spPr>
        <p:txBody>
          <a:bodyPr wrap="square" lIns="0" tIns="0" rIns="0" bIns="0" rtlCol="0" anchor="t">
            <a:spAutoFit/>
          </a:bodyPr>
          <a:lstStyle/>
          <a:p>
            <a:pPr algn="ctr">
              <a:lnSpc>
                <a:spcPts val="2515"/>
              </a:lnSpc>
            </a:pPr>
            <a:r>
              <a:rPr lang="en-US" sz="2000" b="1" spc="51" dirty="0">
                <a:latin typeface="Arial" panose="020B0604020202020204" pitchFamily="34" charset="0"/>
                <a:ea typeface="Arial Unicode MS" panose="020B0604020202020204" pitchFamily="34" charset="-128"/>
                <a:cs typeface="Arial" panose="020B0604020202020204" pitchFamily="34" charset="0"/>
              </a:rPr>
              <a:t>Criteria 6</a:t>
            </a:r>
          </a:p>
        </p:txBody>
      </p:sp>
      <p:sp>
        <p:nvSpPr>
          <p:cNvPr id="58" name="Rectangle 57">
            <a:extLst>
              <a:ext uri="{FF2B5EF4-FFF2-40B4-BE49-F238E27FC236}">
                <a16:creationId xmlns:a16="http://schemas.microsoft.com/office/drawing/2014/main" id="{DDB6FAC2-FE40-5349-9721-4E0E4E746852}"/>
              </a:ext>
            </a:extLst>
          </p:cNvPr>
          <p:cNvSpPr/>
          <p:nvPr/>
        </p:nvSpPr>
        <p:spPr>
          <a:xfrm>
            <a:off x="670499" y="3723038"/>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2</a:t>
            </a:r>
          </a:p>
        </p:txBody>
      </p:sp>
      <p:sp>
        <p:nvSpPr>
          <p:cNvPr id="59" name="Oval 58">
            <a:extLst>
              <a:ext uri="{FF2B5EF4-FFF2-40B4-BE49-F238E27FC236}">
                <a16:creationId xmlns:a16="http://schemas.microsoft.com/office/drawing/2014/main" id="{683C39E7-B18E-BA44-8C15-D54BE4FFFD15}"/>
              </a:ext>
            </a:extLst>
          </p:cNvPr>
          <p:cNvSpPr/>
          <p:nvPr/>
        </p:nvSpPr>
        <p:spPr>
          <a:xfrm>
            <a:off x="383005" y="3668513"/>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pic>
        <p:nvPicPr>
          <p:cNvPr id="60" name="Graphic 59" descr="Harvey Balls 50% with solid fill">
            <a:extLst>
              <a:ext uri="{FF2B5EF4-FFF2-40B4-BE49-F238E27FC236}">
                <a16:creationId xmlns:a16="http://schemas.microsoft.com/office/drawing/2014/main" id="{D15BFCC9-C38D-9046-9C54-2CC21F1C73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5377" y="3685074"/>
            <a:ext cx="914400" cy="914400"/>
          </a:xfrm>
          <a:prstGeom prst="rect">
            <a:avLst/>
          </a:prstGeom>
        </p:spPr>
      </p:pic>
      <p:pic>
        <p:nvPicPr>
          <p:cNvPr id="61" name="Graphic 60" descr="Harvey Balls 25% with solid fill">
            <a:extLst>
              <a:ext uri="{FF2B5EF4-FFF2-40B4-BE49-F238E27FC236}">
                <a16:creationId xmlns:a16="http://schemas.microsoft.com/office/drawing/2014/main" id="{E7F523E3-DBBB-5645-ADFD-4699EEFBEA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22752" y="3676792"/>
            <a:ext cx="914400" cy="914400"/>
          </a:xfrm>
          <a:prstGeom prst="rect">
            <a:avLst/>
          </a:prstGeom>
        </p:spPr>
      </p:pic>
      <p:pic>
        <p:nvPicPr>
          <p:cNvPr id="62" name="Graphic 61" descr="Harvey Balls 75% with solid fill">
            <a:extLst>
              <a:ext uri="{FF2B5EF4-FFF2-40B4-BE49-F238E27FC236}">
                <a16:creationId xmlns:a16="http://schemas.microsoft.com/office/drawing/2014/main" id="{31C6697E-FC6F-D24F-8DA1-4A1BAC760B3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0216" y="3676792"/>
            <a:ext cx="914400" cy="914400"/>
          </a:xfrm>
          <a:prstGeom prst="rect">
            <a:avLst/>
          </a:prstGeom>
        </p:spPr>
      </p:pic>
      <p:sp>
        <p:nvSpPr>
          <p:cNvPr id="63" name="Oval 62">
            <a:extLst>
              <a:ext uri="{FF2B5EF4-FFF2-40B4-BE49-F238E27FC236}">
                <a16:creationId xmlns:a16="http://schemas.microsoft.com/office/drawing/2014/main" id="{14610697-B0D4-A540-AE17-C0FF69CF2B98}"/>
              </a:ext>
            </a:extLst>
          </p:cNvPr>
          <p:cNvSpPr/>
          <p:nvPr/>
        </p:nvSpPr>
        <p:spPr>
          <a:xfrm>
            <a:off x="16372632" y="3771210"/>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Graphic 63" descr="Harvey Balls 50% with solid fill">
            <a:extLst>
              <a:ext uri="{FF2B5EF4-FFF2-40B4-BE49-F238E27FC236}">
                <a16:creationId xmlns:a16="http://schemas.microsoft.com/office/drawing/2014/main" id="{8BA476D7-B3B5-964B-9824-14B1937CF7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6661" y="3672116"/>
            <a:ext cx="914400" cy="914400"/>
          </a:xfrm>
          <a:prstGeom prst="rect">
            <a:avLst/>
          </a:prstGeom>
        </p:spPr>
      </p:pic>
      <p:pic>
        <p:nvPicPr>
          <p:cNvPr id="65" name="Graphic 64" descr="Harvey Balls 25% with solid fill">
            <a:extLst>
              <a:ext uri="{FF2B5EF4-FFF2-40B4-BE49-F238E27FC236}">
                <a16:creationId xmlns:a16="http://schemas.microsoft.com/office/drawing/2014/main" id="{982D3F26-429F-1C45-941F-8BFEAF8CA3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2110" y="3676792"/>
            <a:ext cx="914400" cy="914400"/>
          </a:xfrm>
          <a:prstGeom prst="rect">
            <a:avLst/>
          </a:prstGeom>
        </p:spPr>
      </p:pic>
      <p:sp>
        <p:nvSpPr>
          <p:cNvPr id="68" name="Rectangle 67">
            <a:extLst>
              <a:ext uri="{FF2B5EF4-FFF2-40B4-BE49-F238E27FC236}">
                <a16:creationId xmlns:a16="http://schemas.microsoft.com/office/drawing/2014/main" id="{CF19D383-68A3-CF47-8F47-73321F8E1FA7}"/>
              </a:ext>
            </a:extLst>
          </p:cNvPr>
          <p:cNvSpPr/>
          <p:nvPr/>
        </p:nvSpPr>
        <p:spPr>
          <a:xfrm>
            <a:off x="679150" y="4851334"/>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3</a:t>
            </a:r>
          </a:p>
        </p:txBody>
      </p:sp>
      <p:sp>
        <p:nvSpPr>
          <p:cNvPr id="69" name="Oval 68">
            <a:extLst>
              <a:ext uri="{FF2B5EF4-FFF2-40B4-BE49-F238E27FC236}">
                <a16:creationId xmlns:a16="http://schemas.microsoft.com/office/drawing/2014/main" id="{D050D9F4-B14C-AE41-AE92-DB49147610DD}"/>
              </a:ext>
            </a:extLst>
          </p:cNvPr>
          <p:cNvSpPr/>
          <p:nvPr/>
        </p:nvSpPr>
        <p:spPr>
          <a:xfrm>
            <a:off x="391656" y="4796809"/>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pic>
        <p:nvPicPr>
          <p:cNvPr id="71" name="Graphic 70" descr="Harvey Balls 50% with solid fill">
            <a:extLst>
              <a:ext uri="{FF2B5EF4-FFF2-40B4-BE49-F238E27FC236}">
                <a16:creationId xmlns:a16="http://schemas.microsoft.com/office/drawing/2014/main" id="{B29C36DB-AAC2-7F47-A4D1-EAD561106F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4028" y="4813370"/>
            <a:ext cx="914400" cy="914400"/>
          </a:xfrm>
          <a:prstGeom prst="rect">
            <a:avLst/>
          </a:prstGeom>
        </p:spPr>
      </p:pic>
      <p:pic>
        <p:nvPicPr>
          <p:cNvPr id="72" name="Graphic 71" descr="Harvey Balls 25% with solid fill">
            <a:extLst>
              <a:ext uri="{FF2B5EF4-FFF2-40B4-BE49-F238E27FC236}">
                <a16:creationId xmlns:a16="http://schemas.microsoft.com/office/drawing/2014/main" id="{D5D1EEDF-5FBC-0445-95DD-0E32E5EC70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1403" y="4805088"/>
            <a:ext cx="914400" cy="914400"/>
          </a:xfrm>
          <a:prstGeom prst="rect">
            <a:avLst/>
          </a:prstGeom>
        </p:spPr>
      </p:pic>
      <p:pic>
        <p:nvPicPr>
          <p:cNvPr id="73" name="Graphic 72" descr="Harvey Balls 75% with solid fill">
            <a:extLst>
              <a:ext uri="{FF2B5EF4-FFF2-40B4-BE49-F238E27FC236}">
                <a16:creationId xmlns:a16="http://schemas.microsoft.com/office/drawing/2014/main" id="{7794AE29-5C6E-FE45-8057-69F054AAE4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8867" y="4805088"/>
            <a:ext cx="914400" cy="914400"/>
          </a:xfrm>
          <a:prstGeom prst="rect">
            <a:avLst/>
          </a:prstGeom>
        </p:spPr>
      </p:pic>
      <p:sp>
        <p:nvSpPr>
          <p:cNvPr id="74" name="Oval 73">
            <a:extLst>
              <a:ext uri="{FF2B5EF4-FFF2-40B4-BE49-F238E27FC236}">
                <a16:creationId xmlns:a16="http://schemas.microsoft.com/office/drawing/2014/main" id="{77F88BEE-670C-D94A-B4D8-AE9C63EBDEDB}"/>
              </a:ext>
            </a:extLst>
          </p:cNvPr>
          <p:cNvSpPr/>
          <p:nvPr/>
        </p:nvSpPr>
        <p:spPr>
          <a:xfrm>
            <a:off x="16381283" y="4899506"/>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descr="Harvey Balls 50% with solid fill">
            <a:extLst>
              <a:ext uri="{FF2B5EF4-FFF2-40B4-BE49-F238E27FC236}">
                <a16:creationId xmlns:a16="http://schemas.microsoft.com/office/drawing/2014/main" id="{822278B4-E836-EA46-BC7D-5D51A1F33F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5312" y="4800412"/>
            <a:ext cx="914400" cy="914400"/>
          </a:xfrm>
          <a:prstGeom prst="rect">
            <a:avLst/>
          </a:prstGeom>
        </p:spPr>
      </p:pic>
      <p:pic>
        <p:nvPicPr>
          <p:cNvPr id="76" name="Graphic 75" descr="Harvey Balls 25% with solid fill">
            <a:extLst>
              <a:ext uri="{FF2B5EF4-FFF2-40B4-BE49-F238E27FC236}">
                <a16:creationId xmlns:a16="http://schemas.microsoft.com/office/drawing/2014/main" id="{E0F0500C-1AE4-E04B-9192-E206BAB693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0761" y="4805088"/>
            <a:ext cx="914400" cy="914400"/>
          </a:xfrm>
          <a:prstGeom prst="rect">
            <a:avLst/>
          </a:prstGeom>
        </p:spPr>
      </p:pic>
      <p:sp>
        <p:nvSpPr>
          <p:cNvPr id="77" name="Rectangle 76">
            <a:extLst>
              <a:ext uri="{FF2B5EF4-FFF2-40B4-BE49-F238E27FC236}">
                <a16:creationId xmlns:a16="http://schemas.microsoft.com/office/drawing/2014/main" id="{71553EBB-43A7-3B4C-A66B-DB604D657684}"/>
              </a:ext>
            </a:extLst>
          </p:cNvPr>
          <p:cNvSpPr/>
          <p:nvPr/>
        </p:nvSpPr>
        <p:spPr>
          <a:xfrm>
            <a:off x="679150" y="5952176"/>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4</a:t>
            </a:r>
          </a:p>
        </p:txBody>
      </p:sp>
      <p:sp>
        <p:nvSpPr>
          <p:cNvPr id="78" name="Oval 77">
            <a:extLst>
              <a:ext uri="{FF2B5EF4-FFF2-40B4-BE49-F238E27FC236}">
                <a16:creationId xmlns:a16="http://schemas.microsoft.com/office/drawing/2014/main" id="{5D16181A-8638-784D-BBD1-0C387499B3BA}"/>
              </a:ext>
            </a:extLst>
          </p:cNvPr>
          <p:cNvSpPr/>
          <p:nvPr/>
        </p:nvSpPr>
        <p:spPr>
          <a:xfrm>
            <a:off x="391656" y="5897651"/>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4</a:t>
            </a:r>
            <a:endParaRPr lang="en-US" b="1" dirty="0">
              <a:latin typeface="Arial" panose="020B0604020202020204" pitchFamily="34" charset="0"/>
              <a:cs typeface="Arial" panose="020B0604020202020204" pitchFamily="34" charset="0"/>
            </a:endParaRPr>
          </a:p>
        </p:txBody>
      </p:sp>
      <p:pic>
        <p:nvPicPr>
          <p:cNvPr id="79" name="Graphic 78" descr="Harvey Balls 50% with solid fill">
            <a:extLst>
              <a:ext uri="{FF2B5EF4-FFF2-40B4-BE49-F238E27FC236}">
                <a16:creationId xmlns:a16="http://schemas.microsoft.com/office/drawing/2014/main" id="{345E37FE-2A0D-7345-99EB-C217CBD695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4028" y="5914212"/>
            <a:ext cx="914400" cy="914400"/>
          </a:xfrm>
          <a:prstGeom prst="rect">
            <a:avLst/>
          </a:prstGeom>
        </p:spPr>
      </p:pic>
      <p:pic>
        <p:nvPicPr>
          <p:cNvPr id="80" name="Graphic 79" descr="Harvey Balls 25% with solid fill">
            <a:extLst>
              <a:ext uri="{FF2B5EF4-FFF2-40B4-BE49-F238E27FC236}">
                <a16:creationId xmlns:a16="http://schemas.microsoft.com/office/drawing/2014/main" id="{322E8A18-649E-8842-B831-305C9697D0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1403" y="5905930"/>
            <a:ext cx="914400" cy="914400"/>
          </a:xfrm>
          <a:prstGeom prst="rect">
            <a:avLst/>
          </a:prstGeom>
        </p:spPr>
      </p:pic>
      <p:pic>
        <p:nvPicPr>
          <p:cNvPr id="81" name="Graphic 80" descr="Harvey Balls 75% with solid fill">
            <a:extLst>
              <a:ext uri="{FF2B5EF4-FFF2-40B4-BE49-F238E27FC236}">
                <a16:creationId xmlns:a16="http://schemas.microsoft.com/office/drawing/2014/main" id="{BB1DB42F-F6E5-054C-9F4E-6D0011E521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8867" y="5905930"/>
            <a:ext cx="914400" cy="914400"/>
          </a:xfrm>
          <a:prstGeom prst="rect">
            <a:avLst/>
          </a:prstGeom>
        </p:spPr>
      </p:pic>
      <p:sp>
        <p:nvSpPr>
          <p:cNvPr id="82" name="Oval 81">
            <a:extLst>
              <a:ext uri="{FF2B5EF4-FFF2-40B4-BE49-F238E27FC236}">
                <a16:creationId xmlns:a16="http://schemas.microsoft.com/office/drawing/2014/main" id="{54F1431D-963C-E149-9E86-1B3B1E7E8491}"/>
              </a:ext>
            </a:extLst>
          </p:cNvPr>
          <p:cNvSpPr/>
          <p:nvPr/>
        </p:nvSpPr>
        <p:spPr>
          <a:xfrm>
            <a:off x="16381283" y="6000348"/>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phic 82" descr="Harvey Balls 50% with solid fill">
            <a:extLst>
              <a:ext uri="{FF2B5EF4-FFF2-40B4-BE49-F238E27FC236}">
                <a16:creationId xmlns:a16="http://schemas.microsoft.com/office/drawing/2014/main" id="{F23044A4-FFF2-8642-B18B-A3341D88CF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5312" y="5901254"/>
            <a:ext cx="914400" cy="914400"/>
          </a:xfrm>
          <a:prstGeom prst="rect">
            <a:avLst/>
          </a:prstGeom>
        </p:spPr>
      </p:pic>
      <p:pic>
        <p:nvPicPr>
          <p:cNvPr id="84" name="Graphic 83" descr="Harvey Balls 25% with solid fill">
            <a:extLst>
              <a:ext uri="{FF2B5EF4-FFF2-40B4-BE49-F238E27FC236}">
                <a16:creationId xmlns:a16="http://schemas.microsoft.com/office/drawing/2014/main" id="{7B691388-E7A4-7C40-ADC8-E3B9E5D471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0761" y="5905930"/>
            <a:ext cx="914400" cy="914400"/>
          </a:xfrm>
          <a:prstGeom prst="rect">
            <a:avLst/>
          </a:prstGeom>
        </p:spPr>
      </p:pic>
      <p:sp>
        <p:nvSpPr>
          <p:cNvPr id="85" name="Rectangle 84">
            <a:extLst>
              <a:ext uri="{FF2B5EF4-FFF2-40B4-BE49-F238E27FC236}">
                <a16:creationId xmlns:a16="http://schemas.microsoft.com/office/drawing/2014/main" id="{447AEF68-3203-BE44-B3A0-B5C995B2B461}"/>
              </a:ext>
            </a:extLst>
          </p:cNvPr>
          <p:cNvSpPr/>
          <p:nvPr/>
        </p:nvSpPr>
        <p:spPr>
          <a:xfrm>
            <a:off x="679150" y="6986072"/>
            <a:ext cx="17075337" cy="821912"/>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rial" panose="020B0604020202020204" pitchFamily="34" charset="0"/>
                <a:cs typeface="Arial" panose="020B0604020202020204" pitchFamily="34" charset="0"/>
              </a:rPr>
              <a:t>	Option 5</a:t>
            </a:r>
          </a:p>
        </p:txBody>
      </p:sp>
      <p:sp>
        <p:nvSpPr>
          <p:cNvPr id="86" name="Oval 85">
            <a:extLst>
              <a:ext uri="{FF2B5EF4-FFF2-40B4-BE49-F238E27FC236}">
                <a16:creationId xmlns:a16="http://schemas.microsoft.com/office/drawing/2014/main" id="{BE3FE663-09BF-BB4F-A9FD-A70ABF7CF5CB}"/>
              </a:ext>
            </a:extLst>
          </p:cNvPr>
          <p:cNvSpPr/>
          <p:nvPr/>
        </p:nvSpPr>
        <p:spPr>
          <a:xfrm>
            <a:off x="391656" y="6931547"/>
            <a:ext cx="930961" cy="930961"/>
          </a:xfrm>
          <a:prstGeom prst="ellipse">
            <a:avLst/>
          </a:prstGeom>
          <a:solidFill>
            <a:srgbClr val="263E6C"/>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5</a:t>
            </a:r>
            <a:endParaRPr lang="en-US" b="1" dirty="0">
              <a:latin typeface="Arial" panose="020B0604020202020204" pitchFamily="34" charset="0"/>
              <a:cs typeface="Arial" panose="020B0604020202020204" pitchFamily="34" charset="0"/>
            </a:endParaRPr>
          </a:p>
        </p:txBody>
      </p:sp>
      <p:pic>
        <p:nvPicPr>
          <p:cNvPr id="87" name="Graphic 86" descr="Harvey Balls 50% with solid fill">
            <a:extLst>
              <a:ext uri="{FF2B5EF4-FFF2-40B4-BE49-F238E27FC236}">
                <a16:creationId xmlns:a16="http://schemas.microsoft.com/office/drawing/2014/main" id="{ABFF558A-D344-2844-B6AB-AE20B2A22D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4028" y="6948108"/>
            <a:ext cx="914400" cy="914400"/>
          </a:xfrm>
          <a:prstGeom prst="rect">
            <a:avLst/>
          </a:prstGeom>
        </p:spPr>
      </p:pic>
      <p:pic>
        <p:nvPicPr>
          <p:cNvPr id="88" name="Graphic 87" descr="Harvey Balls 25% with solid fill">
            <a:extLst>
              <a:ext uri="{FF2B5EF4-FFF2-40B4-BE49-F238E27FC236}">
                <a16:creationId xmlns:a16="http://schemas.microsoft.com/office/drawing/2014/main" id="{6A52CEA9-E57A-5D49-896B-20FDD8DFDD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231403" y="6939826"/>
            <a:ext cx="914400" cy="914400"/>
          </a:xfrm>
          <a:prstGeom prst="rect">
            <a:avLst/>
          </a:prstGeom>
        </p:spPr>
      </p:pic>
      <p:pic>
        <p:nvPicPr>
          <p:cNvPr id="89" name="Graphic 88" descr="Harvey Balls 75% with solid fill">
            <a:extLst>
              <a:ext uri="{FF2B5EF4-FFF2-40B4-BE49-F238E27FC236}">
                <a16:creationId xmlns:a16="http://schemas.microsoft.com/office/drawing/2014/main" id="{6EDF619E-5D2C-CF4A-BEA0-42037A1137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8867" y="6939826"/>
            <a:ext cx="914400" cy="914400"/>
          </a:xfrm>
          <a:prstGeom prst="rect">
            <a:avLst/>
          </a:prstGeom>
        </p:spPr>
      </p:pic>
      <p:sp>
        <p:nvSpPr>
          <p:cNvPr id="90" name="Oval 89">
            <a:extLst>
              <a:ext uri="{FF2B5EF4-FFF2-40B4-BE49-F238E27FC236}">
                <a16:creationId xmlns:a16="http://schemas.microsoft.com/office/drawing/2014/main" id="{FD1DBFD5-9A6F-CC4D-8A05-AD124539452B}"/>
              </a:ext>
            </a:extLst>
          </p:cNvPr>
          <p:cNvSpPr/>
          <p:nvPr/>
        </p:nvSpPr>
        <p:spPr>
          <a:xfrm>
            <a:off x="16381283" y="7034244"/>
            <a:ext cx="725565" cy="725565"/>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1" name="Graphic 90" descr="Harvey Balls 50% with solid fill">
            <a:extLst>
              <a:ext uri="{FF2B5EF4-FFF2-40B4-BE49-F238E27FC236}">
                <a16:creationId xmlns:a16="http://schemas.microsoft.com/office/drawing/2014/main" id="{E1098C1E-BA3C-B24C-8A70-6460088B28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5312" y="6935150"/>
            <a:ext cx="914400" cy="914400"/>
          </a:xfrm>
          <a:prstGeom prst="rect">
            <a:avLst/>
          </a:prstGeom>
        </p:spPr>
      </p:pic>
      <p:pic>
        <p:nvPicPr>
          <p:cNvPr id="92" name="Graphic 91" descr="Harvey Balls 25% with solid fill">
            <a:extLst>
              <a:ext uri="{FF2B5EF4-FFF2-40B4-BE49-F238E27FC236}">
                <a16:creationId xmlns:a16="http://schemas.microsoft.com/office/drawing/2014/main" id="{1B3AD2AC-AC70-AB47-A41C-23848905A26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0761" y="6939826"/>
            <a:ext cx="914400" cy="914400"/>
          </a:xfrm>
          <a:prstGeom prst="rect">
            <a:avLst/>
          </a:prstGeom>
        </p:spPr>
      </p:pic>
      <p:cxnSp>
        <p:nvCxnSpPr>
          <p:cNvPr id="27" name="Google Shape;599;p11">
            <a:extLst>
              <a:ext uri="{FF2B5EF4-FFF2-40B4-BE49-F238E27FC236}">
                <a16:creationId xmlns:a16="http://schemas.microsoft.com/office/drawing/2014/main" id="{85D6AA34-F1F0-2845-AFC8-33BFFDEA43CD}"/>
              </a:ext>
            </a:extLst>
          </p:cNvPr>
          <p:cNvCxnSpPr>
            <a:cxnSpLocks/>
          </p:cNvCxnSpPr>
          <p:nvPr/>
        </p:nvCxnSpPr>
        <p:spPr>
          <a:xfrm>
            <a:off x="7278295" y="2281765"/>
            <a:ext cx="0" cy="5526219"/>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2" name="Google Shape;599;p11">
            <a:extLst>
              <a:ext uri="{FF2B5EF4-FFF2-40B4-BE49-F238E27FC236}">
                <a16:creationId xmlns:a16="http://schemas.microsoft.com/office/drawing/2014/main" id="{B1D8D2C5-ECA4-3948-AC86-DC34CB0F9C3D}"/>
              </a:ext>
            </a:extLst>
          </p:cNvPr>
          <p:cNvCxnSpPr>
            <a:cxnSpLocks/>
          </p:cNvCxnSpPr>
          <p:nvPr/>
        </p:nvCxnSpPr>
        <p:spPr>
          <a:xfrm>
            <a:off x="9523655" y="2259934"/>
            <a:ext cx="0" cy="5589616"/>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3" name="Google Shape;599;p11">
            <a:extLst>
              <a:ext uri="{FF2B5EF4-FFF2-40B4-BE49-F238E27FC236}">
                <a16:creationId xmlns:a16="http://schemas.microsoft.com/office/drawing/2014/main" id="{E12E780B-BEDE-2B47-BF1A-2611C49983AC}"/>
              </a:ext>
            </a:extLst>
          </p:cNvPr>
          <p:cNvCxnSpPr>
            <a:cxnSpLocks/>
          </p:cNvCxnSpPr>
          <p:nvPr/>
        </p:nvCxnSpPr>
        <p:spPr>
          <a:xfrm>
            <a:off x="11631854" y="2259934"/>
            <a:ext cx="0" cy="5602574"/>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4" name="Google Shape;599;p11">
            <a:extLst>
              <a:ext uri="{FF2B5EF4-FFF2-40B4-BE49-F238E27FC236}">
                <a16:creationId xmlns:a16="http://schemas.microsoft.com/office/drawing/2014/main" id="{B203080E-A5E2-364F-B2B3-9121A9F66040}"/>
              </a:ext>
            </a:extLst>
          </p:cNvPr>
          <p:cNvCxnSpPr>
            <a:cxnSpLocks/>
          </p:cNvCxnSpPr>
          <p:nvPr/>
        </p:nvCxnSpPr>
        <p:spPr>
          <a:xfrm>
            <a:off x="13628295" y="2259934"/>
            <a:ext cx="0" cy="5589616"/>
          </a:xfrm>
          <a:prstGeom prst="straightConnector1">
            <a:avLst/>
          </a:prstGeom>
          <a:noFill/>
          <a:ln w="38100" cap="flat" cmpd="sng">
            <a:solidFill>
              <a:schemeClr val="bg1">
                <a:lumMod val="65000"/>
              </a:schemeClr>
            </a:solidFill>
            <a:prstDash val="dash"/>
            <a:round/>
            <a:headEnd type="none" w="sm" len="sm"/>
            <a:tailEnd type="none" w="sm" len="sm"/>
          </a:ln>
        </p:spPr>
      </p:cxnSp>
      <p:cxnSp>
        <p:nvCxnSpPr>
          <p:cNvPr id="45" name="Google Shape;599;p11">
            <a:extLst>
              <a:ext uri="{FF2B5EF4-FFF2-40B4-BE49-F238E27FC236}">
                <a16:creationId xmlns:a16="http://schemas.microsoft.com/office/drawing/2014/main" id="{E9C8D530-F8EA-114C-B898-105036BF319E}"/>
              </a:ext>
            </a:extLst>
          </p:cNvPr>
          <p:cNvCxnSpPr>
            <a:cxnSpLocks/>
          </p:cNvCxnSpPr>
          <p:nvPr/>
        </p:nvCxnSpPr>
        <p:spPr>
          <a:xfrm>
            <a:off x="15741575" y="2259934"/>
            <a:ext cx="0" cy="5602574"/>
          </a:xfrm>
          <a:prstGeom prst="straightConnector1">
            <a:avLst/>
          </a:prstGeom>
          <a:noFill/>
          <a:ln w="38100" cap="flat" cmpd="sng">
            <a:solidFill>
              <a:schemeClr val="bg1">
                <a:lumMod val="65000"/>
              </a:schemeClr>
            </a:solidFill>
            <a:prstDash val="dash"/>
            <a:round/>
            <a:headEnd type="none" w="sm" len="sm"/>
            <a:tailEnd type="none" w="sm" len="sm"/>
          </a:ln>
        </p:spPr>
      </p:cxnSp>
    </p:spTree>
    <p:extLst>
      <p:ext uri="{BB962C8B-B14F-4D97-AF65-F5344CB8AC3E}">
        <p14:creationId xmlns:p14="http://schemas.microsoft.com/office/powerpoint/2010/main" val="208759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18</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65" name="Rectangle 64">
            <a:extLst>
              <a:ext uri="{FF2B5EF4-FFF2-40B4-BE49-F238E27FC236}">
                <a16:creationId xmlns:a16="http://schemas.microsoft.com/office/drawing/2014/main" id="{83EA63E6-27A5-4143-8DB9-E6CE1E5D6354}"/>
              </a:ext>
            </a:extLst>
          </p:cNvPr>
          <p:cNvSpPr/>
          <p:nvPr/>
        </p:nvSpPr>
        <p:spPr>
          <a:xfrm>
            <a:off x="517338" y="1761633"/>
            <a:ext cx="17239265" cy="470592"/>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Recommendation</a:t>
            </a:r>
          </a:p>
        </p:txBody>
      </p:sp>
      <p:sp>
        <p:nvSpPr>
          <p:cNvPr id="79" name="Rectangle 78">
            <a:extLst>
              <a:ext uri="{FF2B5EF4-FFF2-40B4-BE49-F238E27FC236}">
                <a16:creationId xmlns:a16="http://schemas.microsoft.com/office/drawing/2014/main" id="{F9D48AF5-0EC1-A745-8EC0-678D5BE41B24}"/>
              </a:ext>
            </a:extLst>
          </p:cNvPr>
          <p:cNvSpPr/>
          <p:nvPr/>
        </p:nvSpPr>
        <p:spPr>
          <a:xfrm>
            <a:off x="531398" y="3599503"/>
            <a:ext cx="4969038" cy="1543998"/>
          </a:xfrm>
          <a:prstGeom prst="rect">
            <a:avLst/>
          </a:prstGeom>
          <a:solidFill>
            <a:srgbClr val="2C8BBB"/>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85" name="Oval 84">
            <a:extLst>
              <a:ext uri="{FF2B5EF4-FFF2-40B4-BE49-F238E27FC236}">
                <a16:creationId xmlns:a16="http://schemas.microsoft.com/office/drawing/2014/main" id="{AB033B5E-7C9D-314D-8654-782315D2A86D}"/>
              </a:ext>
            </a:extLst>
          </p:cNvPr>
          <p:cNvSpPr/>
          <p:nvPr/>
        </p:nvSpPr>
        <p:spPr>
          <a:xfrm>
            <a:off x="216412" y="4093303"/>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E7C2A5E6-8F83-A549-8B89-7368F97DA83F}"/>
              </a:ext>
            </a:extLst>
          </p:cNvPr>
          <p:cNvSpPr/>
          <p:nvPr/>
        </p:nvSpPr>
        <p:spPr>
          <a:xfrm>
            <a:off x="531398" y="2232226"/>
            <a:ext cx="17225205" cy="928814"/>
          </a:xfrm>
          <a:prstGeom prst="rect">
            <a:avLst/>
          </a:prstGeom>
          <a:noFill/>
          <a:ln w="28575">
            <a:solidFill>
              <a:srgbClr val="263E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dirty="0">
              <a:solidFill>
                <a:schemeClr val="tx1"/>
              </a:solidFill>
              <a:latin typeface="Arial" panose="020B0604020202020204" pitchFamily="34" charset="0"/>
              <a:cs typeface="Arial" panose="020B0604020202020204" pitchFamily="34" charset="0"/>
            </a:endParaRPr>
          </a:p>
        </p:txBody>
      </p:sp>
      <p:grpSp>
        <p:nvGrpSpPr>
          <p:cNvPr id="21" name="Group 39">
            <a:extLst>
              <a:ext uri="{FF2B5EF4-FFF2-40B4-BE49-F238E27FC236}">
                <a16:creationId xmlns:a16="http://schemas.microsoft.com/office/drawing/2014/main" id="{6D97BAE7-3FB0-904D-A888-9C97C51187B4}"/>
              </a:ext>
            </a:extLst>
          </p:cNvPr>
          <p:cNvGrpSpPr/>
          <p:nvPr/>
        </p:nvGrpSpPr>
        <p:grpSpPr>
          <a:xfrm rot="5400000">
            <a:off x="5264081" y="4185735"/>
            <a:ext cx="1640218" cy="275314"/>
            <a:chOff x="0" y="0"/>
            <a:chExt cx="580104" cy="72126"/>
          </a:xfrm>
        </p:grpSpPr>
        <p:sp>
          <p:nvSpPr>
            <p:cNvPr id="22" name="Freeform 40">
              <a:extLst>
                <a:ext uri="{FF2B5EF4-FFF2-40B4-BE49-F238E27FC236}">
                  <a16:creationId xmlns:a16="http://schemas.microsoft.com/office/drawing/2014/main" id="{874DA1F4-E19D-6447-BB19-E2DB451361DE}"/>
                </a:ext>
              </a:extLst>
            </p:cNvPr>
            <p:cNvSpPr/>
            <p:nvPr/>
          </p:nvSpPr>
          <p:spPr>
            <a:xfrm>
              <a:off x="0" y="0"/>
              <a:ext cx="580104" cy="72126"/>
            </a:xfrm>
            <a:custGeom>
              <a:avLst/>
              <a:gdLst/>
              <a:ahLst/>
              <a:cxnLst/>
              <a:rect l="l" t="t" r="r" b="b"/>
              <a:pathLst>
                <a:path w="580104" h="72126">
                  <a:moveTo>
                    <a:pt x="290052" y="0"/>
                  </a:moveTo>
                  <a:lnTo>
                    <a:pt x="580104" y="72126"/>
                  </a:lnTo>
                  <a:lnTo>
                    <a:pt x="0" y="72126"/>
                  </a:lnTo>
                  <a:lnTo>
                    <a:pt x="290052" y="0"/>
                  </a:lnTo>
                  <a:close/>
                </a:path>
              </a:pathLst>
            </a:custGeom>
            <a:solidFill>
              <a:srgbClr val="DFDDDD"/>
            </a:solidFill>
          </p:spPr>
          <p:txBody>
            <a:bodyPr/>
            <a:lstStyle/>
            <a:p>
              <a:endParaRPr lang="en-CA"/>
            </a:p>
          </p:txBody>
        </p:sp>
        <p:sp>
          <p:nvSpPr>
            <p:cNvPr id="23" name="TextBox 41">
              <a:extLst>
                <a:ext uri="{FF2B5EF4-FFF2-40B4-BE49-F238E27FC236}">
                  <a16:creationId xmlns:a16="http://schemas.microsoft.com/office/drawing/2014/main" id="{2BE260BB-1BB3-D845-ACD8-59BDCEA4013C}"/>
                </a:ext>
              </a:extLst>
            </p:cNvPr>
            <p:cNvSpPr txBox="1"/>
            <p:nvPr/>
          </p:nvSpPr>
          <p:spPr>
            <a:xfrm>
              <a:off x="90641" y="14437"/>
              <a:ext cx="398821" cy="52537"/>
            </a:xfrm>
            <a:prstGeom prst="rect">
              <a:avLst/>
            </a:prstGeom>
          </p:spPr>
          <p:txBody>
            <a:bodyPr lIns="50800" tIns="50800" rIns="50800" bIns="50800" rtlCol="0" anchor="ctr"/>
            <a:lstStyle/>
            <a:p>
              <a:pPr algn="ctr">
                <a:lnSpc>
                  <a:spcPts val="3250"/>
                </a:lnSpc>
              </a:pPr>
              <a:endParaRPr/>
            </a:p>
          </p:txBody>
        </p:sp>
      </p:grpSp>
      <p:sp>
        <p:nvSpPr>
          <p:cNvPr id="27" name="Rectangle 26">
            <a:extLst>
              <a:ext uri="{FF2B5EF4-FFF2-40B4-BE49-F238E27FC236}">
                <a16:creationId xmlns:a16="http://schemas.microsoft.com/office/drawing/2014/main" id="{6EECBA0D-4437-BA46-884B-DF6D13933E99}"/>
              </a:ext>
            </a:extLst>
          </p:cNvPr>
          <p:cNvSpPr/>
          <p:nvPr/>
        </p:nvSpPr>
        <p:spPr>
          <a:xfrm>
            <a:off x="6695817" y="3612947"/>
            <a:ext cx="4969038" cy="1530553"/>
          </a:xfrm>
          <a:prstGeom prst="rect">
            <a:avLst/>
          </a:prstGeom>
          <a:solidFill>
            <a:srgbClr val="2C8BBB"/>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C587C2F1-D204-AB47-AC13-8067042C224A}"/>
              </a:ext>
            </a:extLst>
          </p:cNvPr>
          <p:cNvSpPr/>
          <p:nvPr/>
        </p:nvSpPr>
        <p:spPr>
          <a:xfrm>
            <a:off x="12787565" y="3599503"/>
            <a:ext cx="4969038" cy="1543998"/>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grpSp>
        <p:nvGrpSpPr>
          <p:cNvPr id="44" name="Group 39">
            <a:extLst>
              <a:ext uri="{FF2B5EF4-FFF2-40B4-BE49-F238E27FC236}">
                <a16:creationId xmlns:a16="http://schemas.microsoft.com/office/drawing/2014/main" id="{DEA46BE4-BC14-6F49-A7BE-009A4ADAECD8}"/>
              </a:ext>
            </a:extLst>
          </p:cNvPr>
          <p:cNvGrpSpPr/>
          <p:nvPr/>
        </p:nvGrpSpPr>
        <p:grpSpPr>
          <a:xfrm rot="5400000">
            <a:off x="11381198" y="4270323"/>
            <a:ext cx="1640218" cy="275314"/>
            <a:chOff x="0" y="0"/>
            <a:chExt cx="580104" cy="72126"/>
          </a:xfrm>
        </p:grpSpPr>
        <p:sp>
          <p:nvSpPr>
            <p:cNvPr id="45" name="Freeform 40">
              <a:extLst>
                <a:ext uri="{FF2B5EF4-FFF2-40B4-BE49-F238E27FC236}">
                  <a16:creationId xmlns:a16="http://schemas.microsoft.com/office/drawing/2014/main" id="{DC3EB1D6-DB74-BB46-A473-C00083B92399}"/>
                </a:ext>
              </a:extLst>
            </p:cNvPr>
            <p:cNvSpPr/>
            <p:nvPr/>
          </p:nvSpPr>
          <p:spPr>
            <a:xfrm>
              <a:off x="0" y="0"/>
              <a:ext cx="580104" cy="72126"/>
            </a:xfrm>
            <a:custGeom>
              <a:avLst/>
              <a:gdLst/>
              <a:ahLst/>
              <a:cxnLst/>
              <a:rect l="l" t="t" r="r" b="b"/>
              <a:pathLst>
                <a:path w="580104" h="72126">
                  <a:moveTo>
                    <a:pt x="290052" y="0"/>
                  </a:moveTo>
                  <a:lnTo>
                    <a:pt x="580104" y="72126"/>
                  </a:lnTo>
                  <a:lnTo>
                    <a:pt x="0" y="72126"/>
                  </a:lnTo>
                  <a:lnTo>
                    <a:pt x="290052" y="0"/>
                  </a:lnTo>
                  <a:close/>
                </a:path>
              </a:pathLst>
            </a:custGeom>
            <a:solidFill>
              <a:srgbClr val="DFDDDD"/>
            </a:solidFill>
          </p:spPr>
          <p:txBody>
            <a:bodyPr/>
            <a:lstStyle/>
            <a:p>
              <a:endParaRPr lang="en-CA"/>
            </a:p>
          </p:txBody>
        </p:sp>
        <p:sp>
          <p:nvSpPr>
            <p:cNvPr id="46" name="TextBox 41">
              <a:extLst>
                <a:ext uri="{FF2B5EF4-FFF2-40B4-BE49-F238E27FC236}">
                  <a16:creationId xmlns:a16="http://schemas.microsoft.com/office/drawing/2014/main" id="{14F2DAF8-F1C8-FE43-954D-774726D05AD2}"/>
                </a:ext>
              </a:extLst>
            </p:cNvPr>
            <p:cNvSpPr txBox="1"/>
            <p:nvPr/>
          </p:nvSpPr>
          <p:spPr>
            <a:xfrm>
              <a:off x="90641" y="14437"/>
              <a:ext cx="398821" cy="52537"/>
            </a:xfrm>
            <a:prstGeom prst="rect">
              <a:avLst/>
            </a:prstGeom>
          </p:spPr>
          <p:txBody>
            <a:bodyPr lIns="50800" tIns="50800" rIns="50800" bIns="50800" rtlCol="0" anchor="ctr"/>
            <a:lstStyle/>
            <a:p>
              <a:pPr algn="ctr">
                <a:lnSpc>
                  <a:spcPts val="3250"/>
                </a:lnSpc>
              </a:pPr>
              <a:endParaRPr/>
            </a:p>
          </p:txBody>
        </p:sp>
      </p:grpSp>
      <p:sp>
        <p:nvSpPr>
          <p:cNvPr id="47" name="Rectangle 46">
            <a:extLst>
              <a:ext uri="{FF2B5EF4-FFF2-40B4-BE49-F238E27FC236}">
                <a16:creationId xmlns:a16="http://schemas.microsoft.com/office/drawing/2014/main" id="{23BD937A-85FF-0641-8F2D-95DBEE749F6B}"/>
              </a:ext>
            </a:extLst>
          </p:cNvPr>
          <p:cNvSpPr/>
          <p:nvPr/>
        </p:nvSpPr>
        <p:spPr>
          <a:xfrm>
            <a:off x="531398" y="5440703"/>
            <a:ext cx="4969038" cy="1543998"/>
          </a:xfrm>
          <a:prstGeom prst="rect">
            <a:avLst/>
          </a:prstGeom>
          <a:solidFill>
            <a:srgbClr val="2C8BBB"/>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48" name="Oval 47">
            <a:extLst>
              <a:ext uri="{FF2B5EF4-FFF2-40B4-BE49-F238E27FC236}">
                <a16:creationId xmlns:a16="http://schemas.microsoft.com/office/drawing/2014/main" id="{14E13259-2068-484A-B0D2-D7FB053C73B8}"/>
              </a:ext>
            </a:extLst>
          </p:cNvPr>
          <p:cNvSpPr/>
          <p:nvPr/>
        </p:nvSpPr>
        <p:spPr>
          <a:xfrm>
            <a:off x="216412" y="5897716"/>
            <a:ext cx="629971" cy="629971"/>
          </a:xfrm>
          <a:prstGeom prst="ellipse">
            <a:avLst/>
          </a:prstGeom>
          <a:solidFill>
            <a:schemeClr val="bg1">
              <a:lumMod val="5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grpSp>
        <p:nvGrpSpPr>
          <p:cNvPr id="49" name="Group 39">
            <a:extLst>
              <a:ext uri="{FF2B5EF4-FFF2-40B4-BE49-F238E27FC236}">
                <a16:creationId xmlns:a16="http://schemas.microsoft.com/office/drawing/2014/main" id="{DED1A954-61C1-D64B-8D17-DF8671581037}"/>
              </a:ext>
            </a:extLst>
          </p:cNvPr>
          <p:cNvGrpSpPr/>
          <p:nvPr/>
        </p:nvGrpSpPr>
        <p:grpSpPr>
          <a:xfrm rot="5400000">
            <a:off x="5264081" y="6026935"/>
            <a:ext cx="1640218" cy="275314"/>
            <a:chOff x="0" y="0"/>
            <a:chExt cx="580104" cy="72126"/>
          </a:xfrm>
        </p:grpSpPr>
        <p:sp>
          <p:nvSpPr>
            <p:cNvPr id="50" name="Freeform 40">
              <a:extLst>
                <a:ext uri="{FF2B5EF4-FFF2-40B4-BE49-F238E27FC236}">
                  <a16:creationId xmlns:a16="http://schemas.microsoft.com/office/drawing/2014/main" id="{7242D93E-72C7-0B4F-A93F-5FFAD2E0161D}"/>
                </a:ext>
              </a:extLst>
            </p:cNvPr>
            <p:cNvSpPr/>
            <p:nvPr/>
          </p:nvSpPr>
          <p:spPr>
            <a:xfrm>
              <a:off x="0" y="0"/>
              <a:ext cx="580104" cy="72126"/>
            </a:xfrm>
            <a:custGeom>
              <a:avLst/>
              <a:gdLst/>
              <a:ahLst/>
              <a:cxnLst/>
              <a:rect l="l" t="t" r="r" b="b"/>
              <a:pathLst>
                <a:path w="580104" h="72126">
                  <a:moveTo>
                    <a:pt x="290052" y="0"/>
                  </a:moveTo>
                  <a:lnTo>
                    <a:pt x="580104" y="72126"/>
                  </a:lnTo>
                  <a:lnTo>
                    <a:pt x="0" y="72126"/>
                  </a:lnTo>
                  <a:lnTo>
                    <a:pt x="290052" y="0"/>
                  </a:lnTo>
                  <a:close/>
                </a:path>
              </a:pathLst>
            </a:custGeom>
            <a:solidFill>
              <a:srgbClr val="DFDDDD"/>
            </a:solidFill>
          </p:spPr>
          <p:txBody>
            <a:bodyPr/>
            <a:lstStyle/>
            <a:p>
              <a:endParaRPr lang="en-CA"/>
            </a:p>
          </p:txBody>
        </p:sp>
        <p:sp>
          <p:nvSpPr>
            <p:cNvPr id="51" name="TextBox 41">
              <a:extLst>
                <a:ext uri="{FF2B5EF4-FFF2-40B4-BE49-F238E27FC236}">
                  <a16:creationId xmlns:a16="http://schemas.microsoft.com/office/drawing/2014/main" id="{AB974922-261E-8A4B-8993-02F287D5ADB3}"/>
                </a:ext>
              </a:extLst>
            </p:cNvPr>
            <p:cNvSpPr txBox="1"/>
            <p:nvPr/>
          </p:nvSpPr>
          <p:spPr>
            <a:xfrm>
              <a:off x="90641" y="14437"/>
              <a:ext cx="398821" cy="52537"/>
            </a:xfrm>
            <a:prstGeom prst="rect">
              <a:avLst/>
            </a:prstGeom>
          </p:spPr>
          <p:txBody>
            <a:bodyPr lIns="50800" tIns="50800" rIns="50800" bIns="50800" rtlCol="0" anchor="ctr"/>
            <a:lstStyle/>
            <a:p>
              <a:pPr algn="ctr">
                <a:lnSpc>
                  <a:spcPts val="3250"/>
                </a:lnSpc>
              </a:pPr>
              <a:endParaRPr/>
            </a:p>
          </p:txBody>
        </p:sp>
      </p:grpSp>
      <p:sp>
        <p:nvSpPr>
          <p:cNvPr id="52" name="Rectangle 51">
            <a:extLst>
              <a:ext uri="{FF2B5EF4-FFF2-40B4-BE49-F238E27FC236}">
                <a16:creationId xmlns:a16="http://schemas.microsoft.com/office/drawing/2014/main" id="{C0605E8E-8491-E940-A7BF-EACEACDEDD3A}"/>
              </a:ext>
            </a:extLst>
          </p:cNvPr>
          <p:cNvSpPr/>
          <p:nvPr/>
        </p:nvSpPr>
        <p:spPr>
          <a:xfrm>
            <a:off x="6695817" y="5454147"/>
            <a:ext cx="4969038" cy="1530553"/>
          </a:xfrm>
          <a:prstGeom prst="rect">
            <a:avLst/>
          </a:prstGeom>
          <a:solidFill>
            <a:srgbClr val="2C8BBB"/>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a:t>
            </a:r>
            <a:endParaRPr lang="en-US" sz="2700" dirty="0">
              <a:solidFill>
                <a:schemeClr val="bg1"/>
              </a:solidFill>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5E8A1463-3F10-6045-BCA4-DC2148EAAC1B}"/>
              </a:ext>
            </a:extLst>
          </p:cNvPr>
          <p:cNvSpPr/>
          <p:nvPr/>
        </p:nvSpPr>
        <p:spPr>
          <a:xfrm>
            <a:off x="12787565" y="5440703"/>
            <a:ext cx="4969038" cy="1543998"/>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grpSp>
        <p:nvGrpSpPr>
          <p:cNvPr id="54" name="Group 39">
            <a:extLst>
              <a:ext uri="{FF2B5EF4-FFF2-40B4-BE49-F238E27FC236}">
                <a16:creationId xmlns:a16="http://schemas.microsoft.com/office/drawing/2014/main" id="{D1F32143-24A7-014F-8D35-B76C7C61AE68}"/>
              </a:ext>
            </a:extLst>
          </p:cNvPr>
          <p:cNvGrpSpPr/>
          <p:nvPr/>
        </p:nvGrpSpPr>
        <p:grpSpPr>
          <a:xfrm rot="5400000">
            <a:off x="11381198" y="6111523"/>
            <a:ext cx="1640218" cy="275314"/>
            <a:chOff x="0" y="0"/>
            <a:chExt cx="580104" cy="72126"/>
          </a:xfrm>
        </p:grpSpPr>
        <p:sp>
          <p:nvSpPr>
            <p:cNvPr id="55" name="Freeform 40">
              <a:extLst>
                <a:ext uri="{FF2B5EF4-FFF2-40B4-BE49-F238E27FC236}">
                  <a16:creationId xmlns:a16="http://schemas.microsoft.com/office/drawing/2014/main" id="{3DD8B715-0847-DB41-A200-736B2C868B80}"/>
                </a:ext>
              </a:extLst>
            </p:cNvPr>
            <p:cNvSpPr/>
            <p:nvPr/>
          </p:nvSpPr>
          <p:spPr>
            <a:xfrm>
              <a:off x="0" y="0"/>
              <a:ext cx="580104" cy="72126"/>
            </a:xfrm>
            <a:custGeom>
              <a:avLst/>
              <a:gdLst/>
              <a:ahLst/>
              <a:cxnLst/>
              <a:rect l="l" t="t" r="r" b="b"/>
              <a:pathLst>
                <a:path w="580104" h="72126">
                  <a:moveTo>
                    <a:pt x="290052" y="0"/>
                  </a:moveTo>
                  <a:lnTo>
                    <a:pt x="580104" y="72126"/>
                  </a:lnTo>
                  <a:lnTo>
                    <a:pt x="0" y="72126"/>
                  </a:lnTo>
                  <a:lnTo>
                    <a:pt x="290052" y="0"/>
                  </a:lnTo>
                  <a:close/>
                </a:path>
              </a:pathLst>
            </a:custGeom>
            <a:solidFill>
              <a:srgbClr val="DFDDDD"/>
            </a:solidFill>
          </p:spPr>
          <p:txBody>
            <a:bodyPr/>
            <a:lstStyle/>
            <a:p>
              <a:endParaRPr lang="en-CA"/>
            </a:p>
          </p:txBody>
        </p:sp>
        <p:sp>
          <p:nvSpPr>
            <p:cNvPr id="56" name="TextBox 41">
              <a:extLst>
                <a:ext uri="{FF2B5EF4-FFF2-40B4-BE49-F238E27FC236}">
                  <a16:creationId xmlns:a16="http://schemas.microsoft.com/office/drawing/2014/main" id="{1645C6C3-0F8D-A247-8A48-92433D5B101F}"/>
                </a:ext>
              </a:extLst>
            </p:cNvPr>
            <p:cNvSpPr txBox="1"/>
            <p:nvPr/>
          </p:nvSpPr>
          <p:spPr>
            <a:xfrm>
              <a:off x="90641" y="14437"/>
              <a:ext cx="398821" cy="52537"/>
            </a:xfrm>
            <a:prstGeom prst="rect">
              <a:avLst/>
            </a:prstGeom>
          </p:spPr>
          <p:txBody>
            <a:bodyPr lIns="50800" tIns="50800" rIns="50800" bIns="50800" rtlCol="0" anchor="ctr"/>
            <a:lstStyle/>
            <a:p>
              <a:pPr algn="ctr">
                <a:lnSpc>
                  <a:spcPts val="3250"/>
                </a:lnSpc>
              </a:pPr>
              <a:endParaRPr/>
            </a:p>
          </p:txBody>
        </p:sp>
      </p:grpSp>
      <p:sp>
        <p:nvSpPr>
          <p:cNvPr id="57" name="TextBox 56">
            <a:extLst>
              <a:ext uri="{FF2B5EF4-FFF2-40B4-BE49-F238E27FC236}">
                <a16:creationId xmlns:a16="http://schemas.microsoft.com/office/drawing/2014/main" id="{826A0B8D-D454-9245-ABBF-BD27DAADA35C}"/>
              </a:ext>
            </a:extLst>
          </p:cNvPr>
          <p:cNvSpPr txBox="1"/>
          <p:nvPr/>
        </p:nvSpPr>
        <p:spPr>
          <a:xfrm>
            <a:off x="517338" y="7841571"/>
            <a:ext cx="1536051" cy="830997"/>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Why it Works:</a:t>
            </a:r>
          </a:p>
        </p:txBody>
      </p:sp>
      <p:sp>
        <p:nvSpPr>
          <p:cNvPr id="58" name="Rectangle 57">
            <a:extLst>
              <a:ext uri="{FF2B5EF4-FFF2-40B4-BE49-F238E27FC236}">
                <a16:creationId xmlns:a16="http://schemas.microsoft.com/office/drawing/2014/main" id="{7E0FE417-85D5-8A4B-B401-FA85EA1EDFEF}"/>
              </a:ext>
            </a:extLst>
          </p:cNvPr>
          <p:cNvSpPr/>
          <p:nvPr/>
        </p:nvSpPr>
        <p:spPr>
          <a:xfrm>
            <a:off x="2101291" y="7546625"/>
            <a:ext cx="3734353" cy="1543998"/>
          </a:xfrm>
          <a:prstGeom prst="rect">
            <a:avLst/>
          </a:prstGeom>
          <a:solidFill>
            <a:schemeClr val="bg1"/>
          </a:solidFill>
          <a:ln w="38100">
            <a:solidFill>
              <a:srgbClr val="263E6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59" name="Freeform 7">
            <a:extLst>
              <a:ext uri="{FF2B5EF4-FFF2-40B4-BE49-F238E27FC236}">
                <a16:creationId xmlns:a16="http://schemas.microsoft.com/office/drawing/2014/main" id="{5A4870C7-0423-2946-BC98-4CF630C827CC}"/>
              </a:ext>
            </a:extLst>
          </p:cNvPr>
          <p:cNvSpPr/>
          <p:nvPr/>
        </p:nvSpPr>
        <p:spPr>
          <a:xfrm>
            <a:off x="6331135" y="8032001"/>
            <a:ext cx="676212" cy="660734"/>
          </a:xfrm>
          <a:custGeom>
            <a:avLst/>
            <a:gdLst/>
            <a:ahLst/>
            <a:cxnLst/>
            <a:rect l="l" t="t" r="r" b="b"/>
            <a:pathLst>
              <a:path w="1245485" h="1245485">
                <a:moveTo>
                  <a:pt x="0" y="0"/>
                </a:moveTo>
                <a:lnTo>
                  <a:pt x="1245485" y="0"/>
                </a:lnTo>
                <a:lnTo>
                  <a:pt x="1245485" y="1245485"/>
                </a:lnTo>
                <a:lnTo>
                  <a:pt x="0" y="1245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61" name="Rectangle 60">
            <a:extLst>
              <a:ext uri="{FF2B5EF4-FFF2-40B4-BE49-F238E27FC236}">
                <a16:creationId xmlns:a16="http://schemas.microsoft.com/office/drawing/2014/main" id="{1ED11C3B-B6B5-F74A-A8ED-76B8B378CE6A}"/>
              </a:ext>
            </a:extLst>
          </p:cNvPr>
          <p:cNvSpPr/>
          <p:nvPr/>
        </p:nvSpPr>
        <p:spPr>
          <a:xfrm>
            <a:off x="7502838" y="7546625"/>
            <a:ext cx="3734353" cy="1543998"/>
          </a:xfrm>
          <a:prstGeom prst="rect">
            <a:avLst/>
          </a:prstGeom>
          <a:solidFill>
            <a:schemeClr val="bg1"/>
          </a:solidFill>
          <a:ln w="38100">
            <a:solidFill>
              <a:srgbClr val="263E6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6784C3B5-CF09-7643-8AF6-04B04302393C}"/>
              </a:ext>
            </a:extLst>
          </p:cNvPr>
          <p:cNvSpPr/>
          <p:nvPr/>
        </p:nvSpPr>
        <p:spPr>
          <a:xfrm>
            <a:off x="12787565" y="7546625"/>
            <a:ext cx="4969038" cy="1543998"/>
          </a:xfrm>
          <a:prstGeom prst="rect">
            <a:avLst/>
          </a:prstGeom>
          <a:solidFill>
            <a:schemeClr val="bg1"/>
          </a:solidFill>
          <a:ln w="38100">
            <a:solidFill>
              <a:srgbClr val="263E6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grpSp>
        <p:nvGrpSpPr>
          <p:cNvPr id="63" name="Group 17">
            <a:extLst>
              <a:ext uri="{FF2B5EF4-FFF2-40B4-BE49-F238E27FC236}">
                <a16:creationId xmlns:a16="http://schemas.microsoft.com/office/drawing/2014/main" id="{59CAC9B4-C7DD-3C45-9F66-A829D8300E82}"/>
              </a:ext>
            </a:extLst>
          </p:cNvPr>
          <p:cNvGrpSpPr/>
          <p:nvPr/>
        </p:nvGrpSpPr>
        <p:grpSpPr>
          <a:xfrm>
            <a:off x="11706388" y="8067649"/>
            <a:ext cx="613834" cy="198837"/>
            <a:chOff x="0" y="0"/>
            <a:chExt cx="328029" cy="106257"/>
          </a:xfrm>
        </p:grpSpPr>
        <p:sp>
          <p:nvSpPr>
            <p:cNvPr id="64" name="Freeform 18">
              <a:extLst>
                <a:ext uri="{FF2B5EF4-FFF2-40B4-BE49-F238E27FC236}">
                  <a16:creationId xmlns:a16="http://schemas.microsoft.com/office/drawing/2014/main" id="{D89BE539-A658-EB4A-9C9D-DA6D85D54568}"/>
                </a:ext>
              </a:extLst>
            </p:cNvPr>
            <p:cNvSpPr/>
            <p:nvPr/>
          </p:nvSpPr>
          <p:spPr>
            <a:xfrm>
              <a:off x="0" y="0"/>
              <a:ext cx="328029" cy="106257"/>
            </a:xfrm>
            <a:custGeom>
              <a:avLst/>
              <a:gdLst/>
              <a:ahLst/>
              <a:cxnLst/>
              <a:rect l="l" t="t" r="r" b="b"/>
              <a:pathLst>
                <a:path w="328029" h="106257">
                  <a:moveTo>
                    <a:pt x="0" y="0"/>
                  </a:moveTo>
                  <a:lnTo>
                    <a:pt x="328029" y="0"/>
                  </a:lnTo>
                  <a:lnTo>
                    <a:pt x="328029" y="106257"/>
                  </a:lnTo>
                  <a:lnTo>
                    <a:pt x="0" y="106257"/>
                  </a:lnTo>
                  <a:close/>
                </a:path>
              </a:pathLst>
            </a:custGeom>
            <a:solidFill>
              <a:srgbClr val="949494"/>
            </a:solidFill>
          </p:spPr>
          <p:txBody>
            <a:bodyPr/>
            <a:lstStyle/>
            <a:p>
              <a:endParaRPr lang="en-CA"/>
            </a:p>
          </p:txBody>
        </p:sp>
        <p:sp>
          <p:nvSpPr>
            <p:cNvPr id="66" name="TextBox 19">
              <a:extLst>
                <a:ext uri="{FF2B5EF4-FFF2-40B4-BE49-F238E27FC236}">
                  <a16:creationId xmlns:a16="http://schemas.microsoft.com/office/drawing/2014/main" id="{DDC954EE-341C-4D47-AEC9-73CA6C4A872F}"/>
                </a:ext>
              </a:extLst>
            </p:cNvPr>
            <p:cNvSpPr txBox="1"/>
            <p:nvPr/>
          </p:nvSpPr>
          <p:spPr>
            <a:xfrm>
              <a:off x="0" y="-19050"/>
              <a:ext cx="328029" cy="125307"/>
            </a:xfrm>
            <a:prstGeom prst="rect">
              <a:avLst/>
            </a:prstGeom>
          </p:spPr>
          <p:txBody>
            <a:bodyPr lIns="50800" tIns="50800" rIns="50800" bIns="50800" rtlCol="0" anchor="ctr"/>
            <a:lstStyle/>
            <a:p>
              <a:pPr algn="ctr">
                <a:lnSpc>
                  <a:spcPts val="3250"/>
                </a:lnSpc>
              </a:pPr>
              <a:endParaRPr/>
            </a:p>
          </p:txBody>
        </p:sp>
      </p:grpSp>
      <p:grpSp>
        <p:nvGrpSpPr>
          <p:cNvPr id="67" name="Group 17">
            <a:extLst>
              <a:ext uri="{FF2B5EF4-FFF2-40B4-BE49-F238E27FC236}">
                <a16:creationId xmlns:a16="http://schemas.microsoft.com/office/drawing/2014/main" id="{E86B117B-BF3B-254F-A0AD-3C00F4560E45}"/>
              </a:ext>
            </a:extLst>
          </p:cNvPr>
          <p:cNvGrpSpPr/>
          <p:nvPr/>
        </p:nvGrpSpPr>
        <p:grpSpPr>
          <a:xfrm>
            <a:off x="11700674" y="8390698"/>
            <a:ext cx="613834" cy="198837"/>
            <a:chOff x="0" y="0"/>
            <a:chExt cx="328029" cy="106257"/>
          </a:xfrm>
        </p:grpSpPr>
        <p:sp>
          <p:nvSpPr>
            <p:cNvPr id="68" name="Freeform 18">
              <a:extLst>
                <a:ext uri="{FF2B5EF4-FFF2-40B4-BE49-F238E27FC236}">
                  <a16:creationId xmlns:a16="http://schemas.microsoft.com/office/drawing/2014/main" id="{AE206954-2454-3B41-9C40-738712F23BCA}"/>
                </a:ext>
              </a:extLst>
            </p:cNvPr>
            <p:cNvSpPr/>
            <p:nvPr/>
          </p:nvSpPr>
          <p:spPr>
            <a:xfrm>
              <a:off x="0" y="0"/>
              <a:ext cx="328029" cy="106257"/>
            </a:xfrm>
            <a:custGeom>
              <a:avLst/>
              <a:gdLst/>
              <a:ahLst/>
              <a:cxnLst/>
              <a:rect l="l" t="t" r="r" b="b"/>
              <a:pathLst>
                <a:path w="328029" h="106257">
                  <a:moveTo>
                    <a:pt x="0" y="0"/>
                  </a:moveTo>
                  <a:lnTo>
                    <a:pt x="328029" y="0"/>
                  </a:lnTo>
                  <a:lnTo>
                    <a:pt x="328029" y="106257"/>
                  </a:lnTo>
                  <a:lnTo>
                    <a:pt x="0" y="106257"/>
                  </a:lnTo>
                  <a:close/>
                </a:path>
              </a:pathLst>
            </a:custGeom>
            <a:solidFill>
              <a:srgbClr val="949494"/>
            </a:solidFill>
          </p:spPr>
          <p:txBody>
            <a:bodyPr/>
            <a:lstStyle/>
            <a:p>
              <a:endParaRPr lang="en-CA"/>
            </a:p>
          </p:txBody>
        </p:sp>
        <p:sp>
          <p:nvSpPr>
            <p:cNvPr id="69" name="TextBox 19">
              <a:extLst>
                <a:ext uri="{FF2B5EF4-FFF2-40B4-BE49-F238E27FC236}">
                  <a16:creationId xmlns:a16="http://schemas.microsoft.com/office/drawing/2014/main" id="{6CC72C08-136D-D44E-BDAD-6DF791ED73E7}"/>
                </a:ext>
              </a:extLst>
            </p:cNvPr>
            <p:cNvSpPr txBox="1"/>
            <p:nvPr/>
          </p:nvSpPr>
          <p:spPr>
            <a:xfrm>
              <a:off x="0" y="-19050"/>
              <a:ext cx="328029" cy="125307"/>
            </a:xfrm>
            <a:prstGeom prst="rect">
              <a:avLst/>
            </a:prstGeom>
          </p:spPr>
          <p:txBody>
            <a:bodyPr lIns="50800" tIns="50800" rIns="50800" bIns="50800" rtlCol="0" anchor="ctr"/>
            <a:lstStyle/>
            <a:p>
              <a:pPr algn="ctr">
                <a:lnSpc>
                  <a:spcPts val="3250"/>
                </a:lnSpc>
              </a:pPr>
              <a:endParaRPr/>
            </a:p>
          </p:txBody>
        </p:sp>
      </p:grpSp>
    </p:spTree>
    <p:extLst>
      <p:ext uri="{BB962C8B-B14F-4D97-AF65-F5344CB8AC3E}">
        <p14:creationId xmlns:p14="http://schemas.microsoft.com/office/powerpoint/2010/main" val="3828523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19</a:t>
            </a:fld>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Recommendation</a:t>
            </a:r>
          </a:p>
        </p:txBody>
      </p:sp>
      <p:sp>
        <p:nvSpPr>
          <p:cNvPr id="6" name="Text Placeholder 5">
            <a:extLst>
              <a:ext uri="{FF2B5EF4-FFF2-40B4-BE49-F238E27FC236}">
                <a16:creationId xmlns:a16="http://schemas.microsoft.com/office/drawing/2014/main" id="{6DD27D54-CDD5-E94F-AECC-8855851438F1}"/>
              </a:ext>
            </a:extLst>
          </p:cNvPr>
          <p:cNvSpPr>
            <a:spLocks noGrp="1"/>
          </p:cNvSpPr>
          <p:nvPr>
            <p:ph type="body" sz="quarter" idx="13"/>
          </p:nvPr>
        </p:nvSpPr>
        <p:spPr/>
        <p:txBody>
          <a:bodyPr/>
          <a:lstStyle/>
          <a:p>
            <a:endParaRPr lang="en-US"/>
          </a:p>
        </p:txBody>
      </p:sp>
      <p:sp>
        <p:nvSpPr>
          <p:cNvPr id="7" name="Text Placeholder 6">
            <a:extLst>
              <a:ext uri="{FF2B5EF4-FFF2-40B4-BE49-F238E27FC236}">
                <a16:creationId xmlns:a16="http://schemas.microsoft.com/office/drawing/2014/main" id="{EF94CDAF-22A3-4942-B484-E5EC9C56876B}"/>
              </a:ext>
            </a:extLst>
          </p:cNvPr>
          <p:cNvSpPr>
            <a:spLocks noGrp="1"/>
          </p:cNvSpPr>
          <p:nvPr>
            <p:ph type="body" sz="quarter" idx="14"/>
          </p:nvPr>
        </p:nvSpPr>
        <p:spPr/>
        <p:txBody>
          <a:bodyPr/>
          <a:lstStyle/>
          <a:p>
            <a:endParaRPr lang="en-US"/>
          </a:p>
        </p:txBody>
      </p:sp>
      <p:sp>
        <p:nvSpPr>
          <p:cNvPr id="13" name="Text Placeholder 12">
            <a:extLst>
              <a:ext uri="{FF2B5EF4-FFF2-40B4-BE49-F238E27FC236}">
                <a16:creationId xmlns:a16="http://schemas.microsoft.com/office/drawing/2014/main" id="{B69A2407-ADC0-6441-B86E-E542844830DE}"/>
              </a:ext>
            </a:extLst>
          </p:cNvPr>
          <p:cNvSpPr>
            <a:spLocks noGrp="1"/>
          </p:cNvSpPr>
          <p:nvPr>
            <p:ph type="body" sz="quarter" idx="16"/>
          </p:nvPr>
        </p:nvSpPr>
        <p:spPr/>
        <p:txBody>
          <a:bodyPr/>
          <a:lstStyle/>
          <a:p>
            <a:endParaRPr lang="en-US"/>
          </a:p>
        </p:txBody>
      </p:sp>
      <p:sp>
        <p:nvSpPr>
          <p:cNvPr id="2" name="Rectangle 1">
            <a:extLst>
              <a:ext uri="{FF2B5EF4-FFF2-40B4-BE49-F238E27FC236}">
                <a16:creationId xmlns:a16="http://schemas.microsoft.com/office/drawing/2014/main" id="{0AA53101-F2BF-8347-BA37-E4EEF1ABE8E4}"/>
              </a:ext>
            </a:extLst>
          </p:cNvPr>
          <p:cNvSpPr/>
          <p:nvPr/>
        </p:nvSpPr>
        <p:spPr>
          <a:xfrm>
            <a:off x="1106618" y="1971040"/>
            <a:ext cx="4948742" cy="609600"/>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latin typeface="Arial" panose="020B0604020202020204" pitchFamily="34" charset="0"/>
                <a:cs typeface="Arial" panose="020B0604020202020204" pitchFamily="34" charset="0"/>
              </a:rPr>
              <a:t>Reco</a:t>
            </a:r>
            <a:r>
              <a:rPr lang="en-US" sz="2400" b="1" dirty="0">
                <a:solidFill>
                  <a:schemeClr val="bg1"/>
                </a:solidFill>
                <a:latin typeface="Arial" panose="020B0604020202020204" pitchFamily="34" charset="0"/>
                <a:cs typeface="Arial" panose="020B0604020202020204" pitchFamily="34" charset="0"/>
              </a:rPr>
              <a:t> 1</a:t>
            </a:r>
          </a:p>
        </p:txBody>
      </p:sp>
      <p:sp>
        <p:nvSpPr>
          <p:cNvPr id="65" name="Rectangle 64">
            <a:extLst>
              <a:ext uri="{FF2B5EF4-FFF2-40B4-BE49-F238E27FC236}">
                <a16:creationId xmlns:a16="http://schemas.microsoft.com/office/drawing/2014/main" id="{3FB86626-31C1-0F42-AD1F-5D86B27D41BF}"/>
              </a:ext>
            </a:extLst>
          </p:cNvPr>
          <p:cNvSpPr/>
          <p:nvPr/>
        </p:nvSpPr>
        <p:spPr>
          <a:xfrm>
            <a:off x="6669629" y="1971040"/>
            <a:ext cx="4948742" cy="609600"/>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latin typeface="Arial" panose="020B0604020202020204" pitchFamily="34" charset="0"/>
                <a:cs typeface="Arial" panose="020B0604020202020204" pitchFamily="34" charset="0"/>
              </a:rPr>
              <a:t>Reco</a:t>
            </a:r>
            <a:r>
              <a:rPr lang="en-US" sz="2400" b="1" dirty="0">
                <a:solidFill>
                  <a:schemeClr val="bg1"/>
                </a:solidFill>
                <a:latin typeface="Arial" panose="020B0604020202020204" pitchFamily="34" charset="0"/>
                <a:cs typeface="Arial" panose="020B0604020202020204" pitchFamily="34" charset="0"/>
              </a:rPr>
              <a:t> 2</a:t>
            </a:r>
          </a:p>
        </p:txBody>
      </p:sp>
      <p:sp>
        <p:nvSpPr>
          <p:cNvPr id="66" name="Rectangle 65">
            <a:extLst>
              <a:ext uri="{FF2B5EF4-FFF2-40B4-BE49-F238E27FC236}">
                <a16:creationId xmlns:a16="http://schemas.microsoft.com/office/drawing/2014/main" id="{CA320FFF-C208-7642-80E8-18DB44049CB3}"/>
              </a:ext>
            </a:extLst>
          </p:cNvPr>
          <p:cNvSpPr/>
          <p:nvPr/>
        </p:nvSpPr>
        <p:spPr>
          <a:xfrm>
            <a:off x="12232640" y="1971040"/>
            <a:ext cx="4948742" cy="609600"/>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latin typeface="Arial" panose="020B0604020202020204" pitchFamily="34" charset="0"/>
                <a:cs typeface="Arial" panose="020B0604020202020204" pitchFamily="34" charset="0"/>
              </a:rPr>
              <a:t>Reco</a:t>
            </a:r>
            <a:r>
              <a:rPr lang="en-US" sz="2400" b="1" dirty="0">
                <a:solidFill>
                  <a:schemeClr val="bg1"/>
                </a:solidFill>
                <a:latin typeface="Arial" panose="020B0604020202020204" pitchFamily="34" charset="0"/>
                <a:cs typeface="Arial" panose="020B0604020202020204" pitchFamily="34" charset="0"/>
              </a:rPr>
              <a:t> 3</a:t>
            </a:r>
          </a:p>
        </p:txBody>
      </p:sp>
      <p:sp>
        <p:nvSpPr>
          <p:cNvPr id="67" name="Rectangle 66">
            <a:extLst>
              <a:ext uri="{FF2B5EF4-FFF2-40B4-BE49-F238E27FC236}">
                <a16:creationId xmlns:a16="http://schemas.microsoft.com/office/drawing/2014/main" id="{6917D0FC-8596-554C-A01C-46E90290E52A}"/>
              </a:ext>
            </a:extLst>
          </p:cNvPr>
          <p:cNvSpPr/>
          <p:nvPr/>
        </p:nvSpPr>
        <p:spPr>
          <a:xfrm>
            <a:off x="1106618" y="2971904"/>
            <a:ext cx="4948742" cy="28802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photo</a:t>
            </a:r>
            <a:endParaRPr lang="en-US" sz="2000" b="1" dirty="0">
              <a:solidFill>
                <a:schemeClr val="tx1"/>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E4DA2900-0B3E-CD43-AB4A-9F0436E45D28}"/>
              </a:ext>
            </a:extLst>
          </p:cNvPr>
          <p:cNvSpPr/>
          <p:nvPr/>
        </p:nvSpPr>
        <p:spPr>
          <a:xfrm>
            <a:off x="6687091" y="2971904"/>
            <a:ext cx="4948742" cy="28802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photo</a:t>
            </a:r>
            <a:endParaRPr lang="en-US" sz="2000" b="1" dirty="0">
              <a:solidFill>
                <a:schemeClr val="tx1"/>
              </a:solidFill>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1D544647-3054-EF4C-A8E9-37F19545E001}"/>
              </a:ext>
            </a:extLst>
          </p:cNvPr>
          <p:cNvSpPr/>
          <p:nvPr/>
        </p:nvSpPr>
        <p:spPr>
          <a:xfrm>
            <a:off x="12272458" y="2971903"/>
            <a:ext cx="4948742" cy="28802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photo</a:t>
            </a:r>
            <a:endParaRPr lang="en-US" sz="2000" b="1" dirty="0">
              <a:solidFill>
                <a:schemeClr val="tx1"/>
              </a:solidFill>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77329F7D-166A-9945-9454-6711DC7AEB02}"/>
              </a:ext>
            </a:extLst>
          </p:cNvPr>
          <p:cNvSpPr/>
          <p:nvPr/>
        </p:nvSpPr>
        <p:spPr>
          <a:xfrm>
            <a:off x="1066800" y="6197600"/>
            <a:ext cx="4948742" cy="174611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3DE6A4FF-73FE-1140-848F-6C3F9A91DAEC}"/>
              </a:ext>
            </a:extLst>
          </p:cNvPr>
          <p:cNvSpPr/>
          <p:nvPr/>
        </p:nvSpPr>
        <p:spPr>
          <a:xfrm>
            <a:off x="6687091" y="6197599"/>
            <a:ext cx="4948742" cy="174611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
        <p:nvSpPr>
          <p:cNvPr id="72" name="Rectangle 71">
            <a:extLst>
              <a:ext uri="{FF2B5EF4-FFF2-40B4-BE49-F238E27FC236}">
                <a16:creationId xmlns:a16="http://schemas.microsoft.com/office/drawing/2014/main" id="{8B83C090-B34B-8E46-A9CC-5E2E4EA19F57}"/>
              </a:ext>
            </a:extLst>
          </p:cNvPr>
          <p:cNvSpPr/>
          <p:nvPr/>
        </p:nvSpPr>
        <p:spPr>
          <a:xfrm>
            <a:off x="12307382" y="6191009"/>
            <a:ext cx="4948742" cy="174611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4604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20</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Recommendation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cxnSp>
        <p:nvCxnSpPr>
          <p:cNvPr id="16" name="Straight Connector 15">
            <a:extLst>
              <a:ext uri="{FF2B5EF4-FFF2-40B4-BE49-F238E27FC236}">
                <a16:creationId xmlns:a16="http://schemas.microsoft.com/office/drawing/2014/main" id="{538F8A61-6274-AB47-BB22-14592BDB533A}"/>
              </a:ext>
            </a:extLst>
          </p:cNvPr>
          <p:cNvCxnSpPr>
            <a:cxnSpLocks/>
          </p:cNvCxnSpPr>
          <p:nvPr/>
        </p:nvCxnSpPr>
        <p:spPr>
          <a:xfrm>
            <a:off x="517338" y="2135111"/>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7F2DD32-9997-3949-81B4-B2B250E624AD}"/>
              </a:ext>
            </a:extLst>
          </p:cNvPr>
          <p:cNvCxnSpPr>
            <a:cxnSpLocks/>
          </p:cNvCxnSpPr>
          <p:nvPr/>
        </p:nvCxnSpPr>
        <p:spPr>
          <a:xfrm>
            <a:off x="9974083" y="2135111"/>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Box 37">
            <a:extLst>
              <a:ext uri="{FF2B5EF4-FFF2-40B4-BE49-F238E27FC236}">
                <a16:creationId xmlns:a16="http://schemas.microsoft.com/office/drawing/2014/main" id="{93E3C53A-0C88-044B-872D-A3B09AAA149A}"/>
              </a:ext>
            </a:extLst>
          </p:cNvPr>
          <p:cNvSpPr txBox="1"/>
          <p:nvPr/>
        </p:nvSpPr>
        <p:spPr>
          <a:xfrm>
            <a:off x="9996208" y="1768213"/>
            <a:ext cx="7710919" cy="325667"/>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Benefits of </a:t>
            </a:r>
            <a:r>
              <a:rPr lang="en-US" sz="2400" b="1" spc="51" dirty="0" err="1">
                <a:latin typeface="Arial" panose="020B0604020202020204" pitchFamily="34" charset="0"/>
                <a:ea typeface="Arial Unicode MS" panose="020B0604020202020204" pitchFamily="34" charset="-128"/>
                <a:cs typeface="Arial" panose="020B0604020202020204" pitchFamily="34" charset="0"/>
              </a:rPr>
              <a:t>Reco</a:t>
            </a:r>
            <a:endParaRPr lang="en-US" sz="24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20" name="TextBox 37">
            <a:extLst>
              <a:ext uri="{FF2B5EF4-FFF2-40B4-BE49-F238E27FC236}">
                <a16:creationId xmlns:a16="http://schemas.microsoft.com/office/drawing/2014/main" id="{ABB5E8F1-B15B-6349-8D67-6F332DF7FFCD}"/>
              </a:ext>
            </a:extLst>
          </p:cNvPr>
          <p:cNvSpPr txBox="1"/>
          <p:nvPr/>
        </p:nvSpPr>
        <p:spPr>
          <a:xfrm>
            <a:off x="539463" y="1767636"/>
            <a:ext cx="7710919" cy="325667"/>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Objective of </a:t>
            </a:r>
            <a:r>
              <a:rPr lang="en-US" sz="2400" b="1" spc="51" dirty="0" err="1">
                <a:latin typeface="Arial" panose="020B0604020202020204" pitchFamily="34" charset="0"/>
                <a:ea typeface="Arial Unicode MS" panose="020B0604020202020204" pitchFamily="34" charset="-128"/>
                <a:cs typeface="Arial" panose="020B0604020202020204" pitchFamily="34" charset="0"/>
              </a:rPr>
              <a:t>Reco</a:t>
            </a:r>
            <a:endParaRPr lang="en-US" sz="24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21" name="Rectangle 20">
            <a:extLst>
              <a:ext uri="{FF2B5EF4-FFF2-40B4-BE49-F238E27FC236}">
                <a16:creationId xmlns:a16="http://schemas.microsoft.com/office/drawing/2014/main" id="{866A28A9-E8F8-0F4F-9049-9C815E32752E}"/>
              </a:ext>
            </a:extLst>
          </p:cNvPr>
          <p:cNvSpPr/>
          <p:nvPr/>
        </p:nvSpPr>
        <p:spPr>
          <a:xfrm>
            <a:off x="630032" y="7148620"/>
            <a:ext cx="7710918" cy="174611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cxnSp>
        <p:nvCxnSpPr>
          <p:cNvPr id="26" name="Google Shape;599;p11">
            <a:extLst>
              <a:ext uri="{FF2B5EF4-FFF2-40B4-BE49-F238E27FC236}">
                <a16:creationId xmlns:a16="http://schemas.microsoft.com/office/drawing/2014/main" id="{5DE56E08-7B15-ED4B-84A1-BD7F413D1A72}"/>
              </a:ext>
            </a:extLst>
          </p:cNvPr>
          <p:cNvCxnSpPr>
            <a:cxnSpLocks/>
          </p:cNvCxnSpPr>
          <p:nvPr/>
        </p:nvCxnSpPr>
        <p:spPr>
          <a:xfrm>
            <a:off x="9163050" y="2333893"/>
            <a:ext cx="0" cy="6479367"/>
          </a:xfrm>
          <a:prstGeom prst="straightConnector1">
            <a:avLst/>
          </a:prstGeom>
          <a:noFill/>
          <a:ln w="38100" cap="flat" cmpd="sng">
            <a:solidFill>
              <a:schemeClr val="bg1">
                <a:lumMod val="65000"/>
              </a:schemeClr>
            </a:solidFill>
            <a:prstDash val="dash"/>
            <a:round/>
            <a:headEnd type="none" w="sm" len="sm"/>
            <a:tailEnd type="none" w="sm" len="sm"/>
          </a:ln>
        </p:spPr>
      </p:cxnSp>
      <p:sp>
        <p:nvSpPr>
          <p:cNvPr id="5" name="TextBox 4">
            <a:extLst>
              <a:ext uri="{FF2B5EF4-FFF2-40B4-BE49-F238E27FC236}">
                <a16:creationId xmlns:a16="http://schemas.microsoft.com/office/drawing/2014/main" id="{E7DFF680-E385-7C4D-94B7-C47679710315}"/>
              </a:ext>
            </a:extLst>
          </p:cNvPr>
          <p:cNvSpPr txBox="1"/>
          <p:nvPr/>
        </p:nvSpPr>
        <p:spPr>
          <a:xfrm>
            <a:off x="3474720" y="4409440"/>
            <a:ext cx="144142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Photo/visual</a:t>
            </a:r>
          </a:p>
        </p:txBody>
      </p:sp>
      <p:sp>
        <p:nvSpPr>
          <p:cNvPr id="30" name="Rectangle 29">
            <a:extLst>
              <a:ext uri="{FF2B5EF4-FFF2-40B4-BE49-F238E27FC236}">
                <a16:creationId xmlns:a16="http://schemas.microsoft.com/office/drawing/2014/main" id="{3CE0D9FD-E747-0446-8A16-E1B8513D8D02}"/>
              </a:ext>
            </a:extLst>
          </p:cNvPr>
          <p:cNvSpPr/>
          <p:nvPr/>
        </p:nvSpPr>
        <p:spPr>
          <a:xfrm>
            <a:off x="9974083" y="2453954"/>
            <a:ext cx="3721595"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Features</a:t>
            </a:r>
          </a:p>
        </p:txBody>
      </p:sp>
      <p:sp>
        <p:nvSpPr>
          <p:cNvPr id="32" name="Rectangle 31">
            <a:extLst>
              <a:ext uri="{FF2B5EF4-FFF2-40B4-BE49-F238E27FC236}">
                <a16:creationId xmlns:a16="http://schemas.microsoft.com/office/drawing/2014/main" id="{439909A5-663F-5744-9F7F-9A47B47E257C}"/>
              </a:ext>
            </a:extLst>
          </p:cNvPr>
          <p:cNvSpPr/>
          <p:nvPr/>
        </p:nvSpPr>
        <p:spPr>
          <a:xfrm>
            <a:off x="13985532" y="2460346"/>
            <a:ext cx="3721595"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Benefits</a:t>
            </a:r>
          </a:p>
        </p:txBody>
      </p:sp>
      <p:sp>
        <p:nvSpPr>
          <p:cNvPr id="33" name="Rectangle 32">
            <a:extLst>
              <a:ext uri="{FF2B5EF4-FFF2-40B4-BE49-F238E27FC236}">
                <a16:creationId xmlns:a16="http://schemas.microsoft.com/office/drawing/2014/main" id="{5D1C5F20-4888-9948-9341-3096C86E618B}"/>
              </a:ext>
            </a:extLst>
          </p:cNvPr>
          <p:cNvSpPr/>
          <p:nvPr/>
        </p:nvSpPr>
        <p:spPr>
          <a:xfrm>
            <a:off x="9996208" y="3338645"/>
            <a:ext cx="3699458" cy="12333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Offer Online Services</a:t>
            </a:r>
            <a:endParaRPr lang="en-US" sz="2000" b="1" dirty="0">
              <a:solidFill>
                <a:schemeClr val="tx1"/>
              </a:solidFill>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6A0BCBDC-0264-644D-9125-AD7764F4013D}"/>
              </a:ext>
            </a:extLst>
          </p:cNvPr>
          <p:cNvSpPr/>
          <p:nvPr/>
        </p:nvSpPr>
        <p:spPr>
          <a:xfrm>
            <a:off x="9996208" y="4768611"/>
            <a:ext cx="3699458" cy="12333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2</a:t>
            </a:r>
            <a:endParaRPr lang="en-US" sz="2000" b="1" dirty="0">
              <a:solidFill>
                <a:schemeClr val="tx1"/>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4644ACDC-B19A-C34F-8755-01163AA4C25B}"/>
              </a:ext>
            </a:extLst>
          </p:cNvPr>
          <p:cNvSpPr/>
          <p:nvPr/>
        </p:nvSpPr>
        <p:spPr>
          <a:xfrm>
            <a:off x="9996208" y="6200363"/>
            <a:ext cx="3699458" cy="12333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3</a:t>
            </a:r>
            <a:endParaRPr lang="en-US" sz="2000" b="1" dirty="0">
              <a:solidFill>
                <a:schemeClr val="tx1"/>
              </a:solidFill>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2894B53A-E564-374A-9DA2-7F0814821213}"/>
              </a:ext>
            </a:extLst>
          </p:cNvPr>
          <p:cNvSpPr/>
          <p:nvPr/>
        </p:nvSpPr>
        <p:spPr>
          <a:xfrm>
            <a:off x="9985151" y="7632115"/>
            <a:ext cx="3699458" cy="1233355"/>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4</a:t>
            </a:r>
            <a:endParaRPr lang="en-US" sz="2000" b="1" dirty="0">
              <a:solidFill>
                <a:schemeClr val="tx1"/>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6DCD4A2B-452B-5642-809E-411A093035BD}"/>
              </a:ext>
            </a:extLst>
          </p:cNvPr>
          <p:cNvSpPr/>
          <p:nvPr/>
        </p:nvSpPr>
        <p:spPr>
          <a:xfrm>
            <a:off x="13997803" y="3335080"/>
            <a:ext cx="3721596" cy="123334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8496F08D-EE0E-914A-8099-71DF2DBC19D5}"/>
              </a:ext>
            </a:extLst>
          </p:cNvPr>
          <p:cNvSpPr/>
          <p:nvPr/>
        </p:nvSpPr>
        <p:spPr>
          <a:xfrm>
            <a:off x="13997803" y="4768611"/>
            <a:ext cx="3721596" cy="123334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D8B10663-979A-2142-9B64-BCC25783FF31}"/>
              </a:ext>
            </a:extLst>
          </p:cNvPr>
          <p:cNvSpPr/>
          <p:nvPr/>
        </p:nvSpPr>
        <p:spPr>
          <a:xfrm>
            <a:off x="13985532" y="6228861"/>
            <a:ext cx="3721596" cy="123334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18318310-5C31-1C44-AC8E-B939E181A1BC}"/>
              </a:ext>
            </a:extLst>
          </p:cNvPr>
          <p:cNvSpPr/>
          <p:nvPr/>
        </p:nvSpPr>
        <p:spPr>
          <a:xfrm>
            <a:off x="13997803" y="7661392"/>
            <a:ext cx="3721596" cy="123334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Explanation</a:t>
            </a:r>
            <a:endParaRPr lang="en-US" dirty="0">
              <a:solidFill>
                <a:schemeClr val="tx1"/>
              </a:solidFill>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0F24C5F1-1A2C-574D-B345-EE3CB166AC63}"/>
              </a:ext>
            </a:extLst>
          </p:cNvPr>
          <p:cNvSpPr/>
          <p:nvPr/>
        </p:nvSpPr>
        <p:spPr>
          <a:xfrm>
            <a:off x="8887175" y="5386881"/>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9" name="Graphic 28" descr="Caret Left with solid fill">
            <a:extLst>
              <a:ext uri="{FF2B5EF4-FFF2-40B4-BE49-F238E27FC236}">
                <a16:creationId xmlns:a16="http://schemas.microsoft.com/office/drawing/2014/main" id="{83539553-C866-0247-878A-F821F834FF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8858099" y="5326688"/>
            <a:ext cx="664757" cy="664757"/>
          </a:xfrm>
          <a:prstGeom prst="rect">
            <a:avLst/>
          </a:prstGeom>
        </p:spPr>
      </p:pic>
    </p:spTree>
    <p:extLst>
      <p:ext uri="{BB962C8B-B14F-4D97-AF65-F5344CB8AC3E}">
        <p14:creationId xmlns:p14="http://schemas.microsoft.com/office/powerpoint/2010/main" val="1692377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F4E0F521-5C10-9F46-8D01-5EAA5F231602}"/>
              </a:ext>
            </a:extLst>
          </p:cNvPr>
          <p:cNvSpPr/>
          <p:nvPr/>
        </p:nvSpPr>
        <p:spPr>
          <a:xfrm>
            <a:off x="5978733" y="4912004"/>
            <a:ext cx="6388920" cy="1561446"/>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21</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Recommendation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pic>
        <p:nvPicPr>
          <p:cNvPr id="7" name="Graphic 6" descr="Puzzle pieces outline">
            <a:extLst>
              <a:ext uri="{FF2B5EF4-FFF2-40B4-BE49-F238E27FC236}">
                <a16:creationId xmlns:a16="http://schemas.microsoft.com/office/drawing/2014/main" id="{BA2CA33E-2B3B-454E-BE9B-62C5AC5FD7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4514" y="2573020"/>
            <a:ext cx="1815325" cy="1815325"/>
          </a:xfrm>
          <a:prstGeom prst="rect">
            <a:avLst/>
          </a:prstGeom>
        </p:spPr>
      </p:pic>
      <p:sp>
        <p:nvSpPr>
          <p:cNvPr id="47" name="Rectangle 46">
            <a:extLst>
              <a:ext uri="{FF2B5EF4-FFF2-40B4-BE49-F238E27FC236}">
                <a16:creationId xmlns:a16="http://schemas.microsoft.com/office/drawing/2014/main" id="{A3BEC85A-E67B-844A-BF8F-046964892B48}"/>
              </a:ext>
            </a:extLst>
          </p:cNvPr>
          <p:cNvSpPr/>
          <p:nvPr/>
        </p:nvSpPr>
        <p:spPr>
          <a:xfrm>
            <a:off x="752664" y="4888541"/>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Key aspects</a:t>
            </a:r>
            <a:endParaRPr lang="en-US" sz="2000" b="1" dirty="0">
              <a:solidFill>
                <a:schemeClr val="tx1"/>
              </a:solidFill>
              <a:latin typeface="Arial" panose="020B0604020202020204" pitchFamily="34" charset="0"/>
              <a:cs typeface="Arial" panose="020B0604020202020204" pitchFamily="34" charset="0"/>
            </a:endParaRPr>
          </a:p>
        </p:txBody>
      </p:sp>
      <p:sp>
        <p:nvSpPr>
          <p:cNvPr id="48" name="Oval 47">
            <a:extLst>
              <a:ext uri="{FF2B5EF4-FFF2-40B4-BE49-F238E27FC236}">
                <a16:creationId xmlns:a16="http://schemas.microsoft.com/office/drawing/2014/main" id="{12B2FB90-84BD-8741-A8F8-EF9C716E42E1}"/>
              </a:ext>
            </a:extLst>
          </p:cNvPr>
          <p:cNvSpPr/>
          <p:nvPr/>
        </p:nvSpPr>
        <p:spPr>
          <a:xfrm>
            <a:off x="437677" y="4659422"/>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54" name="Rectangle 53">
            <a:extLst>
              <a:ext uri="{FF2B5EF4-FFF2-40B4-BE49-F238E27FC236}">
                <a16:creationId xmlns:a16="http://schemas.microsoft.com/office/drawing/2014/main" id="{7FD4A0C8-CE6C-144A-8A6D-55FA54CBB7F1}"/>
              </a:ext>
            </a:extLst>
          </p:cNvPr>
          <p:cNvSpPr/>
          <p:nvPr/>
        </p:nvSpPr>
        <p:spPr>
          <a:xfrm>
            <a:off x="752664" y="6346437"/>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55" name="Oval 54">
            <a:extLst>
              <a:ext uri="{FF2B5EF4-FFF2-40B4-BE49-F238E27FC236}">
                <a16:creationId xmlns:a16="http://schemas.microsoft.com/office/drawing/2014/main" id="{9AE0AA7F-4D74-9748-A88A-B9AF01B153D6}"/>
              </a:ext>
            </a:extLst>
          </p:cNvPr>
          <p:cNvSpPr/>
          <p:nvPr/>
        </p:nvSpPr>
        <p:spPr>
          <a:xfrm>
            <a:off x="437677" y="6117318"/>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F18B45DE-0819-1541-A4A6-CEBBC658793D}"/>
              </a:ext>
            </a:extLst>
          </p:cNvPr>
          <p:cNvSpPr/>
          <p:nvPr/>
        </p:nvSpPr>
        <p:spPr>
          <a:xfrm>
            <a:off x="752664" y="7729021"/>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57" name="Oval 56">
            <a:extLst>
              <a:ext uri="{FF2B5EF4-FFF2-40B4-BE49-F238E27FC236}">
                <a16:creationId xmlns:a16="http://schemas.microsoft.com/office/drawing/2014/main" id="{47FF967F-1717-CD4A-A228-2CD56CA727A9}"/>
              </a:ext>
            </a:extLst>
          </p:cNvPr>
          <p:cNvSpPr/>
          <p:nvPr/>
        </p:nvSpPr>
        <p:spPr>
          <a:xfrm>
            <a:off x="437677" y="7499902"/>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D410FAE5-7489-9F43-B509-F0D94F1B3CB3}"/>
              </a:ext>
            </a:extLst>
          </p:cNvPr>
          <p:cNvSpPr/>
          <p:nvPr/>
        </p:nvSpPr>
        <p:spPr>
          <a:xfrm>
            <a:off x="13024298" y="1849071"/>
            <a:ext cx="4682830" cy="7054051"/>
          </a:xfrm>
          <a:prstGeom prst="rect">
            <a:avLst/>
          </a:prstGeom>
          <a:solidFill>
            <a:srgbClr val="E0DD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Proof of concept/ relevant stats</a:t>
            </a:r>
            <a:endParaRPr lang="en-US" dirty="0">
              <a:solidFill>
                <a:schemeClr val="tx1"/>
              </a:solidFill>
              <a:latin typeface="Arial" panose="020B0604020202020204" pitchFamily="34" charset="0"/>
              <a:cs typeface="Arial" panose="020B0604020202020204" pitchFamily="34" charset="0"/>
            </a:endParaRPr>
          </a:p>
        </p:txBody>
      </p:sp>
      <p:graphicFrame>
        <p:nvGraphicFramePr>
          <p:cNvPr id="59" name="Chart 58">
            <a:extLst>
              <a:ext uri="{FF2B5EF4-FFF2-40B4-BE49-F238E27FC236}">
                <a16:creationId xmlns:a16="http://schemas.microsoft.com/office/drawing/2014/main" id="{946530CD-CB10-D349-906F-D07110E434FC}"/>
              </a:ext>
            </a:extLst>
          </p:cNvPr>
          <p:cNvGraphicFramePr/>
          <p:nvPr>
            <p:extLst>
              <p:ext uri="{D42A27DB-BD31-4B8C-83A1-F6EECF244321}">
                <p14:modId xmlns:p14="http://schemas.microsoft.com/office/powerpoint/2010/main" val="3101383037"/>
              </p:ext>
            </p:extLst>
          </p:nvPr>
        </p:nvGraphicFramePr>
        <p:xfrm>
          <a:off x="13354463" y="3479907"/>
          <a:ext cx="1491805" cy="1776403"/>
        </p:xfrm>
        <a:graphic>
          <a:graphicData uri="http://schemas.openxmlformats.org/drawingml/2006/chart">
            <c:chart xmlns:c="http://schemas.openxmlformats.org/drawingml/2006/chart" xmlns:r="http://schemas.openxmlformats.org/officeDocument/2006/relationships" r:id="rId4"/>
          </a:graphicData>
        </a:graphic>
      </p:graphicFrame>
      <p:sp>
        <p:nvSpPr>
          <p:cNvPr id="60" name="TextBox 37">
            <a:extLst>
              <a:ext uri="{FF2B5EF4-FFF2-40B4-BE49-F238E27FC236}">
                <a16:creationId xmlns:a16="http://schemas.microsoft.com/office/drawing/2014/main" id="{F8CEFB38-8D74-A740-B424-E4E94CDF6CC7}"/>
              </a:ext>
            </a:extLst>
          </p:cNvPr>
          <p:cNvSpPr txBox="1"/>
          <p:nvPr/>
        </p:nvSpPr>
        <p:spPr>
          <a:xfrm>
            <a:off x="13197234" y="4282368"/>
            <a:ext cx="1806262" cy="333874"/>
          </a:xfrm>
          <a:prstGeom prst="rect">
            <a:avLst/>
          </a:prstGeom>
        </p:spPr>
        <p:txBody>
          <a:bodyPr wrap="square" lIns="0" tIns="0" rIns="0" bIns="0" rtlCol="0" anchor="t">
            <a:spAutoFit/>
          </a:bodyPr>
          <a:lstStyle/>
          <a:p>
            <a:pPr algn="ctr">
              <a:lnSpc>
                <a:spcPts val="2515"/>
              </a:lnSpc>
            </a:pPr>
            <a:r>
              <a:rPr lang="en-US" sz="2800" b="1" spc="51" dirty="0">
                <a:latin typeface="Arial" panose="020B0604020202020204" pitchFamily="34" charset="0"/>
                <a:ea typeface="Arial Unicode MS" panose="020B0604020202020204" pitchFamily="34" charset="-128"/>
                <a:cs typeface="Arial" panose="020B0604020202020204" pitchFamily="34" charset="0"/>
              </a:rPr>
              <a:t>40%</a:t>
            </a:r>
            <a:endParaRPr lang="en-US" sz="32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61" name="Rectangle 60">
            <a:extLst>
              <a:ext uri="{FF2B5EF4-FFF2-40B4-BE49-F238E27FC236}">
                <a16:creationId xmlns:a16="http://schemas.microsoft.com/office/drawing/2014/main" id="{C7C0217B-812A-0F48-B1DA-5E3DD5DCDF23}"/>
              </a:ext>
            </a:extLst>
          </p:cNvPr>
          <p:cNvSpPr/>
          <p:nvPr/>
        </p:nvSpPr>
        <p:spPr>
          <a:xfrm>
            <a:off x="5978733" y="2461915"/>
            <a:ext cx="6388920" cy="1561446"/>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8BEE4C9F-553E-5B4D-8D1E-A4231F46EB95}"/>
              </a:ext>
            </a:extLst>
          </p:cNvPr>
          <p:cNvSpPr/>
          <p:nvPr/>
        </p:nvSpPr>
        <p:spPr>
          <a:xfrm>
            <a:off x="518993" y="1837858"/>
            <a:ext cx="4746365"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Offer Online Services</a:t>
            </a:r>
          </a:p>
        </p:txBody>
      </p:sp>
      <p:sp>
        <p:nvSpPr>
          <p:cNvPr id="63" name="Rectangle 62">
            <a:extLst>
              <a:ext uri="{FF2B5EF4-FFF2-40B4-BE49-F238E27FC236}">
                <a16:creationId xmlns:a16="http://schemas.microsoft.com/office/drawing/2014/main" id="{DFAA0CCF-8100-A94C-9A7A-F7ED5B7FAB34}"/>
              </a:ext>
            </a:extLst>
          </p:cNvPr>
          <p:cNvSpPr/>
          <p:nvPr/>
        </p:nvSpPr>
        <p:spPr>
          <a:xfrm>
            <a:off x="5978733" y="1869391"/>
            <a:ext cx="6388920"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Initiative</a:t>
            </a:r>
          </a:p>
        </p:txBody>
      </p:sp>
      <p:sp>
        <p:nvSpPr>
          <p:cNvPr id="64" name="Rectangle 63">
            <a:extLst>
              <a:ext uri="{FF2B5EF4-FFF2-40B4-BE49-F238E27FC236}">
                <a16:creationId xmlns:a16="http://schemas.microsoft.com/office/drawing/2014/main" id="{FD5508FE-1FB8-474F-BCD9-82E07629DAF9}"/>
              </a:ext>
            </a:extLst>
          </p:cNvPr>
          <p:cNvSpPr/>
          <p:nvPr/>
        </p:nvSpPr>
        <p:spPr>
          <a:xfrm>
            <a:off x="5978733" y="4319219"/>
            <a:ext cx="6388920"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Benefits</a:t>
            </a:r>
          </a:p>
        </p:txBody>
      </p:sp>
      <p:sp>
        <p:nvSpPr>
          <p:cNvPr id="67" name="Rectangle 66">
            <a:extLst>
              <a:ext uri="{FF2B5EF4-FFF2-40B4-BE49-F238E27FC236}">
                <a16:creationId xmlns:a16="http://schemas.microsoft.com/office/drawing/2014/main" id="{BF6666E9-A777-0447-9D40-C9F2A950A173}"/>
              </a:ext>
            </a:extLst>
          </p:cNvPr>
          <p:cNvSpPr/>
          <p:nvPr/>
        </p:nvSpPr>
        <p:spPr>
          <a:xfrm>
            <a:off x="6010500" y="7341677"/>
            <a:ext cx="6388920" cy="1561446"/>
          </a:xfrm>
          <a:prstGeom prst="rect">
            <a:avLst/>
          </a:prstGeom>
          <a:noFill/>
          <a:ln w="38100">
            <a:solidFill>
              <a:srgbClr val="2C8B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00097872-214F-5B40-9085-4E3629C77CD5}"/>
              </a:ext>
            </a:extLst>
          </p:cNvPr>
          <p:cNvSpPr/>
          <p:nvPr/>
        </p:nvSpPr>
        <p:spPr>
          <a:xfrm>
            <a:off x="6010500" y="6748892"/>
            <a:ext cx="6388920"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Impact</a:t>
            </a:r>
          </a:p>
        </p:txBody>
      </p:sp>
    </p:spTree>
    <p:extLst>
      <p:ext uri="{BB962C8B-B14F-4D97-AF65-F5344CB8AC3E}">
        <p14:creationId xmlns:p14="http://schemas.microsoft.com/office/powerpoint/2010/main" val="3083397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0">
            <a:extLst>
              <a:ext uri="{FF2B5EF4-FFF2-40B4-BE49-F238E27FC236}">
                <a16:creationId xmlns:a16="http://schemas.microsoft.com/office/drawing/2014/main" id="{99102C89-0539-0D21-802A-4690F6193656}"/>
              </a:ext>
            </a:extLst>
          </p:cNvPr>
          <p:cNvSpPr/>
          <p:nvPr/>
        </p:nvSpPr>
        <p:spPr>
          <a:xfrm>
            <a:off x="13048409" y="1857359"/>
            <a:ext cx="4914846" cy="4743959"/>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41B8D5"/>
          </a:solidFill>
        </p:spPr>
        <p:txBody>
          <a:bodyPr/>
          <a:lstStyle/>
          <a:p>
            <a:endParaRPr lang="en-US"/>
          </a:p>
        </p:txBody>
      </p:sp>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22</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a:t>Recommendation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r>
              <a:rPr lang="en-US">
                <a:latin typeface="Montserrat Ultra-Bold"/>
              </a:rPr>
              <a:t>Online service solutions for customer support</a:t>
            </a:r>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A3BEC85A-E67B-844A-BF8F-046964892B48}"/>
              </a:ext>
            </a:extLst>
          </p:cNvPr>
          <p:cNvSpPr/>
          <p:nvPr/>
        </p:nvSpPr>
        <p:spPr>
          <a:xfrm>
            <a:off x="739034" y="3985856"/>
            <a:ext cx="4488410"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Key Aspect</a:t>
            </a:r>
          </a:p>
        </p:txBody>
      </p:sp>
      <p:sp>
        <p:nvSpPr>
          <p:cNvPr id="48" name="Oval 47">
            <a:extLst>
              <a:ext uri="{FF2B5EF4-FFF2-40B4-BE49-F238E27FC236}">
                <a16:creationId xmlns:a16="http://schemas.microsoft.com/office/drawing/2014/main" id="{12B2FB90-84BD-8741-A8F8-EF9C716E42E1}"/>
              </a:ext>
            </a:extLst>
          </p:cNvPr>
          <p:cNvSpPr/>
          <p:nvPr/>
        </p:nvSpPr>
        <p:spPr>
          <a:xfrm>
            <a:off x="424047" y="3756737"/>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1</a:t>
            </a:r>
            <a:endParaRPr lang="en-US" b="1">
              <a:latin typeface="Arial" panose="020B0604020202020204" pitchFamily="34" charset="0"/>
              <a:cs typeface="Arial" panose="020B0604020202020204" pitchFamily="34" charset="0"/>
            </a:endParaRPr>
          </a:p>
        </p:txBody>
      </p:sp>
      <p:sp>
        <p:nvSpPr>
          <p:cNvPr id="54" name="Rectangle 53">
            <a:extLst>
              <a:ext uri="{FF2B5EF4-FFF2-40B4-BE49-F238E27FC236}">
                <a16:creationId xmlns:a16="http://schemas.microsoft.com/office/drawing/2014/main" id="{7FD4A0C8-CE6C-144A-8A6D-55FA54CBB7F1}"/>
              </a:ext>
            </a:extLst>
          </p:cNvPr>
          <p:cNvSpPr/>
          <p:nvPr/>
        </p:nvSpPr>
        <p:spPr>
          <a:xfrm>
            <a:off x="739034" y="5675705"/>
            <a:ext cx="4488410"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Key Aspect</a:t>
            </a:r>
            <a:endParaRPr lang="en-US" sz="2400" b="1" dirty="0">
              <a:solidFill>
                <a:schemeClr val="tx1"/>
              </a:solidFill>
              <a:latin typeface="Arial" panose="020B0604020202020204" pitchFamily="34" charset="0"/>
              <a:cs typeface="Arial" panose="020B0604020202020204" pitchFamily="34" charset="0"/>
            </a:endParaRPr>
          </a:p>
        </p:txBody>
      </p:sp>
      <p:sp>
        <p:nvSpPr>
          <p:cNvPr id="55" name="Oval 54">
            <a:extLst>
              <a:ext uri="{FF2B5EF4-FFF2-40B4-BE49-F238E27FC236}">
                <a16:creationId xmlns:a16="http://schemas.microsoft.com/office/drawing/2014/main" id="{9AE0AA7F-4D74-9748-A88A-B9AF01B153D6}"/>
              </a:ext>
            </a:extLst>
          </p:cNvPr>
          <p:cNvSpPr/>
          <p:nvPr/>
        </p:nvSpPr>
        <p:spPr>
          <a:xfrm>
            <a:off x="424047" y="5446586"/>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2</a:t>
            </a:r>
            <a:endParaRPr lang="en-US" b="1">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F18B45DE-0819-1541-A4A6-CEBBC658793D}"/>
              </a:ext>
            </a:extLst>
          </p:cNvPr>
          <p:cNvSpPr/>
          <p:nvPr/>
        </p:nvSpPr>
        <p:spPr>
          <a:xfrm>
            <a:off x="739033" y="7289019"/>
            <a:ext cx="4488411"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rgbClr val="191919"/>
                </a:solidFill>
                <a:latin typeface="Arial" panose="020B0604020202020204" pitchFamily="34" charset="0"/>
                <a:cs typeface="Arial" panose="020B0604020202020204" pitchFamily="34" charset="0"/>
              </a:rPr>
              <a:t>Key Aspect</a:t>
            </a:r>
            <a:endParaRPr lang="en-US" sz="2400" dirty="0">
              <a:solidFill>
                <a:schemeClr val="tx1"/>
              </a:solidFill>
              <a:latin typeface="Arial" panose="020B0604020202020204" pitchFamily="34" charset="0"/>
              <a:cs typeface="Arial" panose="020B0604020202020204" pitchFamily="34" charset="0"/>
            </a:endParaRPr>
          </a:p>
        </p:txBody>
      </p:sp>
      <p:sp>
        <p:nvSpPr>
          <p:cNvPr id="57" name="Oval 56">
            <a:extLst>
              <a:ext uri="{FF2B5EF4-FFF2-40B4-BE49-F238E27FC236}">
                <a16:creationId xmlns:a16="http://schemas.microsoft.com/office/drawing/2014/main" id="{47FF967F-1717-CD4A-A228-2CD56CA727A9}"/>
              </a:ext>
            </a:extLst>
          </p:cNvPr>
          <p:cNvSpPr/>
          <p:nvPr/>
        </p:nvSpPr>
        <p:spPr>
          <a:xfrm>
            <a:off x="424047" y="7059900"/>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3</a:t>
            </a:r>
            <a:endParaRPr lang="en-US" b="1">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8BEE4C9F-553E-5B4D-8D1E-A4231F46EB95}"/>
              </a:ext>
            </a:extLst>
          </p:cNvPr>
          <p:cNvSpPr/>
          <p:nvPr/>
        </p:nvSpPr>
        <p:spPr>
          <a:xfrm>
            <a:off x="606546" y="2214126"/>
            <a:ext cx="4710106" cy="84540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Offer Online Services</a:t>
            </a:r>
          </a:p>
        </p:txBody>
      </p:sp>
      <p:sp>
        <p:nvSpPr>
          <p:cNvPr id="41" name="Rectangle 40">
            <a:extLst>
              <a:ext uri="{FF2B5EF4-FFF2-40B4-BE49-F238E27FC236}">
                <a16:creationId xmlns:a16="http://schemas.microsoft.com/office/drawing/2014/main" id="{E4638352-64E1-4644-8BE6-6929A0572264}"/>
              </a:ext>
            </a:extLst>
          </p:cNvPr>
          <p:cNvSpPr/>
          <p:nvPr/>
        </p:nvSpPr>
        <p:spPr>
          <a:xfrm>
            <a:off x="6436732" y="3931328"/>
            <a:ext cx="5580082" cy="1250117"/>
          </a:xfrm>
          <a:prstGeom prst="rect">
            <a:avLst/>
          </a:prstGeom>
          <a:solidFill>
            <a:srgbClr val="2C8BBB"/>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bg1"/>
                </a:solidFill>
                <a:latin typeface="Arial" panose="020B0604020202020204" pitchFamily="34" charset="0"/>
                <a:cs typeface="Arial" panose="020B0604020202020204" pitchFamily="34" charset="0"/>
              </a:rPr>
              <a:t>--</a:t>
            </a:r>
            <a:endParaRPr lang="en-US" sz="2400" b="1" dirty="0">
              <a:solidFill>
                <a:schemeClr val="bg1"/>
              </a:solidFill>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5EF8B622-F616-A644-8B61-47C9606EB25E}"/>
              </a:ext>
            </a:extLst>
          </p:cNvPr>
          <p:cNvSpPr/>
          <p:nvPr/>
        </p:nvSpPr>
        <p:spPr>
          <a:xfrm>
            <a:off x="6436732" y="2217314"/>
            <a:ext cx="5580082" cy="84540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Impact</a:t>
            </a:r>
          </a:p>
        </p:txBody>
      </p:sp>
      <p:sp>
        <p:nvSpPr>
          <p:cNvPr id="43" name="Triangle 42">
            <a:extLst>
              <a:ext uri="{FF2B5EF4-FFF2-40B4-BE49-F238E27FC236}">
                <a16:creationId xmlns:a16="http://schemas.microsoft.com/office/drawing/2014/main" id="{8819AFB3-4DFE-7C4B-A9FB-CC1C4BF408FF}"/>
              </a:ext>
            </a:extLst>
          </p:cNvPr>
          <p:cNvSpPr/>
          <p:nvPr/>
        </p:nvSpPr>
        <p:spPr>
          <a:xfrm rot="5400000">
            <a:off x="3562434" y="5926029"/>
            <a:ext cx="4650817" cy="312233"/>
          </a:xfrm>
          <a:prstGeom prst="triangle">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ECE11B6-0C84-954C-9609-60E436CB39CE}"/>
              </a:ext>
            </a:extLst>
          </p:cNvPr>
          <p:cNvSpPr/>
          <p:nvPr/>
        </p:nvSpPr>
        <p:spPr>
          <a:xfrm>
            <a:off x="6436732" y="5638210"/>
            <a:ext cx="5580082" cy="1250117"/>
          </a:xfrm>
          <a:prstGeom prst="rect">
            <a:avLst/>
          </a:prstGeom>
          <a:solidFill>
            <a:srgbClr val="2C8BBB"/>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bg1"/>
                </a:solidFill>
                <a:latin typeface="Arial" panose="020B0604020202020204" pitchFamily="34" charset="0"/>
                <a:cs typeface="Arial" panose="020B0604020202020204" pitchFamily="34" charset="0"/>
              </a:rPr>
              <a:t>--</a:t>
            </a:r>
            <a:endParaRPr lang="en-US" sz="2400" b="1" dirty="0">
              <a:solidFill>
                <a:schemeClr val="bg1"/>
              </a:solidFill>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E4708A9D-DA6E-5C41-AEF6-889A0A1FE7E4}"/>
              </a:ext>
            </a:extLst>
          </p:cNvPr>
          <p:cNvSpPr/>
          <p:nvPr/>
        </p:nvSpPr>
        <p:spPr>
          <a:xfrm>
            <a:off x="6436732" y="7251524"/>
            <a:ext cx="5580082" cy="1250117"/>
          </a:xfrm>
          <a:prstGeom prst="rect">
            <a:avLst/>
          </a:prstGeom>
          <a:solidFill>
            <a:srgbClr val="2C8BBB"/>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bg1"/>
                </a:solidFill>
                <a:latin typeface="Arial" panose="020B0604020202020204" pitchFamily="34" charset="0"/>
                <a:cs typeface="Arial" panose="020B0604020202020204" pitchFamily="34" charset="0"/>
              </a:rPr>
              <a:t>--</a:t>
            </a:r>
          </a:p>
        </p:txBody>
      </p:sp>
      <p:sp>
        <p:nvSpPr>
          <p:cNvPr id="46" name="Triangle 45">
            <a:extLst>
              <a:ext uri="{FF2B5EF4-FFF2-40B4-BE49-F238E27FC236}">
                <a16:creationId xmlns:a16="http://schemas.microsoft.com/office/drawing/2014/main" id="{4FC83FCA-6E20-A14A-8669-4F2431017A58}"/>
              </a:ext>
            </a:extLst>
          </p:cNvPr>
          <p:cNvSpPr/>
          <p:nvPr/>
        </p:nvSpPr>
        <p:spPr>
          <a:xfrm rot="5400000">
            <a:off x="10262595" y="6010698"/>
            <a:ext cx="4650817" cy="312233"/>
          </a:xfrm>
          <a:prstGeom prst="triangle">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31">
            <a:extLst>
              <a:ext uri="{FF2B5EF4-FFF2-40B4-BE49-F238E27FC236}">
                <a16:creationId xmlns:a16="http://schemas.microsoft.com/office/drawing/2014/main" id="{51A01499-0DF0-0749-ABEC-C6BE37062B65}"/>
              </a:ext>
            </a:extLst>
          </p:cNvPr>
          <p:cNvGrpSpPr/>
          <p:nvPr/>
        </p:nvGrpSpPr>
        <p:grpSpPr>
          <a:xfrm>
            <a:off x="13159016" y="5031206"/>
            <a:ext cx="4704937" cy="1754507"/>
            <a:chOff x="0" y="-19050"/>
            <a:chExt cx="2130324" cy="418846"/>
          </a:xfrm>
        </p:grpSpPr>
        <p:sp>
          <p:nvSpPr>
            <p:cNvPr id="52" name="Freeform 32">
              <a:extLst>
                <a:ext uri="{FF2B5EF4-FFF2-40B4-BE49-F238E27FC236}">
                  <a16:creationId xmlns:a16="http://schemas.microsoft.com/office/drawing/2014/main" id="{017983F5-693D-3B40-A14E-EE1E2E7B8758}"/>
                </a:ext>
              </a:extLst>
            </p:cNvPr>
            <p:cNvSpPr/>
            <p:nvPr/>
          </p:nvSpPr>
          <p:spPr>
            <a:xfrm>
              <a:off x="0" y="0"/>
              <a:ext cx="2130324" cy="399796"/>
            </a:xfrm>
            <a:custGeom>
              <a:avLst/>
              <a:gdLst/>
              <a:ahLst/>
              <a:cxnLst/>
              <a:rect l="l" t="t" r="r" b="b"/>
              <a:pathLst>
                <a:path w="1784860" h="297969">
                  <a:moveTo>
                    <a:pt x="0" y="0"/>
                  </a:moveTo>
                  <a:lnTo>
                    <a:pt x="1784860" y="0"/>
                  </a:lnTo>
                  <a:lnTo>
                    <a:pt x="1784860" y="297969"/>
                  </a:lnTo>
                  <a:lnTo>
                    <a:pt x="0" y="297969"/>
                  </a:lnTo>
                  <a:close/>
                </a:path>
              </a:pathLst>
            </a:custGeom>
            <a:solidFill>
              <a:srgbClr val="41B8D5"/>
            </a:solidFill>
          </p:spPr>
          <p:txBody>
            <a:bodyPr/>
            <a:lstStyle/>
            <a:p>
              <a:endParaRPr lang="en-US" dirty="0"/>
            </a:p>
            <a:p>
              <a:endParaRPr lang="en-US" dirty="0"/>
            </a:p>
            <a:p>
              <a:pPr algn="ctr"/>
              <a:r>
                <a:rPr lang="en-US" sz="2400" b="1" dirty="0">
                  <a:solidFill>
                    <a:schemeClr val="bg1"/>
                  </a:solidFill>
                  <a:latin typeface="AppleSystemUIFont"/>
                </a:rPr>
                <a:t>Company Name</a:t>
              </a:r>
            </a:p>
            <a:p>
              <a:pPr algn="ctr"/>
              <a:r>
                <a:rPr lang="en-US" sz="2400" dirty="0">
                  <a:solidFill>
                    <a:schemeClr val="bg1"/>
                  </a:solidFill>
                  <a:latin typeface="AppleSystemUIFont"/>
                </a:rPr>
                <a:t>Impact</a:t>
              </a:r>
              <a:endParaRPr lang="en-US" dirty="0">
                <a:solidFill>
                  <a:schemeClr val="bg1"/>
                </a:solidFill>
              </a:endParaRPr>
            </a:p>
          </p:txBody>
        </p:sp>
        <p:sp>
          <p:nvSpPr>
            <p:cNvPr id="53" name="TextBox 33">
              <a:extLst>
                <a:ext uri="{FF2B5EF4-FFF2-40B4-BE49-F238E27FC236}">
                  <a16:creationId xmlns:a16="http://schemas.microsoft.com/office/drawing/2014/main" id="{6DE0688B-4770-FB4B-A414-9EE4B4B92D20}"/>
                </a:ext>
              </a:extLst>
            </p:cNvPr>
            <p:cNvSpPr txBox="1"/>
            <p:nvPr/>
          </p:nvSpPr>
          <p:spPr>
            <a:xfrm>
              <a:off x="0" y="-19050"/>
              <a:ext cx="1784860" cy="317019"/>
            </a:xfrm>
            <a:prstGeom prst="rect">
              <a:avLst/>
            </a:prstGeom>
          </p:spPr>
          <p:txBody>
            <a:bodyPr lIns="50800" tIns="50800" rIns="50800" bIns="50800" rtlCol="0" anchor="ctr"/>
            <a:lstStyle/>
            <a:p>
              <a:pPr algn="ctr">
                <a:lnSpc>
                  <a:spcPts val="3250"/>
                </a:lnSpc>
              </a:pPr>
              <a:endParaRPr/>
            </a:p>
          </p:txBody>
        </p:sp>
      </p:grpSp>
      <p:sp>
        <p:nvSpPr>
          <p:cNvPr id="65" name="TextBox 34">
            <a:extLst>
              <a:ext uri="{FF2B5EF4-FFF2-40B4-BE49-F238E27FC236}">
                <a16:creationId xmlns:a16="http://schemas.microsoft.com/office/drawing/2014/main" id="{01F1CB8B-A939-0F43-824D-5123027F6E96}"/>
              </a:ext>
            </a:extLst>
          </p:cNvPr>
          <p:cNvSpPr txBox="1"/>
          <p:nvPr/>
        </p:nvSpPr>
        <p:spPr>
          <a:xfrm>
            <a:off x="13388713" y="5307445"/>
            <a:ext cx="4234238" cy="278281"/>
          </a:xfrm>
          <a:prstGeom prst="rect">
            <a:avLst/>
          </a:prstGeom>
        </p:spPr>
        <p:txBody>
          <a:bodyPr wrap="square" lIns="0" tIns="0" rIns="0" bIns="0" rtlCol="0" anchor="t">
            <a:spAutoFit/>
          </a:bodyPr>
          <a:lstStyle/>
          <a:p>
            <a:pPr algn="ctr">
              <a:lnSpc>
                <a:spcPts val="2324"/>
              </a:lnSpc>
            </a:pPr>
            <a:r>
              <a:rPr lang="en-US" i="1" spc="47" dirty="0">
                <a:solidFill>
                  <a:srgbClr val="FFFFFF"/>
                </a:solidFill>
                <a:latin typeface="Arial" panose="020B0604020202020204" pitchFamily="34" charset="0"/>
                <a:cs typeface="Arial" panose="020B0604020202020204" pitchFamily="34" charset="0"/>
              </a:rPr>
              <a:t>Proof of Concept</a:t>
            </a:r>
          </a:p>
        </p:txBody>
      </p:sp>
      <p:sp>
        <p:nvSpPr>
          <p:cNvPr id="71" name="TextBox 15">
            <a:extLst>
              <a:ext uri="{FF2B5EF4-FFF2-40B4-BE49-F238E27FC236}">
                <a16:creationId xmlns:a16="http://schemas.microsoft.com/office/drawing/2014/main" id="{FF69B42C-9781-5C4D-8AD7-583C1F54B7F5}"/>
              </a:ext>
            </a:extLst>
          </p:cNvPr>
          <p:cNvSpPr txBox="1"/>
          <p:nvPr/>
        </p:nvSpPr>
        <p:spPr>
          <a:xfrm>
            <a:off x="13098060" y="7197266"/>
            <a:ext cx="4815544" cy="1424644"/>
          </a:xfrm>
          <a:prstGeom prst="rect">
            <a:avLst/>
          </a:prstGeom>
          <a:solidFill>
            <a:schemeClr val="bg1">
              <a:lumMod val="85000"/>
            </a:schemeClr>
          </a:solidFill>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Explanation</a:t>
            </a:r>
          </a:p>
        </p:txBody>
      </p:sp>
    </p:spTree>
    <p:extLst>
      <p:ext uri="{BB962C8B-B14F-4D97-AF65-F5344CB8AC3E}">
        <p14:creationId xmlns:p14="http://schemas.microsoft.com/office/powerpoint/2010/main" val="2474589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23</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Proof of Concept</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47" name="Rectangle 46">
            <a:extLst>
              <a:ext uri="{FF2B5EF4-FFF2-40B4-BE49-F238E27FC236}">
                <a16:creationId xmlns:a16="http://schemas.microsoft.com/office/drawing/2014/main" id="{A3BEC85A-E67B-844A-BF8F-046964892B48}"/>
              </a:ext>
            </a:extLst>
          </p:cNvPr>
          <p:cNvSpPr/>
          <p:nvPr/>
        </p:nvSpPr>
        <p:spPr>
          <a:xfrm>
            <a:off x="10191410" y="2891495"/>
            <a:ext cx="7401265" cy="559710"/>
          </a:xfrm>
          <a:prstGeom prst="rect">
            <a:avLst/>
          </a:prstGeom>
          <a:solidFill>
            <a:srgbClr val="263E6C"/>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a:solidFill>
                  <a:schemeClr val="bg1"/>
                </a:solidFill>
                <a:latin typeface="Arial" panose="020B0604020202020204" pitchFamily="34" charset="0"/>
                <a:cs typeface="Arial" panose="020B0604020202020204" pitchFamily="34" charset="0"/>
              </a:rPr>
              <a:t>Key aspects</a:t>
            </a:r>
          </a:p>
        </p:txBody>
      </p:sp>
      <p:sp>
        <p:nvSpPr>
          <p:cNvPr id="48" name="Oval 47">
            <a:extLst>
              <a:ext uri="{FF2B5EF4-FFF2-40B4-BE49-F238E27FC236}">
                <a16:creationId xmlns:a16="http://schemas.microsoft.com/office/drawing/2014/main" id="{12B2FB90-84BD-8741-A8F8-EF9C716E42E1}"/>
              </a:ext>
            </a:extLst>
          </p:cNvPr>
          <p:cNvSpPr/>
          <p:nvPr/>
        </p:nvSpPr>
        <p:spPr>
          <a:xfrm>
            <a:off x="9876424" y="266237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F18B45DE-0819-1541-A4A6-CEBBC658793D}"/>
              </a:ext>
            </a:extLst>
          </p:cNvPr>
          <p:cNvSpPr/>
          <p:nvPr/>
        </p:nvSpPr>
        <p:spPr>
          <a:xfrm>
            <a:off x="10191409" y="3463669"/>
            <a:ext cx="7401265" cy="992557"/>
          </a:xfrm>
          <a:prstGeom prst="rect">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dirty="0">
              <a:solidFill>
                <a:schemeClr val="tx1"/>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8BEE4C9F-553E-5B4D-8D1E-A4231F46EB95}"/>
              </a:ext>
            </a:extLst>
          </p:cNvPr>
          <p:cNvSpPr/>
          <p:nvPr/>
        </p:nvSpPr>
        <p:spPr>
          <a:xfrm>
            <a:off x="725885" y="5982852"/>
            <a:ext cx="8418115" cy="2611485"/>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Doing x increased their sales by 10%</a:t>
            </a:r>
          </a:p>
        </p:txBody>
      </p:sp>
      <p:cxnSp>
        <p:nvCxnSpPr>
          <p:cNvPr id="23" name="Straight Connector 22">
            <a:extLst>
              <a:ext uri="{FF2B5EF4-FFF2-40B4-BE49-F238E27FC236}">
                <a16:creationId xmlns:a16="http://schemas.microsoft.com/office/drawing/2014/main" id="{AA6AF159-7FBF-D142-AE86-EF1342C99E4B}"/>
              </a:ext>
            </a:extLst>
          </p:cNvPr>
          <p:cNvCxnSpPr>
            <a:cxnSpLocks/>
          </p:cNvCxnSpPr>
          <p:nvPr/>
        </p:nvCxnSpPr>
        <p:spPr>
          <a:xfrm>
            <a:off x="10230755" y="2359300"/>
            <a:ext cx="7361919"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TextBox 37">
            <a:extLst>
              <a:ext uri="{FF2B5EF4-FFF2-40B4-BE49-F238E27FC236}">
                <a16:creationId xmlns:a16="http://schemas.microsoft.com/office/drawing/2014/main" id="{736BFAF6-8F50-4A44-B0D4-B82027AB8CD2}"/>
              </a:ext>
            </a:extLst>
          </p:cNvPr>
          <p:cNvSpPr txBox="1"/>
          <p:nvPr/>
        </p:nvSpPr>
        <p:spPr>
          <a:xfrm>
            <a:off x="9996208" y="1992402"/>
            <a:ext cx="7710919" cy="322204"/>
          </a:xfrm>
          <a:prstGeom prst="rect">
            <a:avLst/>
          </a:prstGeom>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What makes it work?</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2" name="TextBox 1">
            <a:extLst>
              <a:ext uri="{FF2B5EF4-FFF2-40B4-BE49-F238E27FC236}">
                <a16:creationId xmlns:a16="http://schemas.microsoft.com/office/drawing/2014/main" id="{867C32BF-63BB-0B4A-8513-358F48C6EAAD}"/>
              </a:ext>
            </a:extLst>
          </p:cNvPr>
          <p:cNvSpPr txBox="1"/>
          <p:nvPr/>
        </p:nvSpPr>
        <p:spPr>
          <a:xfrm>
            <a:off x="4026568" y="4555958"/>
            <a:ext cx="78739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a:t>
            </a:r>
          </a:p>
        </p:txBody>
      </p:sp>
      <p:sp>
        <p:nvSpPr>
          <p:cNvPr id="35" name="Rectangle 34">
            <a:extLst>
              <a:ext uri="{FF2B5EF4-FFF2-40B4-BE49-F238E27FC236}">
                <a16:creationId xmlns:a16="http://schemas.microsoft.com/office/drawing/2014/main" id="{DD1ACAEE-1772-9745-8F05-0C3F3B9D6D15}"/>
              </a:ext>
            </a:extLst>
          </p:cNvPr>
          <p:cNvSpPr/>
          <p:nvPr/>
        </p:nvSpPr>
        <p:spPr>
          <a:xfrm>
            <a:off x="10191410" y="4960243"/>
            <a:ext cx="7401265" cy="559710"/>
          </a:xfrm>
          <a:prstGeom prst="rect">
            <a:avLst/>
          </a:prstGeom>
          <a:solidFill>
            <a:srgbClr val="263E6C"/>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a:solidFill>
                  <a:schemeClr val="bg1"/>
                </a:solidFill>
                <a:latin typeface="Arial" panose="020B0604020202020204" pitchFamily="34" charset="0"/>
                <a:cs typeface="Arial" panose="020B0604020202020204" pitchFamily="34" charset="0"/>
              </a:rPr>
              <a:t>Key aspects</a:t>
            </a:r>
          </a:p>
        </p:txBody>
      </p:sp>
      <p:sp>
        <p:nvSpPr>
          <p:cNvPr id="36" name="Oval 35">
            <a:extLst>
              <a:ext uri="{FF2B5EF4-FFF2-40B4-BE49-F238E27FC236}">
                <a16:creationId xmlns:a16="http://schemas.microsoft.com/office/drawing/2014/main" id="{B1C569AB-97AA-234B-BC9F-013A105BE744}"/>
              </a:ext>
            </a:extLst>
          </p:cNvPr>
          <p:cNvSpPr/>
          <p:nvPr/>
        </p:nvSpPr>
        <p:spPr>
          <a:xfrm>
            <a:off x="9876424" y="4731123"/>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6F8C240D-2FF2-4B4D-A631-35D1F69FDA83}"/>
              </a:ext>
            </a:extLst>
          </p:cNvPr>
          <p:cNvSpPr/>
          <p:nvPr/>
        </p:nvSpPr>
        <p:spPr>
          <a:xfrm>
            <a:off x="10191409" y="5532417"/>
            <a:ext cx="7401265" cy="992557"/>
          </a:xfrm>
          <a:prstGeom prst="rect">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dirty="0">
              <a:solidFill>
                <a:schemeClr val="tx1"/>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98D1AEDC-8D35-0D4A-AD2B-4CFB04F221A7}"/>
              </a:ext>
            </a:extLst>
          </p:cNvPr>
          <p:cNvSpPr/>
          <p:nvPr/>
        </p:nvSpPr>
        <p:spPr>
          <a:xfrm>
            <a:off x="10191410" y="7018025"/>
            <a:ext cx="7401265" cy="559710"/>
          </a:xfrm>
          <a:prstGeom prst="rect">
            <a:avLst/>
          </a:prstGeom>
          <a:solidFill>
            <a:srgbClr val="263E6C"/>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a:solidFill>
                  <a:schemeClr val="bg1"/>
                </a:solidFill>
                <a:latin typeface="Arial" panose="020B0604020202020204" pitchFamily="34" charset="0"/>
                <a:cs typeface="Arial" panose="020B0604020202020204" pitchFamily="34" charset="0"/>
              </a:rPr>
              <a:t>Key aspects</a:t>
            </a:r>
          </a:p>
        </p:txBody>
      </p:sp>
      <p:sp>
        <p:nvSpPr>
          <p:cNvPr id="39" name="Oval 38">
            <a:extLst>
              <a:ext uri="{FF2B5EF4-FFF2-40B4-BE49-F238E27FC236}">
                <a16:creationId xmlns:a16="http://schemas.microsoft.com/office/drawing/2014/main" id="{2A3A4681-7653-294C-9DEB-926FD4026BA7}"/>
              </a:ext>
            </a:extLst>
          </p:cNvPr>
          <p:cNvSpPr/>
          <p:nvPr/>
        </p:nvSpPr>
        <p:spPr>
          <a:xfrm>
            <a:off x="9876424" y="678890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3C8DC227-4B07-5C45-BB5F-F85BD2C20B9E}"/>
              </a:ext>
            </a:extLst>
          </p:cNvPr>
          <p:cNvSpPr/>
          <p:nvPr/>
        </p:nvSpPr>
        <p:spPr>
          <a:xfrm>
            <a:off x="10191409" y="7590199"/>
            <a:ext cx="7401265" cy="992557"/>
          </a:xfrm>
          <a:prstGeom prst="rect">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3360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24</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Proof of Concept</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47" name="Rectangle 46">
            <a:extLst>
              <a:ext uri="{FF2B5EF4-FFF2-40B4-BE49-F238E27FC236}">
                <a16:creationId xmlns:a16="http://schemas.microsoft.com/office/drawing/2014/main" id="{A3BEC85A-E67B-844A-BF8F-046964892B48}"/>
              </a:ext>
            </a:extLst>
          </p:cNvPr>
          <p:cNvSpPr/>
          <p:nvPr/>
        </p:nvSpPr>
        <p:spPr>
          <a:xfrm>
            <a:off x="10191410" y="2698990"/>
            <a:ext cx="7401265" cy="748619"/>
          </a:xfrm>
          <a:prstGeom prst="rect">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a:solidFill>
                  <a:schemeClr val="bg1"/>
                </a:solidFill>
                <a:latin typeface="Arial" panose="020B0604020202020204" pitchFamily="34" charset="0"/>
                <a:cs typeface="Arial" panose="020B0604020202020204" pitchFamily="34" charset="0"/>
              </a:rPr>
              <a:t>Key aspects</a:t>
            </a:r>
          </a:p>
        </p:txBody>
      </p:sp>
      <p:sp>
        <p:nvSpPr>
          <p:cNvPr id="48" name="Oval 47">
            <a:extLst>
              <a:ext uri="{FF2B5EF4-FFF2-40B4-BE49-F238E27FC236}">
                <a16:creationId xmlns:a16="http://schemas.microsoft.com/office/drawing/2014/main" id="{12B2FB90-84BD-8741-A8F8-EF9C716E42E1}"/>
              </a:ext>
            </a:extLst>
          </p:cNvPr>
          <p:cNvSpPr/>
          <p:nvPr/>
        </p:nvSpPr>
        <p:spPr>
          <a:xfrm>
            <a:off x="9876424" y="2469871"/>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8BEE4C9F-553E-5B4D-8D1E-A4231F46EB95}"/>
              </a:ext>
            </a:extLst>
          </p:cNvPr>
          <p:cNvSpPr/>
          <p:nvPr/>
        </p:nvSpPr>
        <p:spPr>
          <a:xfrm>
            <a:off x="725885" y="6176081"/>
            <a:ext cx="8642704" cy="2611485"/>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cs typeface="Arial" panose="020B0604020202020204" pitchFamily="34" charset="0"/>
              </a:rPr>
              <a:t>Explanation</a:t>
            </a:r>
          </a:p>
        </p:txBody>
      </p:sp>
      <p:cxnSp>
        <p:nvCxnSpPr>
          <p:cNvPr id="23" name="Straight Connector 22">
            <a:extLst>
              <a:ext uri="{FF2B5EF4-FFF2-40B4-BE49-F238E27FC236}">
                <a16:creationId xmlns:a16="http://schemas.microsoft.com/office/drawing/2014/main" id="{AA6AF159-7FBF-D142-AE86-EF1342C99E4B}"/>
              </a:ext>
            </a:extLst>
          </p:cNvPr>
          <p:cNvCxnSpPr>
            <a:cxnSpLocks/>
          </p:cNvCxnSpPr>
          <p:nvPr/>
        </p:nvCxnSpPr>
        <p:spPr>
          <a:xfrm>
            <a:off x="10230755" y="2359300"/>
            <a:ext cx="7361919"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TextBox 37">
            <a:extLst>
              <a:ext uri="{FF2B5EF4-FFF2-40B4-BE49-F238E27FC236}">
                <a16:creationId xmlns:a16="http://schemas.microsoft.com/office/drawing/2014/main" id="{736BFAF6-8F50-4A44-B0D4-B82027AB8CD2}"/>
              </a:ext>
            </a:extLst>
          </p:cNvPr>
          <p:cNvSpPr txBox="1"/>
          <p:nvPr/>
        </p:nvSpPr>
        <p:spPr>
          <a:xfrm>
            <a:off x="10191408" y="1977297"/>
            <a:ext cx="7710919" cy="322204"/>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Strategy Used</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2" name="TextBox 1">
            <a:extLst>
              <a:ext uri="{FF2B5EF4-FFF2-40B4-BE49-F238E27FC236}">
                <a16:creationId xmlns:a16="http://schemas.microsoft.com/office/drawing/2014/main" id="{867C32BF-63BB-0B4A-8513-358F48C6EAAD}"/>
              </a:ext>
            </a:extLst>
          </p:cNvPr>
          <p:cNvSpPr txBox="1"/>
          <p:nvPr/>
        </p:nvSpPr>
        <p:spPr>
          <a:xfrm>
            <a:off x="4379494" y="4079055"/>
            <a:ext cx="78739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a:t>
            </a:r>
          </a:p>
        </p:txBody>
      </p:sp>
      <p:sp>
        <p:nvSpPr>
          <p:cNvPr id="19" name="Rectangle 18">
            <a:extLst>
              <a:ext uri="{FF2B5EF4-FFF2-40B4-BE49-F238E27FC236}">
                <a16:creationId xmlns:a16="http://schemas.microsoft.com/office/drawing/2014/main" id="{6690FA28-84B6-EF40-B268-88823CDC5D85}"/>
              </a:ext>
            </a:extLst>
          </p:cNvPr>
          <p:cNvSpPr/>
          <p:nvPr/>
        </p:nvSpPr>
        <p:spPr>
          <a:xfrm>
            <a:off x="10191409" y="3842441"/>
            <a:ext cx="7401265" cy="748619"/>
          </a:xfrm>
          <a:prstGeom prst="rect">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a:solidFill>
                  <a:schemeClr val="bg1"/>
                </a:solidFill>
                <a:latin typeface="Arial" panose="020B0604020202020204" pitchFamily="34" charset="0"/>
                <a:cs typeface="Arial" panose="020B0604020202020204" pitchFamily="34" charset="0"/>
              </a:rPr>
              <a:t>Key aspects</a:t>
            </a:r>
          </a:p>
        </p:txBody>
      </p:sp>
      <p:sp>
        <p:nvSpPr>
          <p:cNvPr id="20" name="Oval 19">
            <a:extLst>
              <a:ext uri="{FF2B5EF4-FFF2-40B4-BE49-F238E27FC236}">
                <a16:creationId xmlns:a16="http://schemas.microsoft.com/office/drawing/2014/main" id="{C67E5FD0-CDD3-1D46-A30A-0DB8BCB4FE8B}"/>
              </a:ext>
            </a:extLst>
          </p:cNvPr>
          <p:cNvSpPr/>
          <p:nvPr/>
        </p:nvSpPr>
        <p:spPr>
          <a:xfrm>
            <a:off x="9876423" y="3613322"/>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40C7C233-5B2D-F048-98AF-16E57015FF31}"/>
              </a:ext>
            </a:extLst>
          </p:cNvPr>
          <p:cNvSpPr/>
          <p:nvPr/>
        </p:nvSpPr>
        <p:spPr>
          <a:xfrm>
            <a:off x="10191409" y="5032863"/>
            <a:ext cx="7401265" cy="748619"/>
          </a:xfrm>
          <a:prstGeom prst="rect">
            <a:avLst/>
          </a:prstGeom>
          <a:solidFill>
            <a:schemeClr val="bg1">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a:solidFill>
                  <a:schemeClr val="bg1"/>
                </a:solidFill>
                <a:latin typeface="Arial" panose="020B0604020202020204" pitchFamily="34" charset="0"/>
                <a:cs typeface="Arial" panose="020B0604020202020204" pitchFamily="34" charset="0"/>
              </a:rPr>
              <a:t>Key aspects</a:t>
            </a:r>
          </a:p>
        </p:txBody>
      </p:sp>
      <p:sp>
        <p:nvSpPr>
          <p:cNvPr id="22" name="Oval 21">
            <a:extLst>
              <a:ext uri="{FF2B5EF4-FFF2-40B4-BE49-F238E27FC236}">
                <a16:creationId xmlns:a16="http://schemas.microsoft.com/office/drawing/2014/main" id="{BE0B46B6-6787-5947-BDA9-CFD43DA054E5}"/>
              </a:ext>
            </a:extLst>
          </p:cNvPr>
          <p:cNvSpPr/>
          <p:nvPr/>
        </p:nvSpPr>
        <p:spPr>
          <a:xfrm>
            <a:off x="9876423" y="4803744"/>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sp>
        <p:nvSpPr>
          <p:cNvPr id="25" name="object 28">
            <a:extLst>
              <a:ext uri="{FF2B5EF4-FFF2-40B4-BE49-F238E27FC236}">
                <a16:creationId xmlns:a16="http://schemas.microsoft.com/office/drawing/2014/main" id="{36B86F89-CE70-E843-AE51-194B0DB7D64F}"/>
              </a:ext>
            </a:extLst>
          </p:cNvPr>
          <p:cNvSpPr/>
          <p:nvPr/>
        </p:nvSpPr>
        <p:spPr>
          <a:xfrm rot="5400000">
            <a:off x="13537404" y="4498664"/>
            <a:ext cx="748618" cy="4103453"/>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dirty="0">
              <a:latin typeface="Arial" panose="020B0604020202020204" pitchFamily="34" charset="0"/>
              <a:cs typeface="Arial" panose="020B0604020202020204" pitchFamily="34" charset="0"/>
            </a:endParaRPr>
          </a:p>
        </p:txBody>
      </p:sp>
      <p:sp>
        <p:nvSpPr>
          <p:cNvPr id="26" name="TextBox 37">
            <a:extLst>
              <a:ext uri="{FF2B5EF4-FFF2-40B4-BE49-F238E27FC236}">
                <a16:creationId xmlns:a16="http://schemas.microsoft.com/office/drawing/2014/main" id="{83C561C2-C46A-0D40-98E5-8AF3718023A8}"/>
              </a:ext>
            </a:extLst>
          </p:cNvPr>
          <p:cNvSpPr txBox="1"/>
          <p:nvPr/>
        </p:nvSpPr>
        <p:spPr>
          <a:xfrm>
            <a:off x="10156358" y="6573651"/>
            <a:ext cx="7710919" cy="322204"/>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Results</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27" name="Rectangle 26">
            <a:extLst>
              <a:ext uri="{FF2B5EF4-FFF2-40B4-BE49-F238E27FC236}">
                <a16:creationId xmlns:a16="http://schemas.microsoft.com/office/drawing/2014/main" id="{AB17293D-4319-A449-86C3-6EC8BE623904}"/>
              </a:ext>
            </a:extLst>
          </p:cNvPr>
          <p:cNvSpPr/>
          <p:nvPr/>
        </p:nvSpPr>
        <p:spPr>
          <a:xfrm>
            <a:off x="10191408" y="7082520"/>
            <a:ext cx="7440612" cy="1646214"/>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6990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pic>
        <p:nvPicPr>
          <p:cNvPr id="8" name="Picture 7" descr="A curved road with white markings&#10;&#10;Description automatically generated">
            <a:extLst>
              <a:ext uri="{FF2B5EF4-FFF2-40B4-BE49-F238E27FC236}">
                <a16:creationId xmlns:a16="http://schemas.microsoft.com/office/drawing/2014/main" id="{46E4CC89-CFD3-6E4C-9B35-E3CEB49CA0D7}"/>
              </a:ext>
            </a:extLst>
          </p:cNvPr>
          <p:cNvPicPr>
            <a:picLocks noChangeAspect="1"/>
          </p:cNvPicPr>
          <p:nvPr/>
        </p:nvPicPr>
        <p:blipFill rotWithShape="1">
          <a:blip r:embed="rId3">
            <a:extLst>
              <a:ext uri="{28A0092B-C50C-407E-A947-70E740481C1C}">
                <a14:useLocalDpi xmlns:a14="http://schemas.microsoft.com/office/drawing/2010/main" val="0"/>
              </a:ext>
            </a:extLst>
          </a:blip>
          <a:srcRect b="46040"/>
          <a:stretch/>
        </p:blipFill>
        <p:spPr>
          <a:xfrm>
            <a:off x="0" y="2505792"/>
            <a:ext cx="18267008" cy="4928400"/>
          </a:xfrm>
          <a:prstGeom prst="rect">
            <a:avLst/>
          </a:prstGeom>
        </p:spPr>
      </p:pic>
      <p:pic>
        <p:nvPicPr>
          <p:cNvPr id="1026" name="Picture 2" descr="Roadblock - Free security icons">
            <a:extLst>
              <a:ext uri="{FF2B5EF4-FFF2-40B4-BE49-F238E27FC236}">
                <a16:creationId xmlns:a16="http://schemas.microsoft.com/office/drawing/2014/main" id="{8F4C2619-B48C-0643-ABAB-92BAAA01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391" y="45125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oadblock - Free security icons">
            <a:extLst>
              <a:ext uri="{FF2B5EF4-FFF2-40B4-BE49-F238E27FC236}">
                <a16:creationId xmlns:a16="http://schemas.microsoft.com/office/drawing/2014/main" id="{BE74E4E7-28FB-DF45-8C22-E466F6723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212" y="53126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oadblock - Free security icons">
            <a:extLst>
              <a:ext uri="{FF2B5EF4-FFF2-40B4-BE49-F238E27FC236}">
                <a16:creationId xmlns:a16="http://schemas.microsoft.com/office/drawing/2014/main" id="{EAFF1088-1F69-114C-8529-F815908AF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773" y="4472214"/>
            <a:ext cx="1261836" cy="126183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93F5E7C-BB81-1340-B09D-00FA8C0FB1EF}"/>
              </a:ext>
            </a:extLst>
          </p:cNvPr>
          <p:cNvSpPr/>
          <p:nvPr/>
        </p:nvSpPr>
        <p:spPr>
          <a:xfrm>
            <a:off x="2438955" y="2604725"/>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1 Fixed</a:t>
            </a: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25</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Barrier Roadmap</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Roadmap Progression</a:t>
            </a: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75229B7D-070F-A94F-B538-5043E9CE7132}"/>
              </a:ext>
            </a:extLst>
          </p:cNvPr>
          <p:cNvSpPr/>
          <p:nvPr/>
        </p:nvSpPr>
        <p:spPr>
          <a:xfrm>
            <a:off x="6955776" y="717543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2</a:t>
            </a:r>
          </a:p>
        </p:txBody>
      </p:sp>
      <p:sp>
        <p:nvSpPr>
          <p:cNvPr id="60" name="Rectangle 59">
            <a:extLst>
              <a:ext uri="{FF2B5EF4-FFF2-40B4-BE49-F238E27FC236}">
                <a16:creationId xmlns:a16="http://schemas.microsoft.com/office/drawing/2014/main" id="{C0B46C6C-14BE-7141-991E-2E84AC6BC372}"/>
              </a:ext>
            </a:extLst>
          </p:cNvPr>
          <p:cNvSpPr/>
          <p:nvPr/>
        </p:nvSpPr>
        <p:spPr>
          <a:xfrm>
            <a:off x="11478339" y="271184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3</a:t>
            </a:r>
          </a:p>
        </p:txBody>
      </p:sp>
    </p:spTree>
    <p:extLst>
      <p:ext uri="{BB962C8B-B14F-4D97-AF65-F5344CB8AC3E}">
        <p14:creationId xmlns:p14="http://schemas.microsoft.com/office/powerpoint/2010/main" val="441576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26</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3203665" cy="1021701"/>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cxnSp>
        <p:nvCxnSpPr>
          <p:cNvPr id="9" name="Straight Arrow Connector 8">
            <a:extLst>
              <a:ext uri="{FF2B5EF4-FFF2-40B4-BE49-F238E27FC236}">
                <a16:creationId xmlns:a16="http://schemas.microsoft.com/office/drawing/2014/main" id="{D7D5F058-3A74-3E44-938E-AA693B3776C3}"/>
              </a:ext>
            </a:extLst>
          </p:cNvPr>
          <p:cNvCxnSpPr>
            <a:cxnSpLocks/>
            <a:endCxn id="47" idx="6"/>
          </p:cNvCxnSpPr>
          <p:nvPr/>
        </p:nvCxnSpPr>
        <p:spPr>
          <a:xfrm>
            <a:off x="1747157" y="4181486"/>
            <a:ext cx="2886894" cy="23317"/>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4026E6E-C11E-1741-80A3-5BC0BEC3901B}"/>
              </a:ext>
            </a:extLst>
          </p:cNvPr>
          <p:cNvSpPr/>
          <p:nvPr/>
        </p:nvSpPr>
        <p:spPr>
          <a:xfrm>
            <a:off x="15969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Google Shape;599;p11">
            <a:extLst>
              <a:ext uri="{FF2B5EF4-FFF2-40B4-BE49-F238E27FC236}">
                <a16:creationId xmlns:a16="http://schemas.microsoft.com/office/drawing/2014/main" id="{6E215364-8728-1E47-AC55-AFA6AD13A436}"/>
              </a:ext>
            </a:extLst>
          </p:cNvPr>
          <p:cNvCxnSpPr>
            <a:cxnSpLocks/>
          </p:cNvCxnSpPr>
          <p:nvPr/>
        </p:nvCxnSpPr>
        <p:spPr>
          <a:xfrm>
            <a:off x="1747157" y="36344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3" name="Google Shape;599;p11">
            <a:extLst>
              <a:ext uri="{FF2B5EF4-FFF2-40B4-BE49-F238E27FC236}">
                <a16:creationId xmlns:a16="http://schemas.microsoft.com/office/drawing/2014/main" id="{1F5DE7EF-602F-BD4B-8260-14228EFCE07A}"/>
              </a:ext>
            </a:extLst>
          </p:cNvPr>
          <p:cNvCxnSpPr>
            <a:cxnSpLocks/>
          </p:cNvCxnSpPr>
          <p:nvPr/>
        </p:nvCxnSpPr>
        <p:spPr>
          <a:xfrm>
            <a:off x="4477299" y="4345226"/>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58" name="TextBox 57">
            <a:extLst>
              <a:ext uri="{FF2B5EF4-FFF2-40B4-BE49-F238E27FC236}">
                <a16:creationId xmlns:a16="http://schemas.microsoft.com/office/drawing/2014/main" id="{5757B6A0-76D6-2547-BCB4-AF938DB8D571}"/>
              </a:ext>
            </a:extLst>
          </p:cNvPr>
          <p:cNvSpPr txBox="1"/>
          <p:nvPr/>
        </p:nvSpPr>
        <p:spPr>
          <a:xfrm>
            <a:off x="1596939" y="3207222"/>
            <a:ext cx="1082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Month 1 </a:t>
            </a:r>
          </a:p>
        </p:txBody>
      </p:sp>
      <p:sp>
        <p:nvSpPr>
          <p:cNvPr id="59" name="TextBox 58">
            <a:extLst>
              <a:ext uri="{FF2B5EF4-FFF2-40B4-BE49-F238E27FC236}">
                <a16:creationId xmlns:a16="http://schemas.microsoft.com/office/drawing/2014/main" id="{B70A9D1F-3637-D044-961E-87CAB2AE09A6}"/>
              </a:ext>
            </a:extLst>
          </p:cNvPr>
          <p:cNvSpPr txBox="1"/>
          <p:nvPr/>
        </p:nvSpPr>
        <p:spPr>
          <a:xfrm>
            <a:off x="3543303" y="4800094"/>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64" name="Rectangle 63">
            <a:extLst>
              <a:ext uri="{FF2B5EF4-FFF2-40B4-BE49-F238E27FC236}">
                <a16:creationId xmlns:a16="http://schemas.microsoft.com/office/drawing/2014/main" id="{9F771138-CB4F-5B43-861A-8F33C1251E12}"/>
              </a:ext>
            </a:extLst>
          </p:cNvPr>
          <p:cNvSpPr/>
          <p:nvPr/>
        </p:nvSpPr>
        <p:spPr>
          <a:xfrm>
            <a:off x="1596938" y="5454141"/>
            <a:ext cx="2880361"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pic>
        <p:nvPicPr>
          <p:cNvPr id="15" name="Graphic 14" descr="Handshake with solid fill">
            <a:extLst>
              <a:ext uri="{FF2B5EF4-FFF2-40B4-BE49-F238E27FC236}">
                <a16:creationId xmlns:a16="http://schemas.microsoft.com/office/drawing/2014/main" id="{3F84B176-EFF7-E943-83EF-96D55912C8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6634" y="8076478"/>
            <a:ext cx="1240968" cy="1240968"/>
          </a:xfrm>
          <a:prstGeom prst="rect">
            <a:avLst/>
          </a:prstGeom>
        </p:spPr>
      </p:pic>
      <p:sp>
        <p:nvSpPr>
          <p:cNvPr id="47" name="Oval 46">
            <a:extLst>
              <a:ext uri="{FF2B5EF4-FFF2-40B4-BE49-F238E27FC236}">
                <a16:creationId xmlns:a16="http://schemas.microsoft.com/office/drawing/2014/main" id="{F25BE111-4847-5045-9098-34D06288AF18}"/>
              </a:ext>
            </a:extLst>
          </p:cNvPr>
          <p:cNvSpPr/>
          <p:nvPr/>
        </p:nvSpPr>
        <p:spPr>
          <a:xfrm>
            <a:off x="4320547"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Chevron 64">
            <a:extLst>
              <a:ext uri="{FF2B5EF4-FFF2-40B4-BE49-F238E27FC236}">
                <a16:creationId xmlns:a16="http://schemas.microsoft.com/office/drawing/2014/main" id="{59AEC3BC-5F0F-AE47-A4EA-A6BEBA7EA0EC}"/>
              </a:ext>
            </a:extLst>
          </p:cNvPr>
          <p:cNvSpPr/>
          <p:nvPr/>
        </p:nvSpPr>
        <p:spPr>
          <a:xfrm>
            <a:off x="4477299"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6" name="Chevron 65">
            <a:extLst>
              <a:ext uri="{FF2B5EF4-FFF2-40B4-BE49-F238E27FC236}">
                <a16:creationId xmlns:a16="http://schemas.microsoft.com/office/drawing/2014/main" id="{86E51360-E984-544C-ACE9-A51B1BB398E7}"/>
              </a:ext>
            </a:extLst>
          </p:cNvPr>
          <p:cNvSpPr/>
          <p:nvPr/>
        </p:nvSpPr>
        <p:spPr>
          <a:xfrm>
            <a:off x="768096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67" name="Chevron 66">
            <a:extLst>
              <a:ext uri="{FF2B5EF4-FFF2-40B4-BE49-F238E27FC236}">
                <a16:creationId xmlns:a16="http://schemas.microsoft.com/office/drawing/2014/main" id="{28DB126F-435D-D743-BC74-1190306F5833}"/>
              </a:ext>
            </a:extLst>
          </p:cNvPr>
          <p:cNvSpPr/>
          <p:nvPr/>
        </p:nvSpPr>
        <p:spPr>
          <a:xfrm>
            <a:off x="10842176"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72" name="Chevron 71">
            <a:extLst>
              <a:ext uri="{FF2B5EF4-FFF2-40B4-BE49-F238E27FC236}">
                <a16:creationId xmlns:a16="http://schemas.microsoft.com/office/drawing/2014/main" id="{365B3BA5-DAF1-7041-88D2-F3A0318DD916}"/>
              </a:ext>
            </a:extLst>
          </p:cNvPr>
          <p:cNvSpPr/>
          <p:nvPr/>
        </p:nvSpPr>
        <p:spPr>
          <a:xfrm>
            <a:off x="1399032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Tree>
    <p:extLst>
      <p:ext uri="{BB962C8B-B14F-4D97-AF65-F5344CB8AC3E}">
        <p14:creationId xmlns:p14="http://schemas.microsoft.com/office/powerpoint/2010/main" val="3666710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27</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31363" y="2227292"/>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cxnSp>
        <p:nvCxnSpPr>
          <p:cNvPr id="40" name="Straight Connector 39">
            <a:extLst>
              <a:ext uri="{FF2B5EF4-FFF2-40B4-BE49-F238E27FC236}">
                <a16:creationId xmlns:a16="http://schemas.microsoft.com/office/drawing/2014/main" id="{CDA53502-EAE1-7C43-908B-DE427C675874}"/>
              </a:ext>
            </a:extLst>
          </p:cNvPr>
          <p:cNvCxnSpPr>
            <a:cxnSpLocks/>
          </p:cNvCxnSpPr>
          <p:nvPr/>
        </p:nvCxnSpPr>
        <p:spPr>
          <a:xfrm>
            <a:off x="13013601" y="3701360"/>
            <a:ext cx="422091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5" name="TextBox 37">
            <a:extLst>
              <a:ext uri="{FF2B5EF4-FFF2-40B4-BE49-F238E27FC236}">
                <a16:creationId xmlns:a16="http://schemas.microsoft.com/office/drawing/2014/main" id="{E32140C6-9097-B54C-8FD9-D9A59D04B2BC}"/>
              </a:ext>
            </a:extLst>
          </p:cNvPr>
          <p:cNvSpPr txBox="1"/>
          <p:nvPr/>
        </p:nvSpPr>
        <p:spPr>
          <a:xfrm>
            <a:off x="13172168" y="3326913"/>
            <a:ext cx="3997695" cy="322180"/>
          </a:xfrm>
          <a:prstGeom prst="rect">
            <a:avLst/>
          </a:prstGeom>
          <a:ln w="12700">
            <a:noFill/>
          </a:ln>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Key Advantages</a:t>
            </a:r>
          </a:p>
        </p:txBody>
      </p:sp>
      <p:sp>
        <p:nvSpPr>
          <p:cNvPr id="66" name="Rectangle 65">
            <a:extLst>
              <a:ext uri="{FF2B5EF4-FFF2-40B4-BE49-F238E27FC236}">
                <a16:creationId xmlns:a16="http://schemas.microsoft.com/office/drawing/2014/main" id="{E987C2E1-7958-0D43-82B9-238BBF663A33}"/>
              </a:ext>
            </a:extLst>
          </p:cNvPr>
          <p:cNvSpPr/>
          <p:nvPr/>
        </p:nvSpPr>
        <p:spPr>
          <a:xfrm>
            <a:off x="13016262" y="4046841"/>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9EC5D019-80BB-B347-9D40-CE88DB82A93B}"/>
              </a:ext>
            </a:extLst>
          </p:cNvPr>
          <p:cNvSpPr/>
          <p:nvPr/>
        </p:nvSpPr>
        <p:spPr>
          <a:xfrm>
            <a:off x="13002945" y="5287011"/>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74" name="Rectangle 73">
            <a:extLst>
              <a:ext uri="{FF2B5EF4-FFF2-40B4-BE49-F238E27FC236}">
                <a16:creationId xmlns:a16="http://schemas.microsoft.com/office/drawing/2014/main" id="{D066C051-C5D7-6B4A-BFBB-6AF30FCB68E4}"/>
              </a:ext>
            </a:extLst>
          </p:cNvPr>
          <p:cNvSpPr/>
          <p:nvPr/>
        </p:nvSpPr>
        <p:spPr>
          <a:xfrm>
            <a:off x="13002945" y="6524567"/>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3934BEC4-0FCE-9D46-BC74-286073119872}"/>
              </a:ext>
            </a:extLst>
          </p:cNvPr>
          <p:cNvSpPr/>
          <p:nvPr/>
        </p:nvSpPr>
        <p:spPr>
          <a:xfrm>
            <a:off x="13016262" y="7822544"/>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A1D389D-DC3F-DA49-B169-958898846A55}"/>
              </a:ext>
            </a:extLst>
          </p:cNvPr>
          <p:cNvSpPr txBox="1"/>
          <p:nvPr/>
        </p:nvSpPr>
        <p:spPr>
          <a:xfrm>
            <a:off x="9077210" y="6084182"/>
            <a:ext cx="144142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Photo/visual</a:t>
            </a:r>
          </a:p>
        </p:txBody>
      </p:sp>
      <p:sp>
        <p:nvSpPr>
          <p:cNvPr id="76" name="object 28">
            <a:extLst>
              <a:ext uri="{FF2B5EF4-FFF2-40B4-BE49-F238E27FC236}">
                <a16:creationId xmlns:a16="http://schemas.microsoft.com/office/drawing/2014/main" id="{DF897DC6-4FC1-EE4E-8F94-97082EDEC88C}"/>
              </a:ext>
            </a:extLst>
          </p:cNvPr>
          <p:cNvSpPr/>
          <p:nvPr/>
        </p:nvSpPr>
        <p:spPr>
          <a:xfrm>
            <a:off x="6709568" y="4056791"/>
            <a:ext cx="443558" cy="4680971"/>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a:latin typeface="Arial" panose="020B0604020202020204" pitchFamily="34" charset="0"/>
              <a:cs typeface="Arial" panose="020B0604020202020204" pitchFamily="34" charset="0"/>
            </a:endParaRPr>
          </a:p>
        </p:txBody>
      </p:sp>
      <p:sp>
        <p:nvSpPr>
          <p:cNvPr id="77" name="Rectangle 76">
            <a:extLst>
              <a:ext uri="{FF2B5EF4-FFF2-40B4-BE49-F238E27FC236}">
                <a16:creationId xmlns:a16="http://schemas.microsoft.com/office/drawing/2014/main" id="{03664FDD-52E4-264B-89D8-561B6273B6B7}"/>
              </a:ext>
            </a:extLst>
          </p:cNvPr>
          <p:cNvSpPr/>
          <p:nvPr/>
        </p:nvSpPr>
        <p:spPr>
          <a:xfrm>
            <a:off x="1583871" y="4965649"/>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Key aspects</a:t>
            </a:r>
            <a:endParaRPr lang="en-US" sz="2000" b="1" dirty="0">
              <a:solidFill>
                <a:schemeClr val="tx1"/>
              </a:solidFill>
              <a:latin typeface="Arial" panose="020B0604020202020204" pitchFamily="34" charset="0"/>
              <a:cs typeface="Arial" panose="020B0604020202020204" pitchFamily="34" charset="0"/>
            </a:endParaRPr>
          </a:p>
        </p:txBody>
      </p:sp>
      <p:sp>
        <p:nvSpPr>
          <p:cNvPr id="78" name="Oval 77">
            <a:extLst>
              <a:ext uri="{FF2B5EF4-FFF2-40B4-BE49-F238E27FC236}">
                <a16:creationId xmlns:a16="http://schemas.microsoft.com/office/drawing/2014/main" id="{9E685273-6885-C247-B45B-3F8C8B59E2B5}"/>
              </a:ext>
            </a:extLst>
          </p:cNvPr>
          <p:cNvSpPr/>
          <p:nvPr/>
        </p:nvSpPr>
        <p:spPr>
          <a:xfrm>
            <a:off x="1268884" y="4736530"/>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79" name="Rectangle 78">
            <a:extLst>
              <a:ext uri="{FF2B5EF4-FFF2-40B4-BE49-F238E27FC236}">
                <a16:creationId xmlns:a16="http://schemas.microsoft.com/office/drawing/2014/main" id="{48F39624-D2D7-8544-AD24-42CDAFB9B588}"/>
              </a:ext>
            </a:extLst>
          </p:cNvPr>
          <p:cNvSpPr/>
          <p:nvPr/>
        </p:nvSpPr>
        <p:spPr>
          <a:xfrm>
            <a:off x="1583871" y="6423545"/>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80" name="Oval 79">
            <a:extLst>
              <a:ext uri="{FF2B5EF4-FFF2-40B4-BE49-F238E27FC236}">
                <a16:creationId xmlns:a16="http://schemas.microsoft.com/office/drawing/2014/main" id="{17754AE0-D436-4044-8BFD-AD9A0F1A4F38}"/>
              </a:ext>
            </a:extLst>
          </p:cNvPr>
          <p:cNvSpPr/>
          <p:nvPr/>
        </p:nvSpPr>
        <p:spPr>
          <a:xfrm>
            <a:off x="1268884" y="6194426"/>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
        <p:nvSpPr>
          <p:cNvPr id="81" name="Rectangle 80">
            <a:extLst>
              <a:ext uri="{FF2B5EF4-FFF2-40B4-BE49-F238E27FC236}">
                <a16:creationId xmlns:a16="http://schemas.microsoft.com/office/drawing/2014/main" id="{B8AE92F1-9DC1-E54E-8E18-CBCC94A5FB9F}"/>
              </a:ext>
            </a:extLst>
          </p:cNvPr>
          <p:cNvSpPr/>
          <p:nvPr/>
        </p:nvSpPr>
        <p:spPr>
          <a:xfrm>
            <a:off x="1583871" y="7806129"/>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82" name="Oval 81">
            <a:extLst>
              <a:ext uri="{FF2B5EF4-FFF2-40B4-BE49-F238E27FC236}">
                <a16:creationId xmlns:a16="http://schemas.microsoft.com/office/drawing/2014/main" id="{03FD904F-B061-1F4D-9C26-EA47EA63A195}"/>
              </a:ext>
            </a:extLst>
          </p:cNvPr>
          <p:cNvSpPr/>
          <p:nvPr/>
        </p:nvSpPr>
        <p:spPr>
          <a:xfrm>
            <a:off x="1268884" y="7577010"/>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3</a:t>
            </a:r>
            <a:endParaRPr lang="en-US" b="1" dirty="0"/>
          </a:p>
        </p:txBody>
      </p:sp>
      <p:sp>
        <p:nvSpPr>
          <p:cNvPr id="84" name="TextBox 83">
            <a:extLst>
              <a:ext uri="{FF2B5EF4-FFF2-40B4-BE49-F238E27FC236}">
                <a16:creationId xmlns:a16="http://schemas.microsoft.com/office/drawing/2014/main" id="{7E13AE9E-38E0-604F-86C0-614589CE3426}"/>
              </a:ext>
            </a:extLst>
          </p:cNvPr>
          <p:cNvSpPr txBox="1"/>
          <p:nvPr/>
        </p:nvSpPr>
        <p:spPr>
          <a:xfrm rot="16200000">
            <a:off x="219873" y="6370159"/>
            <a:ext cx="1129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DETAILS</a:t>
            </a:r>
          </a:p>
        </p:txBody>
      </p:sp>
      <p:pic>
        <p:nvPicPr>
          <p:cNvPr id="24" name="Graphic 23" descr="Handshake with solid fill">
            <a:extLst>
              <a:ext uri="{FF2B5EF4-FFF2-40B4-BE49-F238E27FC236}">
                <a16:creationId xmlns:a16="http://schemas.microsoft.com/office/drawing/2014/main" id="{6C2DBF40-E950-0349-83CF-73DAA7F69A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34423" y="3117283"/>
            <a:ext cx="1609934" cy="1609934"/>
          </a:xfrm>
          <a:prstGeom prst="rect">
            <a:avLst/>
          </a:prstGeom>
        </p:spPr>
      </p:pic>
      <p:sp>
        <p:nvSpPr>
          <p:cNvPr id="25" name="Pentagon 24">
            <a:extLst>
              <a:ext uri="{FF2B5EF4-FFF2-40B4-BE49-F238E27FC236}">
                <a16:creationId xmlns:a16="http://schemas.microsoft.com/office/drawing/2014/main" id="{ED01342E-BADB-254F-97DA-E972EA15C3D0}"/>
              </a:ext>
            </a:extLst>
          </p:cNvPr>
          <p:cNvSpPr/>
          <p:nvPr/>
        </p:nvSpPr>
        <p:spPr>
          <a:xfrm>
            <a:off x="1596939" y="1933765"/>
            <a:ext cx="3203665" cy="1021701"/>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26" name="Chevron 25">
            <a:extLst>
              <a:ext uri="{FF2B5EF4-FFF2-40B4-BE49-F238E27FC236}">
                <a16:creationId xmlns:a16="http://schemas.microsoft.com/office/drawing/2014/main" id="{9C72639A-EF69-C34C-94EF-3253E674643A}"/>
              </a:ext>
            </a:extLst>
          </p:cNvPr>
          <p:cNvSpPr/>
          <p:nvPr/>
        </p:nvSpPr>
        <p:spPr>
          <a:xfrm>
            <a:off x="4477299"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27" name="Chevron 26">
            <a:extLst>
              <a:ext uri="{FF2B5EF4-FFF2-40B4-BE49-F238E27FC236}">
                <a16:creationId xmlns:a16="http://schemas.microsoft.com/office/drawing/2014/main" id="{0D6EF430-C292-F440-8A20-A72B818A1F92}"/>
              </a:ext>
            </a:extLst>
          </p:cNvPr>
          <p:cNvSpPr/>
          <p:nvPr/>
        </p:nvSpPr>
        <p:spPr>
          <a:xfrm>
            <a:off x="768096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28" name="Chevron 27">
            <a:extLst>
              <a:ext uri="{FF2B5EF4-FFF2-40B4-BE49-F238E27FC236}">
                <a16:creationId xmlns:a16="http://schemas.microsoft.com/office/drawing/2014/main" id="{8FD71EA6-8828-444C-9437-0E64AAE819D7}"/>
              </a:ext>
            </a:extLst>
          </p:cNvPr>
          <p:cNvSpPr/>
          <p:nvPr/>
        </p:nvSpPr>
        <p:spPr>
          <a:xfrm>
            <a:off x="10842176"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29" name="Chevron 28">
            <a:extLst>
              <a:ext uri="{FF2B5EF4-FFF2-40B4-BE49-F238E27FC236}">
                <a16:creationId xmlns:a16="http://schemas.microsoft.com/office/drawing/2014/main" id="{2BEA6F92-F295-7E4D-A4D7-6FA45403DB46}"/>
              </a:ext>
            </a:extLst>
          </p:cNvPr>
          <p:cNvSpPr/>
          <p:nvPr/>
        </p:nvSpPr>
        <p:spPr>
          <a:xfrm>
            <a:off x="1399032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Tree>
    <p:extLst>
      <p:ext uri="{BB962C8B-B14F-4D97-AF65-F5344CB8AC3E}">
        <p14:creationId xmlns:p14="http://schemas.microsoft.com/office/powerpoint/2010/main" val="2789596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28</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3203665"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4477299" y="1933765"/>
            <a:ext cx="3484517"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cxnSp>
        <p:nvCxnSpPr>
          <p:cNvPr id="9" name="Straight Arrow Connector 8">
            <a:extLst>
              <a:ext uri="{FF2B5EF4-FFF2-40B4-BE49-F238E27FC236}">
                <a16:creationId xmlns:a16="http://schemas.microsoft.com/office/drawing/2014/main" id="{D7D5F058-3A74-3E44-938E-AA693B3776C3}"/>
              </a:ext>
            </a:extLst>
          </p:cNvPr>
          <p:cNvCxnSpPr>
            <a:cxnSpLocks/>
            <a:endCxn id="48" idx="6"/>
          </p:cNvCxnSpPr>
          <p:nvPr/>
        </p:nvCxnSpPr>
        <p:spPr>
          <a:xfrm>
            <a:off x="1747157" y="4181486"/>
            <a:ext cx="6019278" cy="23317"/>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4026E6E-C11E-1741-80A3-5BC0BEC3901B}"/>
              </a:ext>
            </a:extLst>
          </p:cNvPr>
          <p:cNvSpPr/>
          <p:nvPr/>
        </p:nvSpPr>
        <p:spPr>
          <a:xfrm>
            <a:off x="15969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Google Shape;599;p11">
            <a:extLst>
              <a:ext uri="{FF2B5EF4-FFF2-40B4-BE49-F238E27FC236}">
                <a16:creationId xmlns:a16="http://schemas.microsoft.com/office/drawing/2014/main" id="{6E215364-8728-1E47-AC55-AFA6AD13A436}"/>
              </a:ext>
            </a:extLst>
          </p:cNvPr>
          <p:cNvCxnSpPr>
            <a:cxnSpLocks/>
          </p:cNvCxnSpPr>
          <p:nvPr/>
        </p:nvCxnSpPr>
        <p:spPr>
          <a:xfrm>
            <a:off x="1747157" y="36344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3" name="Google Shape;599;p11">
            <a:extLst>
              <a:ext uri="{FF2B5EF4-FFF2-40B4-BE49-F238E27FC236}">
                <a16:creationId xmlns:a16="http://schemas.microsoft.com/office/drawing/2014/main" id="{1F5DE7EF-602F-BD4B-8260-14228EFCE07A}"/>
              </a:ext>
            </a:extLst>
          </p:cNvPr>
          <p:cNvCxnSpPr>
            <a:cxnSpLocks/>
          </p:cNvCxnSpPr>
          <p:nvPr/>
        </p:nvCxnSpPr>
        <p:spPr>
          <a:xfrm>
            <a:off x="4477299" y="4345226"/>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4" name="Google Shape;599;p11">
            <a:extLst>
              <a:ext uri="{FF2B5EF4-FFF2-40B4-BE49-F238E27FC236}">
                <a16:creationId xmlns:a16="http://schemas.microsoft.com/office/drawing/2014/main" id="{3246326D-9DB4-DD48-B4E0-6ED9F24DE0B9}"/>
              </a:ext>
            </a:extLst>
          </p:cNvPr>
          <p:cNvCxnSpPr>
            <a:cxnSpLocks/>
          </p:cNvCxnSpPr>
          <p:nvPr/>
        </p:nvCxnSpPr>
        <p:spPr>
          <a:xfrm>
            <a:off x="7608033" y="368624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58" name="TextBox 57">
            <a:extLst>
              <a:ext uri="{FF2B5EF4-FFF2-40B4-BE49-F238E27FC236}">
                <a16:creationId xmlns:a16="http://schemas.microsoft.com/office/drawing/2014/main" id="{5757B6A0-76D6-2547-BCB4-AF938DB8D571}"/>
              </a:ext>
            </a:extLst>
          </p:cNvPr>
          <p:cNvSpPr txBox="1"/>
          <p:nvPr/>
        </p:nvSpPr>
        <p:spPr>
          <a:xfrm>
            <a:off x="1596939" y="3207222"/>
            <a:ext cx="1082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Month 1 </a:t>
            </a:r>
          </a:p>
        </p:txBody>
      </p:sp>
      <p:sp>
        <p:nvSpPr>
          <p:cNvPr id="59" name="TextBox 58">
            <a:extLst>
              <a:ext uri="{FF2B5EF4-FFF2-40B4-BE49-F238E27FC236}">
                <a16:creationId xmlns:a16="http://schemas.microsoft.com/office/drawing/2014/main" id="{B70A9D1F-3637-D044-961E-87CAB2AE09A6}"/>
              </a:ext>
            </a:extLst>
          </p:cNvPr>
          <p:cNvSpPr txBox="1"/>
          <p:nvPr/>
        </p:nvSpPr>
        <p:spPr>
          <a:xfrm>
            <a:off x="3543303" y="4800094"/>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60" name="TextBox 59">
            <a:extLst>
              <a:ext uri="{FF2B5EF4-FFF2-40B4-BE49-F238E27FC236}">
                <a16:creationId xmlns:a16="http://schemas.microsoft.com/office/drawing/2014/main" id="{4BD57AF2-BACF-1E45-AFF7-49161E7D8ECF}"/>
              </a:ext>
            </a:extLst>
          </p:cNvPr>
          <p:cNvSpPr txBox="1"/>
          <p:nvPr/>
        </p:nvSpPr>
        <p:spPr>
          <a:xfrm>
            <a:off x="6669608" y="3201509"/>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4" name="Rectangle 63">
            <a:extLst>
              <a:ext uri="{FF2B5EF4-FFF2-40B4-BE49-F238E27FC236}">
                <a16:creationId xmlns:a16="http://schemas.microsoft.com/office/drawing/2014/main" id="{9F771138-CB4F-5B43-861A-8F33C1251E12}"/>
              </a:ext>
            </a:extLst>
          </p:cNvPr>
          <p:cNvSpPr/>
          <p:nvPr/>
        </p:nvSpPr>
        <p:spPr>
          <a:xfrm>
            <a:off x="1596938" y="5454141"/>
            <a:ext cx="2880361"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78090DB7-4DCD-BF4F-B3CC-91A62C2223A8}"/>
              </a:ext>
            </a:extLst>
          </p:cNvPr>
          <p:cNvSpPr/>
          <p:nvPr/>
        </p:nvSpPr>
        <p:spPr>
          <a:xfrm>
            <a:off x="4720205" y="5474291"/>
            <a:ext cx="2880361" cy="25781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pic>
        <p:nvPicPr>
          <p:cNvPr id="15" name="Graphic 14" descr="Handshake with solid fill">
            <a:extLst>
              <a:ext uri="{FF2B5EF4-FFF2-40B4-BE49-F238E27FC236}">
                <a16:creationId xmlns:a16="http://schemas.microsoft.com/office/drawing/2014/main" id="{3F84B176-EFF7-E943-83EF-96D55912C8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6634" y="8076478"/>
            <a:ext cx="1240968" cy="1240968"/>
          </a:xfrm>
          <a:prstGeom prst="rect">
            <a:avLst/>
          </a:prstGeom>
        </p:spPr>
      </p:pic>
      <p:pic>
        <p:nvPicPr>
          <p:cNvPr id="23" name="Graphic 22" descr="Deciduous tree with solid fill">
            <a:extLst>
              <a:ext uri="{FF2B5EF4-FFF2-40B4-BE49-F238E27FC236}">
                <a16:creationId xmlns:a16="http://schemas.microsoft.com/office/drawing/2014/main" id="{0FE1E0D1-7331-9D46-9DDC-5B5E78960C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03185" y="8157281"/>
            <a:ext cx="914400" cy="914400"/>
          </a:xfrm>
          <a:prstGeom prst="rect">
            <a:avLst/>
          </a:prstGeom>
        </p:spPr>
      </p:pic>
      <p:sp>
        <p:nvSpPr>
          <p:cNvPr id="47" name="Oval 46">
            <a:extLst>
              <a:ext uri="{FF2B5EF4-FFF2-40B4-BE49-F238E27FC236}">
                <a16:creationId xmlns:a16="http://schemas.microsoft.com/office/drawing/2014/main" id="{F25BE111-4847-5045-9098-34D06288AF18}"/>
              </a:ext>
            </a:extLst>
          </p:cNvPr>
          <p:cNvSpPr/>
          <p:nvPr/>
        </p:nvSpPr>
        <p:spPr>
          <a:xfrm>
            <a:off x="4320547"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0CE27EF-B9BB-A041-9401-9251B2FF94C3}"/>
              </a:ext>
            </a:extLst>
          </p:cNvPr>
          <p:cNvSpPr/>
          <p:nvPr/>
        </p:nvSpPr>
        <p:spPr>
          <a:xfrm>
            <a:off x="7452931"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D610DE1-9A1B-5B4E-AE2A-8F66B6A1C728}"/>
              </a:ext>
            </a:extLst>
          </p:cNvPr>
          <p:cNvSpPr/>
          <p:nvPr/>
        </p:nvSpPr>
        <p:spPr>
          <a:xfrm>
            <a:off x="1138989" y="5168940"/>
            <a:ext cx="3495062" cy="4023186"/>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Chevron 64">
            <a:extLst>
              <a:ext uri="{FF2B5EF4-FFF2-40B4-BE49-F238E27FC236}">
                <a16:creationId xmlns:a16="http://schemas.microsoft.com/office/drawing/2014/main" id="{17964059-25F6-8141-B05D-BA0B7897A804}"/>
              </a:ext>
            </a:extLst>
          </p:cNvPr>
          <p:cNvSpPr/>
          <p:nvPr/>
        </p:nvSpPr>
        <p:spPr>
          <a:xfrm>
            <a:off x="768096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66" name="Chevron 65">
            <a:extLst>
              <a:ext uri="{FF2B5EF4-FFF2-40B4-BE49-F238E27FC236}">
                <a16:creationId xmlns:a16="http://schemas.microsoft.com/office/drawing/2014/main" id="{351B530E-C4C9-4741-9503-E4DD36D078E3}"/>
              </a:ext>
            </a:extLst>
          </p:cNvPr>
          <p:cNvSpPr/>
          <p:nvPr/>
        </p:nvSpPr>
        <p:spPr>
          <a:xfrm>
            <a:off x="10842176"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67" name="Chevron 66">
            <a:extLst>
              <a:ext uri="{FF2B5EF4-FFF2-40B4-BE49-F238E27FC236}">
                <a16:creationId xmlns:a16="http://schemas.microsoft.com/office/drawing/2014/main" id="{FB43643B-6490-6B4B-B329-C0E942FD2528}"/>
              </a:ext>
            </a:extLst>
          </p:cNvPr>
          <p:cNvSpPr/>
          <p:nvPr/>
        </p:nvSpPr>
        <p:spPr>
          <a:xfrm>
            <a:off x="1399032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Tree>
    <p:extLst>
      <p:ext uri="{BB962C8B-B14F-4D97-AF65-F5344CB8AC3E}">
        <p14:creationId xmlns:p14="http://schemas.microsoft.com/office/powerpoint/2010/main" val="1957804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29</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31363" y="2227292"/>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cxnSp>
        <p:nvCxnSpPr>
          <p:cNvPr id="40" name="Straight Connector 39">
            <a:extLst>
              <a:ext uri="{FF2B5EF4-FFF2-40B4-BE49-F238E27FC236}">
                <a16:creationId xmlns:a16="http://schemas.microsoft.com/office/drawing/2014/main" id="{CDA53502-EAE1-7C43-908B-DE427C675874}"/>
              </a:ext>
            </a:extLst>
          </p:cNvPr>
          <p:cNvCxnSpPr>
            <a:cxnSpLocks/>
          </p:cNvCxnSpPr>
          <p:nvPr/>
        </p:nvCxnSpPr>
        <p:spPr>
          <a:xfrm>
            <a:off x="13013601" y="3701360"/>
            <a:ext cx="422091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5" name="TextBox 37">
            <a:extLst>
              <a:ext uri="{FF2B5EF4-FFF2-40B4-BE49-F238E27FC236}">
                <a16:creationId xmlns:a16="http://schemas.microsoft.com/office/drawing/2014/main" id="{E32140C6-9097-B54C-8FD9-D9A59D04B2BC}"/>
              </a:ext>
            </a:extLst>
          </p:cNvPr>
          <p:cNvSpPr txBox="1"/>
          <p:nvPr/>
        </p:nvSpPr>
        <p:spPr>
          <a:xfrm>
            <a:off x="13172168" y="3326913"/>
            <a:ext cx="3997695" cy="322180"/>
          </a:xfrm>
          <a:prstGeom prst="rect">
            <a:avLst/>
          </a:prstGeom>
          <a:ln w="12700">
            <a:noFill/>
          </a:ln>
        </p:spPr>
        <p:txBody>
          <a:bodyPr wrap="square" lIns="0" tIns="0" rIns="0" bIns="0" rtlCol="0" anchor="t">
            <a:spAutoFit/>
          </a:bodyPr>
          <a:lstStyle/>
          <a:p>
            <a:pPr algn="ct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Key Advantages</a:t>
            </a:r>
          </a:p>
        </p:txBody>
      </p:sp>
      <p:sp>
        <p:nvSpPr>
          <p:cNvPr id="66" name="Rectangle 65">
            <a:extLst>
              <a:ext uri="{FF2B5EF4-FFF2-40B4-BE49-F238E27FC236}">
                <a16:creationId xmlns:a16="http://schemas.microsoft.com/office/drawing/2014/main" id="{E987C2E1-7958-0D43-82B9-238BBF663A33}"/>
              </a:ext>
            </a:extLst>
          </p:cNvPr>
          <p:cNvSpPr/>
          <p:nvPr/>
        </p:nvSpPr>
        <p:spPr>
          <a:xfrm>
            <a:off x="13016262" y="4046841"/>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9EC5D019-80BB-B347-9D40-CE88DB82A93B}"/>
              </a:ext>
            </a:extLst>
          </p:cNvPr>
          <p:cNvSpPr/>
          <p:nvPr/>
        </p:nvSpPr>
        <p:spPr>
          <a:xfrm>
            <a:off x="13002945" y="5287011"/>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74" name="Rectangle 73">
            <a:extLst>
              <a:ext uri="{FF2B5EF4-FFF2-40B4-BE49-F238E27FC236}">
                <a16:creationId xmlns:a16="http://schemas.microsoft.com/office/drawing/2014/main" id="{D066C051-C5D7-6B4A-BFBB-6AF30FCB68E4}"/>
              </a:ext>
            </a:extLst>
          </p:cNvPr>
          <p:cNvSpPr/>
          <p:nvPr/>
        </p:nvSpPr>
        <p:spPr>
          <a:xfrm>
            <a:off x="13002945" y="6524567"/>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3934BEC4-0FCE-9D46-BC74-286073119872}"/>
              </a:ext>
            </a:extLst>
          </p:cNvPr>
          <p:cNvSpPr/>
          <p:nvPr/>
        </p:nvSpPr>
        <p:spPr>
          <a:xfrm>
            <a:off x="13016262" y="7822544"/>
            <a:ext cx="4218255" cy="97746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A1D389D-DC3F-DA49-B169-958898846A55}"/>
              </a:ext>
            </a:extLst>
          </p:cNvPr>
          <p:cNvSpPr txBox="1"/>
          <p:nvPr/>
        </p:nvSpPr>
        <p:spPr>
          <a:xfrm>
            <a:off x="9077210" y="6084182"/>
            <a:ext cx="144142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Photo/visual</a:t>
            </a:r>
          </a:p>
        </p:txBody>
      </p:sp>
      <p:sp>
        <p:nvSpPr>
          <p:cNvPr id="76" name="object 28">
            <a:extLst>
              <a:ext uri="{FF2B5EF4-FFF2-40B4-BE49-F238E27FC236}">
                <a16:creationId xmlns:a16="http://schemas.microsoft.com/office/drawing/2014/main" id="{DF897DC6-4FC1-EE4E-8F94-97082EDEC88C}"/>
              </a:ext>
            </a:extLst>
          </p:cNvPr>
          <p:cNvSpPr/>
          <p:nvPr/>
        </p:nvSpPr>
        <p:spPr>
          <a:xfrm>
            <a:off x="6709568" y="4056791"/>
            <a:ext cx="443558" cy="4680971"/>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a:latin typeface="Arial" panose="020B0604020202020204" pitchFamily="34" charset="0"/>
              <a:cs typeface="Arial" panose="020B0604020202020204" pitchFamily="34" charset="0"/>
            </a:endParaRPr>
          </a:p>
        </p:txBody>
      </p:sp>
      <p:sp>
        <p:nvSpPr>
          <p:cNvPr id="77" name="Rectangle 76">
            <a:extLst>
              <a:ext uri="{FF2B5EF4-FFF2-40B4-BE49-F238E27FC236}">
                <a16:creationId xmlns:a16="http://schemas.microsoft.com/office/drawing/2014/main" id="{03664FDD-52E4-264B-89D8-561B6273B6B7}"/>
              </a:ext>
            </a:extLst>
          </p:cNvPr>
          <p:cNvSpPr/>
          <p:nvPr/>
        </p:nvSpPr>
        <p:spPr>
          <a:xfrm>
            <a:off x="1583871" y="4965649"/>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Key aspects</a:t>
            </a:r>
            <a:endParaRPr lang="en-US" sz="2000" b="1" dirty="0">
              <a:solidFill>
                <a:schemeClr val="tx1"/>
              </a:solidFill>
              <a:latin typeface="Arial" panose="020B0604020202020204" pitchFamily="34" charset="0"/>
              <a:cs typeface="Arial" panose="020B0604020202020204" pitchFamily="34" charset="0"/>
            </a:endParaRPr>
          </a:p>
        </p:txBody>
      </p:sp>
      <p:sp>
        <p:nvSpPr>
          <p:cNvPr id="78" name="Oval 77">
            <a:extLst>
              <a:ext uri="{FF2B5EF4-FFF2-40B4-BE49-F238E27FC236}">
                <a16:creationId xmlns:a16="http://schemas.microsoft.com/office/drawing/2014/main" id="{9E685273-6885-C247-B45B-3F8C8B59E2B5}"/>
              </a:ext>
            </a:extLst>
          </p:cNvPr>
          <p:cNvSpPr/>
          <p:nvPr/>
        </p:nvSpPr>
        <p:spPr>
          <a:xfrm>
            <a:off x="1268884" y="4736530"/>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1</a:t>
            </a:r>
            <a:endParaRPr lang="en-US" b="1" dirty="0">
              <a:latin typeface="Arial" panose="020B0604020202020204" pitchFamily="34" charset="0"/>
              <a:cs typeface="Arial" panose="020B0604020202020204" pitchFamily="34" charset="0"/>
            </a:endParaRPr>
          </a:p>
        </p:txBody>
      </p:sp>
      <p:sp>
        <p:nvSpPr>
          <p:cNvPr id="79" name="Rectangle 78">
            <a:extLst>
              <a:ext uri="{FF2B5EF4-FFF2-40B4-BE49-F238E27FC236}">
                <a16:creationId xmlns:a16="http://schemas.microsoft.com/office/drawing/2014/main" id="{48F39624-D2D7-8544-AD24-42CDAFB9B588}"/>
              </a:ext>
            </a:extLst>
          </p:cNvPr>
          <p:cNvSpPr/>
          <p:nvPr/>
        </p:nvSpPr>
        <p:spPr>
          <a:xfrm>
            <a:off x="1583871" y="6423545"/>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80" name="Oval 79">
            <a:extLst>
              <a:ext uri="{FF2B5EF4-FFF2-40B4-BE49-F238E27FC236}">
                <a16:creationId xmlns:a16="http://schemas.microsoft.com/office/drawing/2014/main" id="{17754AE0-D436-4044-8BFD-AD9A0F1A4F38}"/>
              </a:ext>
            </a:extLst>
          </p:cNvPr>
          <p:cNvSpPr/>
          <p:nvPr/>
        </p:nvSpPr>
        <p:spPr>
          <a:xfrm>
            <a:off x="1268884" y="6194426"/>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2</a:t>
            </a:r>
            <a:endParaRPr lang="en-US" b="1" dirty="0">
              <a:latin typeface="Arial" panose="020B0604020202020204" pitchFamily="34" charset="0"/>
              <a:cs typeface="Arial" panose="020B0604020202020204" pitchFamily="34" charset="0"/>
            </a:endParaRPr>
          </a:p>
        </p:txBody>
      </p:sp>
      <p:sp>
        <p:nvSpPr>
          <p:cNvPr id="81" name="Rectangle 80">
            <a:extLst>
              <a:ext uri="{FF2B5EF4-FFF2-40B4-BE49-F238E27FC236}">
                <a16:creationId xmlns:a16="http://schemas.microsoft.com/office/drawing/2014/main" id="{B8AE92F1-9DC1-E54E-8E18-CBCC94A5FB9F}"/>
              </a:ext>
            </a:extLst>
          </p:cNvPr>
          <p:cNvSpPr/>
          <p:nvPr/>
        </p:nvSpPr>
        <p:spPr>
          <a:xfrm>
            <a:off x="1583871" y="7806129"/>
            <a:ext cx="4511038" cy="1118533"/>
          </a:xfrm>
          <a:prstGeom prst="rect">
            <a:avLst/>
          </a:pr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a:t>
            </a:r>
            <a:endParaRPr lang="en-US" sz="2000" b="1" dirty="0">
              <a:solidFill>
                <a:schemeClr val="tx1"/>
              </a:solidFill>
              <a:latin typeface="Arial" panose="020B0604020202020204" pitchFamily="34" charset="0"/>
              <a:cs typeface="Arial" panose="020B0604020202020204" pitchFamily="34" charset="0"/>
            </a:endParaRPr>
          </a:p>
        </p:txBody>
      </p:sp>
      <p:sp>
        <p:nvSpPr>
          <p:cNvPr id="82" name="Oval 81">
            <a:extLst>
              <a:ext uri="{FF2B5EF4-FFF2-40B4-BE49-F238E27FC236}">
                <a16:creationId xmlns:a16="http://schemas.microsoft.com/office/drawing/2014/main" id="{03FD904F-B061-1F4D-9C26-EA47EA63A195}"/>
              </a:ext>
            </a:extLst>
          </p:cNvPr>
          <p:cNvSpPr/>
          <p:nvPr/>
        </p:nvSpPr>
        <p:spPr>
          <a:xfrm>
            <a:off x="1268884" y="7577010"/>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3</a:t>
            </a:r>
            <a:endParaRPr lang="en-US" b="1" dirty="0">
              <a:latin typeface="Arial" panose="020B0604020202020204" pitchFamily="34" charset="0"/>
              <a:cs typeface="Arial" panose="020B0604020202020204" pitchFamily="34" charset="0"/>
            </a:endParaRPr>
          </a:p>
        </p:txBody>
      </p:sp>
      <p:pic>
        <p:nvPicPr>
          <p:cNvPr id="83" name="Graphic 82" descr="Deciduous tree with solid fill">
            <a:extLst>
              <a:ext uri="{FF2B5EF4-FFF2-40B4-BE49-F238E27FC236}">
                <a16:creationId xmlns:a16="http://schemas.microsoft.com/office/drawing/2014/main" id="{7463EC5B-4B86-0642-BFE1-C49629B823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37743" y="3336863"/>
            <a:ext cx="1403294" cy="1403294"/>
          </a:xfrm>
          <a:prstGeom prst="rect">
            <a:avLst/>
          </a:prstGeom>
        </p:spPr>
      </p:pic>
      <p:sp>
        <p:nvSpPr>
          <p:cNvPr id="84" name="TextBox 83">
            <a:extLst>
              <a:ext uri="{FF2B5EF4-FFF2-40B4-BE49-F238E27FC236}">
                <a16:creationId xmlns:a16="http://schemas.microsoft.com/office/drawing/2014/main" id="{7E13AE9E-38E0-604F-86C0-614589CE3426}"/>
              </a:ext>
            </a:extLst>
          </p:cNvPr>
          <p:cNvSpPr txBox="1"/>
          <p:nvPr/>
        </p:nvSpPr>
        <p:spPr>
          <a:xfrm rot="16200000">
            <a:off x="219873" y="6370159"/>
            <a:ext cx="1129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DETAILS</a:t>
            </a:r>
          </a:p>
        </p:txBody>
      </p:sp>
      <p:sp>
        <p:nvSpPr>
          <p:cNvPr id="24" name="Chevron 23">
            <a:extLst>
              <a:ext uri="{FF2B5EF4-FFF2-40B4-BE49-F238E27FC236}">
                <a16:creationId xmlns:a16="http://schemas.microsoft.com/office/drawing/2014/main" id="{9609DBE8-3670-0B40-8FA1-5B76796D2938}"/>
              </a:ext>
            </a:extLst>
          </p:cNvPr>
          <p:cNvSpPr/>
          <p:nvPr/>
        </p:nvSpPr>
        <p:spPr>
          <a:xfrm>
            <a:off x="4477299" y="1933765"/>
            <a:ext cx="3484517"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25" name="Pentagon 24">
            <a:extLst>
              <a:ext uri="{FF2B5EF4-FFF2-40B4-BE49-F238E27FC236}">
                <a16:creationId xmlns:a16="http://schemas.microsoft.com/office/drawing/2014/main" id="{A0B4342A-F137-C240-A173-9C2B2E005A4A}"/>
              </a:ext>
            </a:extLst>
          </p:cNvPr>
          <p:cNvSpPr/>
          <p:nvPr/>
        </p:nvSpPr>
        <p:spPr>
          <a:xfrm>
            <a:off x="1596939" y="1933765"/>
            <a:ext cx="3203665"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26" name="Chevron 25">
            <a:extLst>
              <a:ext uri="{FF2B5EF4-FFF2-40B4-BE49-F238E27FC236}">
                <a16:creationId xmlns:a16="http://schemas.microsoft.com/office/drawing/2014/main" id="{1EB606FE-3642-DB4D-84D7-D8FF596F988F}"/>
              </a:ext>
            </a:extLst>
          </p:cNvPr>
          <p:cNvSpPr/>
          <p:nvPr/>
        </p:nvSpPr>
        <p:spPr>
          <a:xfrm>
            <a:off x="768096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27" name="Chevron 26">
            <a:extLst>
              <a:ext uri="{FF2B5EF4-FFF2-40B4-BE49-F238E27FC236}">
                <a16:creationId xmlns:a16="http://schemas.microsoft.com/office/drawing/2014/main" id="{8B18CD0D-C2F7-C94D-A4B6-17C9696304DD}"/>
              </a:ext>
            </a:extLst>
          </p:cNvPr>
          <p:cNvSpPr/>
          <p:nvPr/>
        </p:nvSpPr>
        <p:spPr>
          <a:xfrm>
            <a:off x="10842176"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28" name="Chevron 27">
            <a:extLst>
              <a:ext uri="{FF2B5EF4-FFF2-40B4-BE49-F238E27FC236}">
                <a16:creationId xmlns:a16="http://schemas.microsoft.com/office/drawing/2014/main" id="{E365BA00-6DD4-7E4A-B4C4-1E2B82837FF8}"/>
              </a:ext>
            </a:extLst>
          </p:cNvPr>
          <p:cNvSpPr/>
          <p:nvPr/>
        </p:nvSpPr>
        <p:spPr>
          <a:xfrm>
            <a:off x="1399032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Tree>
    <p:extLst>
      <p:ext uri="{BB962C8B-B14F-4D97-AF65-F5344CB8AC3E}">
        <p14:creationId xmlns:p14="http://schemas.microsoft.com/office/powerpoint/2010/main" val="620319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30</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3203665"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4477299"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41" name="Chevron 40">
            <a:extLst>
              <a:ext uri="{FF2B5EF4-FFF2-40B4-BE49-F238E27FC236}">
                <a16:creationId xmlns:a16="http://schemas.microsoft.com/office/drawing/2014/main" id="{2586C1A0-78DE-ED41-8A6D-1E35D2327717}"/>
              </a:ext>
            </a:extLst>
          </p:cNvPr>
          <p:cNvSpPr/>
          <p:nvPr/>
        </p:nvSpPr>
        <p:spPr>
          <a:xfrm>
            <a:off x="7680964" y="1933765"/>
            <a:ext cx="3484517"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cxnSp>
        <p:nvCxnSpPr>
          <p:cNvPr id="9" name="Straight Arrow Connector 8">
            <a:extLst>
              <a:ext uri="{FF2B5EF4-FFF2-40B4-BE49-F238E27FC236}">
                <a16:creationId xmlns:a16="http://schemas.microsoft.com/office/drawing/2014/main" id="{D7D5F058-3A74-3E44-938E-AA693B3776C3}"/>
              </a:ext>
            </a:extLst>
          </p:cNvPr>
          <p:cNvCxnSpPr>
            <a:cxnSpLocks/>
          </p:cNvCxnSpPr>
          <p:nvPr/>
        </p:nvCxnSpPr>
        <p:spPr>
          <a:xfrm>
            <a:off x="1747157" y="4181486"/>
            <a:ext cx="9029703"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4026E6E-C11E-1741-80A3-5BC0BEC3901B}"/>
              </a:ext>
            </a:extLst>
          </p:cNvPr>
          <p:cNvSpPr/>
          <p:nvPr/>
        </p:nvSpPr>
        <p:spPr>
          <a:xfrm>
            <a:off x="15969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Google Shape;599;p11">
            <a:extLst>
              <a:ext uri="{FF2B5EF4-FFF2-40B4-BE49-F238E27FC236}">
                <a16:creationId xmlns:a16="http://schemas.microsoft.com/office/drawing/2014/main" id="{6E215364-8728-1E47-AC55-AFA6AD13A436}"/>
              </a:ext>
            </a:extLst>
          </p:cNvPr>
          <p:cNvCxnSpPr>
            <a:cxnSpLocks/>
          </p:cNvCxnSpPr>
          <p:nvPr/>
        </p:nvCxnSpPr>
        <p:spPr>
          <a:xfrm>
            <a:off x="1747157" y="36344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3" name="Google Shape;599;p11">
            <a:extLst>
              <a:ext uri="{FF2B5EF4-FFF2-40B4-BE49-F238E27FC236}">
                <a16:creationId xmlns:a16="http://schemas.microsoft.com/office/drawing/2014/main" id="{1F5DE7EF-602F-BD4B-8260-14228EFCE07A}"/>
              </a:ext>
            </a:extLst>
          </p:cNvPr>
          <p:cNvCxnSpPr>
            <a:cxnSpLocks/>
          </p:cNvCxnSpPr>
          <p:nvPr/>
        </p:nvCxnSpPr>
        <p:spPr>
          <a:xfrm>
            <a:off x="4477299" y="4345226"/>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4" name="Google Shape;599;p11">
            <a:extLst>
              <a:ext uri="{FF2B5EF4-FFF2-40B4-BE49-F238E27FC236}">
                <a16:creationId xmlns:a16="http://schemas.microsoft.com/office/drawing/2014/main" id="{3246326D-9DB4-DD48-B4E0-6ED9F24DE0B9}"/>
              </a:ext>
            </a:extLst>
          </p:cNvPr>
          <p:cNvCxnSpPr>
            <a:cxnSpLocks/>
          </p:cNvCxnSpPr>
          <p:nvPr/>
        </p:nvCxnSpPr>
        <p:spPr>
          <a:xfrm>
            <a:off x="7608033" y="368624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5" name="Google Shape;599;p11">
            <a:extLst>
              <a:ext uri="{FF2B5EF4-FFF2-40B4-BE49-F238E27FC236}">
                <a16:creationId xmlns:a16="http://schemas.microsoft.com/office/drawing/2014/main" id="{C5E4FEC5-59D7-BC43-8272-A975F5B7D832}"/>
              </a:ext>
            </a:extLst>
          </p:cNvPr>
          <p:cNvCxnSpPr>
            <a:cxnSpLocks/>
          </p:cNvCxnSpPr>
          <p:nvPr/>
        </p:nvCxnSpPr>
        <p:spPr>
          <a:xfrm>
            <a:off x="10776860" y="4307971"/>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58" name="TextBox 57">
            <a:extLst>
              <a:ext uri="{FF2B5EF4-FFF2-40B4-BE49-F238E27FC236}">
                <a16:creationId xmlns:a16="http://schemas.microsoft.com/office/drawing/2014/main" id="{5757B6A0-76D6-2547-BCB4-AF938DB8D571}"/>
              </a:ext>
            </a:extLst>
          </p:cNvPr>
          <p:cNvSpPr txBox="1"/>
          <p:nvPr/>
        </p:nvSpPr>
        <p:spPr>
          <a:xfrm>
            <a:off x="1596939" y="3207222"/>
            <a:ext cx="1082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Month 1 </a:t>
            </a:r>
          </a:p>
        </p:txBody>
      </p:sp>
      <p:sp>
        <p:nvSpPr>
          <p:cNvPr id="59" name="TextBox 58">
            <a:extLst>
              <a:ext uri="{FF2B5EF4-FFF2-40B4-BE49-F238E27FC236}">
                <a16:creationId xmlns:a16="http://schemas.microsoft.com/office/drawing/2014/main" id="{B70A9D1F-3637-D044-961E-87CAB2AE09A6}"/>
              </a:ext>
            </a:extLst>
          </p:cNvPr>
          <p:cNvSpPr txBox="1"/>
          <p:nvPr/>
        </p:nvSpPr>
        <p:spPr>
          <a:xfrm>
            <a:off x="3543303" y="4800094"/>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60" name="TextBox 59">
            <a:extLst>
              <a:ext uri="{FF2B5EF4-FFF2-40B4-BE49-F238E27FC236}">
                <a16:creationId xmlns:a16="http://schemas.microsoft.com/office/drawing/2014/main" id="{4BD57AF2-BACF-1E45-AFF7-49161E7D8ECF}"/>
              </a:ext>
            </a:extLst>
          </p:cNvPr>
          <p:cNvSpPr txBox="1"/>
          <p:nvPr/>
        </p:nvSpPr>
        <p:spPr>
          <a:xfrm>
            <a:off x="6669608" y="3201509"/>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1" name="TextBox 60">
            <a:extLst>
              <a:ext uri="{FF2B5EF4-FFF2-40B4-BE49-F238E27FC236}">
                <a16:creationId xmlns:a16="http://schemas.microsoft.com/office/drawing/2014/main" id="{D43197ED-053B-7A4F-9E20-FAAE4B8500D0}"/>
              </a:ext>
            </a:extLst>
          </p:cNvPr>
          <p:cNvSpPr txBox="1"/>
          <p:nvPr/>
        </p:nvSpPr>
        <p:spPr>
          <a:xfrm>
            <a:off x="9838435" y="4824736"/>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4" name="Rectangle 63">
            <a:extLst>
              <a:ext uri="{FF2B5EF4-FFF2-40B4-BE49-F238E27FC236}">
                <a16:creationId xmlns:a16="http://schemas.microsoft.com/office/drawing/2014/main" id="{9F771138-CB4F-5B43-861A-8F33C1251E12}"/>
              </a:ext>
            </a:extLst>
          </p:cNvPr>
          <p:cNvSpPr/>
          <p:nvPr/>
        </p:nvSpPr>
        <p:spPr>
          <a:xfrm>
            <a:off x="1596938" y="5454141"/>
            <a:ext cx="2880361"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78090DB7-4DCD-BF4F-B3CC-91A62C2223A8}"/>
              </a:ext>
            </a:extLst>
          </p:cNvPr>
          <p:cNvSpPr/>
          <p:nvPr/>
        </p:nvSpPr>
        <p:spPr>
          <a:xfrm>
            <a:off x="4720205" y="5474291"/>
            <a:ext cx="2880361" cy="25781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08127AAD-174D-FA4D-B3F9-9E0316B3AEE6}"/>
              </a:ext>
            </a:extLst>
          </p:cNvPr>
          <p:cNvSpPr/>
          <p:nvPr/>
        </p:nvSpPr>
        <p:spPr>
          <a:xfrm>
            <a:off x="7843472" y="5497607"/>
            <a:ext cx="2880361" cy="255478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pic>
        <p:nvPicPr>
          <p:cNvPr id="15" name="Graphic 14" descr="Handshake with solid fill">
            <a:extLst>
              <a:ext uri="{FF2B5EF4-FFF2-40B4-BE49-F238E27FC236}">
                <a16:creationId xmlns:a16="http://schemas.microsoft.com/office/drawing/2014/main" id="{3F84B176-EFF7-E943-83EF-96D55912C8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6634" y="8076478"/>
            <a:ext cx="1240968" cy="1240968"/>
          </a:xfrm>
          <a:prstGeom prst="rect">
            <a:avLst/>
          </a:prstGeom>
        </p:spPr>
      </p:pic>
      <p:pic>
        <p:nvPicPr>
          <p:cNvPr id="23" name="Graphic 22" descr="Deciduous tree with solid fill">
            <a:extLst>
              <a:ext uri="{FF2B5EF4-FFF2-40B4-BE49-F238E27FC236}">
                <a16:creationId xmlns:a16="http://schemas.microsoft.com/office/drawing/2014/main" id="{0FE1E0D1-7331-9D46-9DDC-5B5E78960C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03185" y="8157281"/>
            <a:ext cx="914400" cy="914400"/>
          </a:xfrm>
          <a:prstGeom prst="rect">
            <a:avLst/>
          </a:prstGeom>
        </p:spPr>
      </p:pic>
      <p:sp>
        <p:nvSpPr>
          <p:cNvPr id="47" name="Oval 46">
            <a:extLst>
              <a:ext uri="{FF2B5EF4-FFF2-40B4-BE49-F238E27FC236}">
                <a16:creationId xmlns:a16="http://schemas.microsoft.com/office/drawing/2014/main" id="{F25BE111-4847-5045-9098-34D06288AF18}"/>
              </a:ext>
            </a:extLst>
          </p:cNvPr>
          <p:cNvSpPr/>
          <p:nvPr/>
        </p:nvSpPr>
        <p:spPr>
          <a:xfrm>
            <a:off x="4320547"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0CE27EF-B9BB-A041-9401-9251B2FF94C3}"/>
              </a:ext>
            </a:extLst>
          </p:cNvPr>
          <p:cNvSpPr/>
          <p:nvPr/>
        </p:nvSpPr>
        <p:spPr>
          <a:xfrm>
            <a:off x="7452931"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78DCDFC-AAF7-5F4F-90DF-0770279531C5}"/>
              </a:ext>
            </a:extLst>
          </p:cNvPr>
          <p:cNvSpPr/>
          <p:nvPr/>
        </p:nvSpPr>
        <p:spPr>
          <a:xfrm>
            <a:off x="10620108" y="4034983"/>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FC839DC-AE77-A94E-AF56-BA4F498BE6E9}"/>
              </a:ext>
            </a:extLst>
          </p:cNvPr>
          <p:cNvSpPr/>
          <p:nvPr/>
        </p:nvSpPr>
        <p:spPr>
          <a:xfrm>
            <a:off x="1138989" y="5168940"/>
            <a:ext cx="6627446" cy="4023186"/>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Chevron 65">
            <a:extLst>
              <a:ext uri="{FF2B5EF4-FFF2-40B4-BE49-F238E27FC236}">
                <a16:creationId xmlns:a16="http://schemas.microsoft.com/office/drawing/2014/main" id="{002E028A-C88E-674B-A3F3-77C56FE01A65}"/>
              </a:ext>
            </a:extLst>
          </p:cNvPr>
          <p:cNvSpPr/>
          <p:nvPr/>
        </p:nvSpPr>
        <p:spPr>
          <a:xfrm>
            <a:off x="10842176"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67" name="Chevron 66">
            <a:extLst>
              <a:ext uri="{FF2B5EF4-FFF2-40B4-BE49-F238E27FC236}">
                <a16:creationId xmlns:a16="http://schemas.microsoft.com/office/drawing/2014/main" id="{686B0D89-B248-2048-9923-4207FEE0BAEC}"/>
              </a:ext>
            </a:extLst>
          </p:cNvPr>
          <p:cNvSpPr/>
          <p:nvPr/>
        </p:nvSpPr>
        <p:spPr>
          <a:xfrm>
            <a:off x="1399032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Tree>
    <p:extLst>
      <p:ext uri="{BB962C8B-B14F-4D97-AF65-F5344CB8AC3E}">
        <p14:creationId xmlns:p14="http://schemas.microsoft.com/office/powerpoint/2010/main" val="2636173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31</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3203665"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4477299"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41" name="Chevron 40">
            <a:extLst>
              <a:ext uri="{FF2B5EF4-FFF2-40B4-BE49-F238E27FC236}">
                <a16:creationId xmlns:a16="http://schemas.microsoft.com/office/drawing/2014/main" id="{2586C1A0-78DE-ED41-8A6D-1E35D2327717}"/>
              </a:ext>
            </a:extLst>
          </p:cNvPr>
          <p:cNvSpPr/>
          <p:nvPr/>
        </p:nvSpPr>
        <p:spPr>
          <a:xfrm>
            <a:off x="768096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42" name="Chevron 41">
            <a:extLst>
              <a:ext uri="{FF2B5EF4-FFF2-40B4-BE49-F238E27FC236}">
                <a16:creationId xmlns:a16="http://schemas.microsoft.com/office/drawing/2014/main" id="{3D88D82F-FB66-DD41-94BD-2A11F045B73A}"/>
              </a:ext>
            </a:extLst>
          </p:cNvPr>
          <p:cNvSpPr/>
          <p:nvPr/>
        </p:nvSpPr>
        <p:spPr>
          <a:xfrm>
            <a:off x="10842176" y="1933765"/>
            <a:ext cx="3484517"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cxnSp>
        <p:nvCxnSpPr>
          <p:cNvPr id="9" name="Straight Arrow Connector 8">
            <a:extLst>
              <a:ext uri="{FF2B5EF4-FFF2-40B4-BE49-F238E27FC236}">
                <a16:creationId xmlns:a16="http://schemas.microsoft.com/office/drawing/2014/main" id="{D7D5F058-3A74-3E44-938E-AA693B3776C3}"/>
              </a:ext>
            </a:extLst>
          </p:cNvPr>
          <p:cNvCxnSpPr>
            <a:cxnSpLocks/>
            <a:endCxn id="50" idx="6"/>
          </p:cNvCxnSpPr>
          <p:nvPr/>
        </p:nvCxnSpPr>
        <p:spPr>
          <a:xfrm>
            <a:off x="1747157" y="4181486"/>
            <a:ext cx="12429872" cy="29383"/>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4026E6E-C11E-1741-80A3-5BC0BEC3901B}"/>
              </a:ext>
            </a:extLst>
          </p:cNvPr>
          <p:cNvSpPr/>
          <p:nvPr/>
        </p:nvSpPr>
        <p:spPr>
          <a:xfrm>
            <a:off x="15969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Google Shape;599;p11">
            <a:extLst>
              <a:ext uri="{FF2B5EF4-FFF2-40B4-BE49-F238E27FC236}">
                <a16:creationId xmlns:a16="http://schemas.microsoft.com/office/drawing/2014/main" id="{6E215364-8728-1E47-AC55-AFA6AD13A436}"/>
              </a:ext>
            </a:extLst>
          </p:cNvPr>
          <p:cNvCxnSpPr>
            <a:cxnSpLocks/>
          </p:cNvCxnSpPr>
          <p:nvPr/>
        </p:nvCxnSpPr>
        <p:spPr>
          <a:xfrm>
            <a:off x="1747157" y="36344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3" name="Google Shape;599;p11">
            <a:extLst>
              <a:ext uri="{FF2B5EF4-FFF2-40B4-BE49-F238E27FC236}">
                <a16:creationId xmlns:a16="http://schemas.microsoft.com/office/drawing/2014/main" id="{1F5DE7EF-602F-BD4B-8260-14228EFCE07A}"/>
              </a:ext>
            </a:extLst>
          </p:cNvPr>
          <p:cNvCxnSpPr>
            <a:cxnSpLocks/>
          </p:cNvCxnSpPr>
          <p:nvPr/>
        </p:nvCxnSpPr>
        <p:spPr>
          <a:xfrm>
            <a:off x="4477299" y="4345226"/>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4" name="Google Shape;599;p11">
            <a:extLst>
              <a:ext uri="{FF2B5EF4-FFF2-40B4-BE49-F238E27FC236}">
                <a16:creationId xmlns:a16="http://schemas.microsoft.com/office/drawing/2014/main" id="{3246326D-9DB4-DD48-B4E0-6ED9F24DE0B9}"/>
              </a:ext>
            </a:extLst>
          </p:cNvPr>
          <p:cNvCxnSpPr>
            <a:cxnSpLocks/>
          </p:cNvCxnSpPr>
          <p:nvPr/>
        </p:nvCxnSpPr>
        <p:spPr>
          <a:xfrm>
            <a:off x="7608033" y="368624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5" name="Google Shape;599;p11">
            <a:extLst>
              <a:ext uri="{FF2B5EF4-FFF2-40B4-BE49-F238E27FC236}">
                <a16:creationId xmlns:a16="http://schemas.microsoft.com/office/drawing/2014/main" id="{C5E4FEC5-59D7-BC43-8272-A975F5B7D832}"/>
              </a:ext>
            </a:extLst>
          </p:cNvPr>
          <p:cNvCxnSpPr>
            <a:cxnSpLocks/>
          </p:cNvCxnSpPr>
          <p:nvPr/>
        </p:nvCxnSpPr>
        <p:spPr>
          <a:xfrm>
            <a:off x="10776860" y="4307971"/>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6" name="Google Shape;599;p11">
            <a:extLst>
              <a:ext uri="{FF2B5EF4-FFF2-40B4-BE49-F238E27FC236}">
                <a16:creationId xmlns:a16="http://schemas.microsoft.com/office/drawing/2014/main" id="{9EAB8D05-93FC-7C45-9037-5EC353A8AA5B}"/>
              </a:ext>
            </a:extLst>
          </p:cNvPr>
          <p:cNvCxnSpPr>
            <a:cxnSpLocks/>
          </p:cNvCxnSpPr>
          <p:nvPr/>
        </p:nvCxnSpPr>
        <p:spPr>
          <a:xfrm>
            <a:off x="14006653" y="368624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58" name="TextBox 57">
            <a:extLst>
              <a:ext uri="{FF2B5EF4-FFF2-40B4-BE49-F238E27FC236}">
                <a16:creationId xmlns:a16="http://schemas.microsoft.com/office/drawing/2014/main" id="{5757B6A0-76D6-2547-BCB4-AF938DB8D571}"/>
              </a:ext>
            </a:extLst>
          </p:cNvPr>
          <p:cNvSpPr txBox="1"/>
          <p:nvPr/>
        </p:nvSpPr>
        <p:spPr>
          <a:xfrm>
            <a:off x="1596939" y="3207222"/>
            <a:ext cx="1082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Month 1 </a:t>
            </a:r>
          </a:p>
        </p:txBody>
      </p:sp>
      <p:sp>
        <p:nvSpPr>
          <p:cNvPr id="59" name="TextBox 58">
            <a:extLst>
              <a:ext uri="{FF2B5EF4-FFF2-40B4-BE49-F238E27FC236}">
                <a16:creationId xmlns:a16="http://schemas.microsoft.com/office/drawing/2014/main" id="{B70A9D1F-3637-D044-961E-87CAB2AE09A6}"/>
              </a:ext>
            </a:extLst>
          </p:cNvPr>
          <p:cNvSpPr txBox="1"/>
          <p:nvPr/>
        </p:nvSpPr>
        <p:spPr>
          <a:xfrm>
            <a:off x="3543303" y="4800094"/>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60" name="TextBox 59">
            <a:extLst>
              <a:ext uri="{FF2B5EF4-FFF2-40B4-BE49-F238E27FC236}">
                <a16:creationId xmlns:a16="http://schemas.microsoft.com/office/drawing/2014/main" id="{4BD57AF2-BACF-1E45-AFF7-49161E7D8ECF}"/>
              </a:ext>
            </a:extLst>
          </p:cNvPr>
          <p:cNvSpPr txBox="1"/>
          <p:nvPr/>
        </p:nvSpPr>
        <p:spPr>
          <a:xfrm>
            <a:off x="6669608" y="3201509"/>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1" name="TextBox 60">
            <a:extLst>
              <a:ext uri="{FF2B5EF4-FFF2-40B4-BE49-F238E27FC236}">
                <a16:creationId xmlns:a16="http://schemas.microsoft.com/office/drawing/2014/main" id="{D43197ED-053B-7A4F-9E20-FAAE4B8500D0}"/>
              </a:ext>
            </a:extLst>
          </p:cNvPr>
          <p:cNvSpPr txBox="1"/>
          <p:nvPr/>
        </p:nvSpPr>
        <p:spPr>
          <a:xfrm>
            <a:off x="9838435" y="4824736"/>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2" name="TextBox 61">
            <a:extLst>
              <a:ext uri="{FF2B5EF4-FFF2-40B4-BE49-F238E27FC236}">
                <a16:creationId xmlns:a16="http://schemas.microsoft.com/office/drawing/2014/main" id="{62AC99D1-282B-5E45-BC09-DABBEDFBC7C4}"/>
              </a:ext>
            </a:extLst>
          </p:cNvPr>
          <p:cNvSpPr txBox="1"/>
          <p:nvPr/>
        </p:nvSpPr>
        <p:spPr>
          <a:xfrm>
            <a:off x="13051899" y="3207222"/>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4" name="Rectangle 63">
            <a:extLst>
              <a:ext uri="{FF2B5EF4-FFF2-40B4-BE49-F238E27FC236}">
                <a16:creationId xmlns:a16="http://schemas.microsoft.com/office/drawing/2014/main" id="{9F771138-CB4F-5B43-861A-8F33C1251E12}"/>
              </a:ext>
            </a:extLst>
          </p:cNvPr>
          <p:cNvSpPr/>
          <p:nvPr/>
        </p:nvSpPr>
        <p:spPr>
          <a:xfrm>
            <a:off x="1596938" y="5454141"/>
            <a:ext cx="2880361"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78090DB7-4DCD-BF4F-B3CC-91A62C2223A8}"/>
              </a:ext>
            </a:extLst>
          </p:cNvPr>
          <p:cNvSpPr/>
          <p:nvPr/>
        </p:nvSpPr>
        <p:spPr>
          <a:xfrm>
            <a:off x="4720205" y="5474291"/>
            <a:ext cx="2880361" cy="25781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08127AAD-174D-FA4D-B3F9-9E0316B3AEE6}"/>
              </a:ext>
            </a:extLst>
          </p:cNvPr>
          <p:cNvSpPr/>
          <p:nvPr/>
        </p:nvSpPr>
        <p:spPr>
          <a:xfrm>
            <a:off x="7843472" y="5497607"/>
            <a:ext cx="2880361" cy="255478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A1917F21-F1C6-2840-8553-A34929C1D788}"/>
              </a:ext>
            </a:extLst>
          </p:cNvPr>
          <p:cNvSpPr/>
          <p:nvPr/>
        </p:nvSpPr>
        <p:spPr>
          <a:xfrm>
            <a:off x="10983164" y="5497607"/>
            <a:ext cx="2880361" cy="255478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pic>
        <p:nvPicPr>
          <p:cNvPr id="15" name="Graphic 14" descr="Handshake with solid fill">
            <a:extLst>
              <a:ext uri="{FF2B5EF4-FFF2-40B4-BE49-F238E27FC236}">
                <a16:creationId xmlns:a16="http://schemas.microsoft.com/office/drawing/2014/main" id="{3F84B176-EFF7-E943-83EF-96D55912C8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6634" y="8076478"/>
            <a:ext cx="1240968" cy="1240968"/>
          </a:xfrm>
          <a:prstGeom prst="rect">
            <a:avLst/>
          </a:prstGeom>
        </p:spPr>
      </p:pic>
      <p:pic>
        <p:nvPicPr>
          <p:cNvPr id="23" name="Graphic 22" descr="Deciduous tree with solid fill">
            <a:extLst>
              <a:ext uri="{FF2B5EF4-FFF2-40B4-BE49-F238E27FC236}">
                <a16:creationId xmlns:a16="http://schemas.microsoft.com/office/drawing/2014/main" id="{0FE1E0D1-7331-9D46-9DDC-5B5E78960C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03185" y="8157281"/>
            <a:ext cx="914400" cy="914400"/>
          </a:xfrm>
          <a:prstGeom prst="rect">
            <a:avLst/>
          </a:prstGeom>
        </p:spPr>
      </p:pic>
      <p:sp>
        <p:nvSpPr>
          <p:cNvPr id="47" name="Oval 46">
            <a:extLst>
              <a:ext uri="{FF2B5EF4-FFF2-40B4-BE49-F238E27FC236}">
                <a16:creationId xmlns:a16="http://schemas.microsoft.com/office/drawing/2014/main" id="{F25BE111-4847-5045-9098-34D06288AF18}"/>
              </a:ext>
            </a:extLst>
          </p:cNvPr>
          <p:cNvSpPr/>
          <p:nvPr/>
        </p:nvSpPr>
        <p:spPr>
          <a:xfrm>
            <a:off x="4320547"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0CE27EF-B9BB-A041-9401-9251B2FF94C3}"/>
              </a:ext>
            </a:extLst>
          </p:cNvPr>
          <p:cNvSpPr/>
          <p:nvPr/>
        </p:nvSpPr>
        <p:spPr>
          <a:xfrm>
            <a:off x="7452931"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78DCDFC-AAF7-5F4F-90DF-0770279531C5}"/>
              </a:ext>
            </a:extLst>
          </p:cNvPr>
          <p:cNvSpPr/>
          <p:nvPr/>
        </p:nvSpPr>
        <p:spPr>
          <a:xfrm>
            <a:off x="10620108" y="4034983"/>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881F33C-5C6B-9646-A588-EA1D796F8994}"/>
              </a:ext>
            </a:extLst>
          </p:cNvPr>
          <p:cNvSpPr/>
          <p:nvPr/>
        </p:nvSpPr>
        <p:spPr>
          <a:xfrm>
            <a:off x="13863525" y="4054117"/>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8F88BD02-6918-6A4C-9622-D65ADE3E33D0}"/>
              </a:ext>
            </a:extLst>
          </p:cNvPr>
          <p:cNvSpPr/>
          <p:nvPr/>
        </p:nvSpPr>
        <p:spPr>
          <a:xfrm>
            <a:off x="1138988" y="5168940"/>
            <a:ext cx="9703187" cy="4023186"/>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Chevron 65">
            <a:extLst>
              <a:ext uri="{FF2B5EF4-FFF2-40B4-BE49-F238E27FC236}">
                <a16:creationId xmlns:a16="http://schemas.microsoft.com/office/drawing/2014/main" id="{1599B8FC-49A2-B940-9FB4-A9BC6C37124E}"/>
              </a:ext>
            </a:extLst>
          </p:cNvPr>
          <p:cNvSpPr/>
          <p:nvPr/>
        </p:nvSpPr>
        <p:spPr>
          <a:xfrm>
            <a:off x="1399032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Tree>
    <p:extLst>
      <p:ext uri="{BB962C8B-B14F-4D97-AF65-F5344CB8AC3E}">
        <p14:creationId xmlns:p14="http://schemas.microsoft.com/office/powerpoint/2010/main" val="71269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32</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3203665"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4477299"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41" name="Chevron 40">
            <a:extLst>
              <a:ext uri="{FF2B5EF4-FFF2-40B4-BE49-F238E27FC236}">
                <a16:creationId xmlns:a16="http://schemas.microsoft.com/office/drawing/2014/main" id="{2586C1A0-78DE-ED41-8A6D-1E35D2327717}"/>
              </a:ext>
            </a:extLst>
          </p:cNvPr>
          <p:cNvSpPr/>
          <p:nvPr/>
        </p:nvSpPr>
        <p:spPr>
          <a:xfrm>
            <a:off x="7680964"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3</a:t>
            </a:r>
          </a:p>
        </p:txBody>
      </p:sp>
      <p:sp>
        <p:nvSpPr>
          <p:cNvPr id="42" name="Chevron 41">
            <a:extLst>
              <a:ext uri="{FF2B5EF4-FFF2-40B4-BE49-F238E27FC236}">
                <a16:creationId xmlns:a16="http://schemas.microsoft.com/office/drawing/2014/main" id="{3D88D82F-FB66-DD41-94BD-2A11F045B73A}"/>
              </a:ext>
            </a:extLst>
          </p:cNvPr>
          <p:cNvSpPr/>
          <p:nvPr/>
        </p:nvSpPr>
        <p:spPr>
          <a:xfrm>
            <a:off x="10842176" y="1933765"/>
            <a:ext cx="3484517"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4</a:t>
            </a:r>
          </a:p>
        </p:txBody>
      </p:sp>
      <p:sp>
        <p:nvSpPr>
          <p:cNvPr id="43" name="Chevron 42">
            <a:extLst>
              <a:ext uri="{FF2B5EF4-FFF2-40B4-BE49-F238E27FC236}">
                <a16:creationId xmlns:a16="http://schemas.microsoft.com/office/drawing/2014/main" id="{E6009BBB-345C-6647-A6AC-3E7A82DC8C31}"/>
              </a:ext>
            </a:extLst>
          </p:cNvPr>
          <p:cNvSpPr/>
          <p:nvPr/>
        </p:nvSpPr>
        <p:spPr>
          <a:xfrm>
            <a:off x="13990324" y="1933765"/>
            <a:ext cx="3484517"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5</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cxnSp>
        <p:nvCxnSpPr>
          <p:cNvPr id="9" name="Straight Arrow Connector 8">
            <a:extLst>
              <a:ext uri="{FF2B5EF4-FFF2-40B4-BE49-F238E27FC236}">
                <a16:creationId xmlns:a16="http://schemas.microsoft.com/office/drawing/2014/main" id="{D7D5F058-3A74-3E44-938E-AA693B3776C3}"/>
              </a:ext>
            </a:extLst>
          </p:cNvPr>
          <p:cNvCxnSpPr>
            <a:cxnSpLocks/>
          </p:cNvCxnSpPr>
          <p:nvPr/>
        </p:nvCxnSpPr>
        <p:spPr>
          <a:xfrm>
            <a:off x="1747157" y="4181486"/>
            <a:ext cx="15845518" cy="23317"/>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4026E6E-C11E-1741-80A3-5BC0BEC3901B}"/>
              </a:ext>
            </a:extLst>
          </p:cNvPr>
          <p:cNvSpPr/>
          <p:nvPr/>
        </p:nvSpPr>
        <p:spPr>
          <a:xfrm>
            <a:off x="15969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Google Shape;599;p11">
            <a:extLst>
              <a:ext uri="{FF2B5EF4-FFF2-40B4-BE49-F238E27FC236}">
                <a16:creationId xmlns:a16="http://schemas.microsoft.com/office/drawing/2014/main" id="{6E215364-8728-1E47-AC55-AFA6AD13A436}"/>
              </a:ext>
            </a:extLst>
          </p:cNvPr>
          <p:cNvCxnSpPr>
            <a:cxnSpLocks/>
          </p:cNvCxnSpPr>
          <p:nvPr/>
        </p:nvCxnSpPr>
        <p:spPr>
          <a:xfrm>
            <a:off x="1747157" y="36344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3" name="Google Shape;599;p11">
            <a:extLst>
              <a:ext uri="{FF2B5EF4-FFF2-40B4-BE49-F238E27FC236}">
                <a16:creationId xmlns:a16="http://schemas.microsoft.com/office/drawing/2014/main" id="{1F5DE7EF-602F-BD4B-8260-14228EFCE07A}"/>
              </a:ext>
            </a:extLst>
          </p:cNvPr>
          <p:cNvCxnSpPr>
            <a:cxnSpLocks/>
          </p:cNvCxnSpPr>
          <p:nvPr/>
        </p:nvCxnSpPr>
        <p:spPr>
          <a:xfrm>
            <a:off x="4477299" y="4345226"/>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4" name="Google Shape;599;p11">
            <a:extLst>
              <a:ext uri="{FF2B5EF4-FFF2-40B4-BE49-F238E27FC236}">
                <a16:creationId xmlns:a16="http://schemas.microsoft.com/office/drawing/2014/main" id="{3246326D-9DB4-DD48-B4E0-6ED9F24DE0B9}"/>
              </a:ext>
            </a:extLst>
          </p:cNvPr>
          <p:cNvCxnSpPr>
            <a:cxnSpLocks/>
          </p:cNvCxnSpPr>
          <p:nvPr/>
        </p:nvCxnSpPr>
        <p:spPr>
          <a:xfrm>
            <a:off x="7608033" y="368624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5" name="Google Shape;599;p11">
            <a:extLst>
              <a:ext uri="{FF2B5EF4-FFF2-40B4-BE49-F238E27FC236}">
                <a16:creationId xmlns:a16="http://schemas.microsoft.com/office/drawing/2014/main" id="{C5E4FEC5-59D7-BC43-8272-A975F5B7D832}"/>
              </a:ext>
            </a:extLst>
          </p:cNvPr>
          <p:cNvCxnSpPr>
            <a:cxnSpLocks/>
          </p:cNvCxnSpPr>
          <p:nvPr/>
        </p:nvCxnSpPr>
        <p:spPr>
          <a:xfrm>
            <a:off x="10776860" y="4307971"/>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6" name="Google Shape;599;p11">
            <a:extLst>
              <a:ext uri="{FF2B5EF4-FFF2-40B4-BE49-F238E27FC236}">
                <a16:creationId xmlns:a16="http://schemas.microsoft.com/office/drawing/2014/main" id="{9EAB8D05-93FC-7C45-9037-5EC353A8AA5B}"/>
              </a:ext>
            </a:extLst>
          </p:cNvPr>
          <p:cNvCxnSpPr>
            <a:cxnSpLocks/>
          </p:cNvCxnSpPr>
          <p:nvPr/>
        </p:nvCxnSpPr>
        <p:spPr>
          <a:xfrm>
            <a:off x="14006653" y="368624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7" name="Google Shape;599;p11">
            <a:extLst>
              <a:ext uri="{FF2B5EF4-FFF2-40B4-BE49-F238E27FC236}">
                <a16:creationId xmlns:a16="http://schemas.microsoft.com/office/drawing/2014/main" id="{A0295B50-3F39-0146-A144-BC14A36ECAB4}"/>
              </a:ext>
            </a:extLst>
          </p:cNvPr>
          <p:cNvCxnSpPr>
            <a:cxnSpLocks/>
          </p:cNvCxnSpPr>
          <p:nvPr/>
        </p:nvCxnSpPr>
        <p:spPr>
          <a:xfrm>
            <a:off x="16856532" y="4324300"/>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58" name="TextBox 57">
            <a:extLst>
              <a:ext uri="{FF2B5EF4-FFF2-40B4-BE49-F238E27FC236}">
                <a16:creationId xmlns:a16="http://schemas.microsoft.com/office/drawing/2014/main" id="{5757B6A0-76D6-2547-BCB4-AF938DB8D571}"/>
              </a:ext>
            </a:extLst>
          </p:cNvPr>
          <p:cNvSpPr txBox="1"/>
          <p:nvPr/>
        </p:nvSpPr>
        <p:spPr>
          <a:xfrm>
            <a:off x="1596939" y="3207222"/>
            <a:ext cx="1082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Month 1 </a:t>
            </a:r>
          </a:p>
        </p:txBody>
      </p:sp>
      <p:sp>
        <p:nvSpPr>
          <p:cNvPr id="59" name="TextBox 58">
            <a:extLst>
              <a:ext uri="{FF2B5EF4-FFF2-40B4-BE49-F238E27FC236}">
                <a16:creationId xmlns:a16="http://schemas.microsoft.com/office/drawing/2014/main" id="{B70A9D1F-3637-D044-961E-87CAB2AE09A6}"/>
              </a:ext>
            </a:extLst>
          </p:cNvPr>
          <p:cNvSpPr txBox="1"/>
          <p:nvPr/>
        </p:nvSpPr>
        <p:spPr>
          <a:xfrm>
            <a:off x="3543303" y="4800094"/>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60" name="TextBox 59">
            <a:extLst>
              <a:ext uri="{FF2B5EF4-FFF2-40B4-BE49-F238E27FC236}">
                <a16:creationId xmlns:a16="http://schemas.microsoft.com/office/drawing/2014/main" id="{4BD57AF2-BACF-1E45-AFF7-49161E7D8ECF}"/>
              </a:ext>
            </a:extLst>
          </p:cNvPr>
          <p:cNvSpPr txBox="1"/>
          <p:nvPr/>
        </p:nvSpPr>
        <p:spPr>
          <a:xfrm>
            <a:off x="6669608" y="3201509"/>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1" name="TextBox 60">
            <a:extLst>
              <a:ext uri="{FF2B5EF4-FFF2-40B4-BE49-F238E27FC236}">
                <a16:creationId xmlns:a16="http://schemas.microsoft.com/office/drawing/2014/main" id="{D43197ED-053B-7A4F-9E20-FAAE4B8500D0}"/>
              </a:ext>
            </a:extLst>
          </p:cNvPr>
          <p:cNvSpPr txBox="1"/>
          <p:nvPr/>
        </p:nvSpPr>
        <p:spPr>
          <a:xfrm>
            <a:off x="9838435" y="4824736"/>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2" name="TextBox 61">
            <a:extLst>
              <a:ext uri="{FF2B5EF4-FFF2-40B4-BE49-F238E27FC236}">
                <a16:creationId xmlns:a16="http://schemas.microsoft.com/office/drawing/2014/main" id="{62AC99D1-282B-5E45-BC09-DABBEDFBC7C4}"/>
              </a:ext>
            </a:extLst>
          </p:cNvPr>
          <p:cNvSpPr txBox="1"/>
          <p:nvPr/>
        </p:nvSpPr>
        <p:spPr>
          <a:xfrm>
            <a:off x="13051899" y="3207222"/>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3" name="TextBox 62">
            <a:extLst>
              <a:ext uri="{FF2B5EF4-FFF2-40B4-BE49-F238E27FC236}">
                <a16:creationId xmlns:a16="http://schemas.microsoft.com/office/drawing/2014/main" id="{07E4A03C-2B5E-BC48-959D-BC6DEC106FF9}"/>
              </a:ext>
            </a:extLst>
          </p:cNvPr>
          <p:cNvSpPr txBox="1"/>
          <p:nvPr/>
        </p:nvSpPr>
        <p:spPr>
          <a:xfrm>
            <a:off x="15918107" y="4799755"/>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4" name="Rectangle 63">
            <a:extLst>
              <a:ext uri="{FF2B5EF4-FFF2-40B4-BE49-F238E27FC236}">
                <a16:creationId xmlns:a16="http://schemas.microsoft.com/office/drawing/2014/main" id="{9F771138-CB4F-5B43-861A-8F33C1251E12}"/>
              </a:ext>
            </a:extLst>
          </p:cNvPr>
          <p:cNvSpPr/>
          <p:nvPr/>
        </p:nvSpPr>
        <p:spPr>
          <a:xfrm>
            <a:off x="1596938" y="5454141"/>
            <a:ext cx="2880361" cy="259825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78090DB7-4DCD-BF4F-B3CC-91A62C2223A8}"/>
              </a:ext>
            </a:extLst>
          </p:cNvPr>
          <p:cNvSpPr/>
          <p:nvPr/>
        </p:nvSpPr>
        <p:spPr>
          <a:xfrm>
            <a:off x="4720205" y="5474291"/>
            <a:ext cx="2880361" cy="25781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08127AAD-174D-FA4D-B3F9-9E0316B3AEE6}"/>
              </a:ext>
            </a:extLst>
          </p:cNvPr>
          <p:cNvSpPr/>
          <p:nvPr/>
        </p:nvSpPr>
        <p:spPr>
          <a:xfrm>
            <a:off x="7843472" y="5497607"/>
            <a:ext cx="2880361" cy="255478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A1917F21-F1C6-2840-8553-A34929C1D788}"/>
              </a:ext>
            </a:extLst>
          </p:cNvPr>
          <p:cNvSpPr/>
          <p:nvPr/>
        </p:nvSpPr>
        <p:spPr>
          <a:xfrm>
            <a:off x="10983164" y="5497607"/>
            <a:ext cx="2880361" cy="255478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FE55456E-B85A-3A4B-B1E0-A08CEDEBACF4}"/>
              </a:ext>
            </a:extLst>
          </p:cNvPr>
          <p:cNvSpPr/>
          <p:nvPr/>
        </p:nvSpPr>
        <p:spPr>
          <a:xfrm>
            <a:off x="14124204" y="5497607"/>
            <a:ext cx="2880361" cy="2554783"/>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pic>
        <p:nvPicPr>
          <p:cNvPr id="15" name="Graphic 14" descr="Handshake with solid fill">
            <a:extLst>
              <a:ext uri="{FF2B5EF4-FFF2-40B4-BE49-F238E27FC236}">
                <a16:creationId xmlns:a16="http://schemas.microsoft.com/office/drawing/2014/main" id="{3F84B176-EFF7-E943-83EF-96D55912C8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6634" y="8076478"/>
            <a:ext cx="1240968" cy="1240968"/>
          </a:xfrm>
          <a:prstGeom prst="rect">
            <a:avLst/>
          </a:prstGeom>
        </p:spPr>
      </p:pic>
      <p:pic>
        <p:nvPicPr>
          <p:cNvPr id="23" name="Graphic 22" descr="Deciduous tree with solid fill">
            <a:extLst>
              <a:ext uri="{FF2B5EF4-FFF2-40B4-BE49-F238E27FC236}">
                <a16:creationId xmlns:a16="http://schemas.microsoft.com/office/drawing/2014/main" id="{0FE1E0D1-7331-9D46-9DDC-5B5E78960C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03185" y="8157281"/>
            <a:ext cx="914400" cy="914400"/>
          </a:xfrm>
          <a:prstGeom prst="rect">
            <a:avLst/>
          </a:prstGeom>
        </p:spPr>
      </p:pic>
      <p:sp>
        <p:nvSpPr>
          <p:cNvPr id="47" name="Oval 46">
            <a:extLst>
              <a:ext uri="{FF2B5EF4-FFF2-40B4-BE49-F238E27FC236}">
                <a16:creationId xmlns:a16="http://schemas.microsoft.com/office/drawing/2014/main" id="{F25BE111-4847-5045-9098-34D06288AF18}"/>
              </a:ext>
            </a:extLst>
          </p:cNvPr>
          <p:cNvSpPr/>
          <p:nvPr/>
        </p:nvSpPr>
        <p:spPr>
          <a:xfrm>
            <a:off x="4320547"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0CE27EF-B9BB-A041-9401-9251B2FF94C3}"/>
              </a:ext>
            </a:extLst>
          </p:cNvPr>
          <p:cNvSpPr/>
          <p:nvPr/>
        </p:nvSpPr>
        <p:spPr>
          <a:xfrm>
            <a:off x="7452931"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78DCDFC-AAF7-5F4F-90DF-0770279531C5}"/>
              </a:ext>
            </a:extLst>
          </p:cNvPr>
          <p:cNvSpPr/>
          <p:nvPr/>
        </p:nvSpPr>
        <p:spPr>
          <a:xfrm>
            <a:off x="10620108" y="4034983"/>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881F33C-5C6B-9646-A588-EA1D796F8994}"/>
              </a:ext>
            </a:extLst>
          </p:cNvPr>
          <p:cNvSpPr/>
          <p:nvPr/>
        </p:nvSpPr>
        <p:spPr>
          <a:xfrm>
            <a:off x="13863525" y="4054117"/>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6193738-B3A2-8E44-BC93-BA33A191D546}"/>
              </a:ext>
            </a:extLst>
          </p:cNvPr>
          <p:cNvSpPr/>
          <p:nvPr/>
        </p:nvSpPr>
        <p:spPr>
          <a:xfrm>
            <a:off x="16691061"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5080642-A1DD-4143-A4CD-DB3EB9951B47}"/>
              </a:ext>
            </a:extLst>
          </p:cNvPr>
          <p:cNvSpPr/>
          <p:nvPr/>
        </p:nvSpPr>
        <p:spPr>
          <a:xfrm>
            <a:off x="1138988" y="5168940"/>
            <a:ext cx="12851335" cy="4023186"/>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2929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pic>
        <p:nvPicPr>
          <p:cNvPr id="8" name="Picture 7" descr="A curved road with white markings&#10;&#10;Description automatically generated">
            <a:extLst>
              <a:ext uri="{FF2B5EF4-FFF2-40B4-BE49-F238E27FC236}">
                <a16:creationId xmlns:a16="http://schemas.microsoft.com/office/drawing/2014/main" id="{46E4CC89-CFD3-6E4C-9B35-E3CEB49CA0D7}"/>
              </a:ext>
            </a:extLst>
          </p:cNvPr>
          <p:cNvPicPr>
            <a:picLocks noChangeAspect="1"/>
          </p:cNvPicPr>
          <p:nvPr/>
        </p:nvPicPr>
        <p:blipFill rotWithShape="1">
          <a:blip r:embed="rId3">
            <a:extLst>
              <a:ext uri="{28A0092B-C50C-407E-A947-70E740481C1C}">
                <a14:useLocalDpi xmlns:a14="http://schemas.microsoft.com/office/drawing/2010/main" val="0"/>
              </a:ext>
            </a:extLst>
          </a:blip>
          <a:srcRect b="46040"/>
          <a:stretch/>
        </p:blipFill>
        <p:spPr>
          <a:xfrm>
            <a:off x="0" y="2505792"/>
            <a:ext cx="18267008" cy="4928400"/>
          </a:xfrm>
          <a:prstGeom prst="rect">
            <a:avLst/>
          </a:prstGeom>
        </p:spPr>
      </p:pic>
      <p:pic>
        <p:nvPicPr>
          <p:cNvPr id="1026" name="Picture 2" descr="Roadblock - Free security icons">
            <a:extLst>
              <a:ext uri="{FF2B5EF4-FFF2-40B4-BE49-F238E27FC236}">
                <a16:creationId xmlns:a16="http://schemas.microsoft.com/office/drawing/2014/main" id="{8F4C2619-B48C-0643-ABAB-92BAAA01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391" y="45125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oadblock - Free security icons">
            <a:extLst>
              <a:ext uri="{FF2B5EF4-FFF2-40B4-BE49-F238E27FC236}">
                <a16:creationId xmlns:a16="http://schemas.microsoft.com/office/drawing/2014/main" id="{BE74E4E7-28FB-DF45-8C22-E466F6723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212" y="53126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oadblock - Free security icons">
            <a:extLst>
              <a:ext uri="{FF2B5EF4-FFF2-40B4-BE49-F238E27FC236}">
                <a16:creationId xmlns:a16="http://schemas.microsoft.com/office/drawing/2014/main" id="{EAFF1088-1F69-114C-8529-F815908AF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773" y="4472214"/>
            <a:ext cx="1261836" cy="126183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93F5E7C-BB81-1340-B09D-00FA8C0FB1EF}"/>
              </a:ext>
            </a:extLst>
          </p:cNvPr>
          <p:cNvSpPr/>
          <p:nvPr/>
        </p:nvSpPr>
        <p:spPr>
          <a:xfrm>
            <a:off x="2438955" y="2604725"/>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1 Fixed</a:t>
            </a: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33</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Barrier Roadmap</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Roadmap Progression</a:t>
            </a: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75229B7D-070F-A94F-B538-5043E9CE7132}"/>
              </a:ext>
            </a:extLst>
          </p:cNvPr>
          <p:cNvSpPr/>
          <p:nvPr/>
        </p:nvSpPr>
        <p:spPr>
          <a:xfrm>
            <a:off x="6955776" y="717543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2</a:t>
            </a:r>
          </a:p>
        </p:txBody>
      </p:sp>
      <p:sp>
        <p:nvSpPr>
          <p:cNvPr id="60" name="Rectangle 59">
            <a:extLst>
              <a:ext uri="{FF2B5EF4-FFF2-40B4-BE49-F238E27FC236}">
                <a16:creationId xmlns:a16="http://schemas.microsoft.com/office/drawing/2014/main" id="{C0B46C6C-14BE-7141-991E-2E84AC6BC372}"/>
              </a:ext>
            </a:extLst>
          </p:cNvPr>
          <p:cNvSpPr/>
          <p:nvPr/>
        </p:nvSpPr>
        <p:spPr>
          <a:xfrm>
            <a:off x="11478339" y="271184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3</a:t>
            </a:r>
          </a:p>
        </p:txBody>
      </p:sp>
    </p:spTree>
    <p:extLst>
      <p:ext uri="{BB962C8B-B14F-4D97-AF65-F5344CB8AC3E}">
        <p14:creationId xmlns:p14="http://schemas.microsoft.com/office/powerpoint/2010/main" val="2929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34</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28AEC565-9A45-E54C-8DAB-A25D68D85AA3}"/>
              </a:ext>
            </a:extLst>
          </p:cNvPr>
          <p:cNvSpPr>
            <a:spLocks noGrp="1"/>
          </p:cNvSpPr>
          <p:nvPr>
            <p:ph type="body" sz="quarter" idx="13"/>
          </p:nvPr>
        </p:nvSpPr>
        <p:spPr/>
        <p:txBody>
          <a:bodyPr/>
          <a:lstStyle/>
          <a:p>
            <a:endParaRPr lang="en-US">
              <a:latin typeface="Arial" panose="020B0604020202020204" pitchFamily="34" charset="0"/>
              <a:cs typeface="Arial" panose="020B0604020202020204" pitchFamily="34" charset="0"/>
            </a:endParaRPr>
          </a:p>
        </p:txBody>
      </p:sp>
      <p:sp>
        <p:nvSpPr>
          <p:cNvPr id="11" name="Text Placeholder 10">
            <a:extLst>
              <a:ext uri="{FF2B5EF4-FFF2-40B4-BE49-F238E27FC236}">
                <a16:creationId xmlns:a16="http://schemas.microsoft.com/office/drawing/2014/main" id="{5408592E-F774-FA42-81BE-DA72BD7FE1D6}"/>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Insights</a:t>
            </a:r>
          </a:p>
        </p:txBody>
      </p:sp>
      <p:sp>
        <p:nvSpPr>
          <p:cNvPr id="12" name="Text Placeholder 11">
            <a:extLst>
              <a:ext uri="{FF2B5EF4-FFF2-40B4-BE49-F238E27FC236}">
                <a16:creationId xmlns:a16="http://schemas.microsoft.com/office/drawing/2014/main" id="{5D791F72-16E1-6646-95C7-B9382653B8D7}"/>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cxnSp>
        <p:nvCxnSpPr>
          <p:cNvPr id="14" name="Straight Connector 13">
            <a:extLst>
              <a:ext uri="{FF2B5EF4-FFF2-40B4-BE49-F238E27FC236}">
                <a16:creationId xmlns:a16="http://schemas.microsoft.com/office/drawing/2014/main" id="{D0192757-5803-1148-AB80-C2FEFC9523CA}"/>
              </a:ext>
            </a:extLst>
          </p:cNvPr>
          <p:cNvCxnSpPr>
            <a:cxnSpLocks/>
          </p:cNvCxnSpPr>
          <p:nvPr/>
        </p:nvCxnSpPr>
        <p:spPr>
          <a:xfrm>
            <a:off x="517337" y="2359478"/>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6827C6-B644-6C4E-A226-658770328DD3}"/>
              </a:ext>
            </a:extLst>
          </p:cNvPr>
          <p:cNvCxnSpPr>
            <a:cxnSpLocks/>
          </p:cNvCxnSpPr>
          <p:nvPr/>
        </p:nvCxnSpPr>
        <p:spPr>
          <a:xfrm>
            <a:off x="9974083" y="2359300"/>
            <a:ext cx="77330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Google Shape;599;p11">
            <a:extLst>
              <a:ext uri="{FF2B5EF4-FFF2-40B4-BE49-F238E27FC236}">
                <a16:creationId xmlns:a16="http://schemas.microsoft.com/office/drawing/2014/main" id="{054F7EE0-E84E-0E42-91C6-33AAFD8F4F26}"/>
              </a:ext>
            </a:extLst>
          </p:cNvPr>
          <p:cNvCxnSpPr>
            <a:cxnSpLocks/>
          </p:cNvCxnSpPr>
          <p:nvPr/>
        </p:nvCxnSpPr>
        <p:spPr>
          <a:xfrm>
            <a:off x="9163050" y="2333893"/>
            <a:ext cx="0" cy="5382490"/>
          </a:xfrm>
          <a:prstGeom prst="straightConnector1">
            <a:avLst/>
          </a:prstGeom>
          <a:noFill/>
          <a:ln w="38100" cap="flat" cmpd="sng">
            <a:solidFill>
              <a:schemeClr val="bg1">
                <a:lumMod val="65000"/>
              </a:schemeClr>
            </a:solidFill>
            <a:prstDash val="dash"/>
            <a:round/>
            <a:headEnd type="none" w="sm" len="sm"/>
            <a:tailEnd type="none" w="sm" len="sm"/>
          </a:ln>
        </p:spPr>
      </p:cxnSp>
      <p:sp>
        <p:nvSpPr>
          <p:cNvPr id="21" name="Oval 20">
            <a:extLst>
              <a:ext uri="{FF2B5EF4-FFF2-40B4-BE49-F238E27FC236}">
                <a16:creationId xmlns:a16="http://schemas.microsoft.com/office/drawing/2014/main" id="{F8C951AE-177C-3343-A9E2-51623929C88E}"/>
              </a:ext>
            </a:extLst>
          </p:cNvPr>
          <p:cNvSpPr/>
          <p:nvPr/>
        </p:nvSpPr>
        <p:spPr>
          <a:xfrm>
            <a:off x="8889275" y="4871313"/>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19" name="Graphic 18" descr="Caret Left with solid fill">
            <a:extLst>
              <a:ext uri="{FF2B5EF4-FFF2-40B4-BE49-F238E27FC236}">
                <a16:creationId xmlns:a16="http://schemas.microsoft.com/office/drawing/2014/main" id="{7AC4B6AB-2D78-7446-B21A-854A05A93F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8860199" y="4811120"/>
            <a:ext cx="664757" cy="664757"/>
          </a:xfrm>
          <a:prstGeom prst="rect">
            <a:avLst/>
          </a:prstGeom>
        </p:spPr>
      </p:pic>
      <p:sp>
        <p:nvSpPr>
          <p:cNvPr id="40" name="TextBox 37">
            <a:extLst>
              <a:ext uri="{FF2B5EF4-FFF2-40B4-BE49-F238E27FC236}">
                <a16:creationId xmlns:a16="http://schemas.microsoft.com/office/drawing/2014/main" id="{47BC724E-A2AD-ED41-B8F6-C93D6EC836BA}"/>
              </a:ext>
            </a:extLst>
          </p:cNvPr>
          <p:cNvSpPr txBox="1"/>
          <p:nvPr/>
        </p:nvSpPr>
        <p:spPr>
          <a:xfrm>
            <a:off x="9996208" y="1992402"/>
            <a:ext cx="7710919" cy="322204"/>
          </a:xfrm>
          <a:prstGeom prst="rect">
            <a:avLst/>
          </a:prstGeom>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41" name="TextBox 37">
            <a:extLst>
              <a:ext uri="{FF2B5EF4-FFF2-40B4-BE49-F238E27FC236}">
                <a16:creationId xmlns:a16="http://schemas.microsoft.com/office/drawing/2014/main" id="{FDDD8712-9B74-7445-9DC8-099BE9E60CEB}"/>
              </a:ext>
            </a:extLst>
          </p:cNvPr>
          <p:cNvSpPr txBox="1"/>
          <p:nvPr/>
        </p:nvSpPr>
        <p:spPr>
          <a:xfrm>
            <a:off x="539462" y="1992003"/>
            <a:ext cx="7710919" cy="322204"/>
          </a:xfrm>
          <a:prstGeom prst="rect">
            <a:avLst/>
          </a:prstGeom>
          <a:ln w="12700">
            <a:noFill/>
          </a:ln>
        </p:spPr>
        <p:txBody>
          <a:bodyPr wrap="square" lIns="0" tIns="0" rIns="0" bIns="0" rtlCol="0" anchor="t">
            <a:spAutoFit/>
          </a:bodyPr>
          <a:lstStyle/>
          <a:p>
            <a:pPr>
              <a:lnSpc>
                <a:spcPts val="2515"/>
              </a:lnSpc>
            </a:pPr>
            <a:r>
              <a:rPr lang="en-US" sz="2400" b="1" spc="51" dirty="0">
                <a:latin typeface="Arial" panose="020B0604020202020204" pitchFamily="34" charset="0"/>
                <a:ea typeface="Arial Unicode MS" panose="020B0604020202020204" pitchFamily="34" charset="-128"/>
                <a:cs typeface="Arial" panose="020B0604020202020204" pitchFamily="34" charset="0"/>
              </a:rPr>
              <a:t>Title</a:t>
            </a:r>
            <a:endParaRPr lang="en-US" sz="2800" b="1" spc="51" dirty="0">
              <a:latin typeface="Arial" panose="020B0604020202020204" pitchFamily="34" charset="0"/>
              <a:ea typeface="Arial Unicode MS" panose="020B0604020202020204" pitchFamily="34" charset="-128"/>
              <a:cs typeface="Arial" panose="020B0604020202020204" pitchFamily="34" charset="0"/>
            </a:endParaRPr>
          </a:p>
        </p:txBody>
      </p:sp>
      <p:sp>
        <p:nvSpPr>
          <p:cNvPr id="15" name="Rectangle 14">
            <a:extLst>
              <a:ext uri="{FF2B5EF4-FFF2-40B4-BE49-F238E27FC236}">
                <a16:creationId xmlns:a16="http://schemas.microsoft.com/office/drawing/2014/main" id="{395AF6BE-B61A-C74B-8581-000C6D6C51EE}"/>
              </a:ext>
            </a:extLst>
          </p:cNvPr>
          <p:cNvSpPr/>
          <p:nvPr/>
        </p:nvSpPr>
        <p:spPr>
          <a:xfrm>
            <a:off x="1684421" y="2753849"/>
            <a:ext cx="6565961" cy="2267329"/>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Stat 1</a:t>
            </a:r>
            <a:endParaRPr lang="en-US" sz="2000" b="1" dirty="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8208885D-87E3-9440-A7AB-C415766FBF1B}"/>
              </a:ext>
            </a:extLst>
          </p:cNvPr>
          <p:cNvSpPr/>
          <p:nvPr/>
        </p:nvSpPr>
        <p:spPr>
          <a:xfrm>
            <a:off x="1684421" y="5386177"/>
            <a:ext cx="6565962" cy="2267329"/>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Stat 2</a:t>
            </a:r>
            <a:endParaRPr lang="en-US" sz="2000" b="1" dirty="0">
              <a:solidFill>
                <a:schemeClr val="tx1"/>
              </a:solidFill>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6CC96872-E49C-474D-B515-3BCC21A4E37A}"/>
              </a:ext>
            </a:extLst>
          </p:cNvPr>
          <p:cNvSpPr/>
          <p:nvPr/>
        </p:nvSpPr>
        <p:spPr>
          <a:xfrm>
            <a:off x="517338" y="2896226"/>
            <a:ext cx="2033185" cy="2033185"/>
          </a:xfrm>
          <a:prstGeom prst="ellipse">
            <a:avLst/>
          </a:prstGeom>
          <a:solidFill>
            <a:schemeClr val="bg1"/>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8" name="Graphic 27" descr="Handshake with solid fill">
            <a:extLst>
              <a:ext uri="{FF2B5EF4-FFF2-40B4-BE49-F238E27FC236}">
                <a16:creationId xmlns:a16="http://schemas.microsoft.com/office/drawing/2014/main" id="{66CE4C32-8B40-4A4E-B6D7-0C5DFDD1E9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730" y="3237953"/>
            <a:ext cx="1511607" cy="1511607"/>
          </a:xfrm>
          <a:prstGeom prst="rect">
            <a:avLst/>
          </a:prstGeom>
        </p:spPr>
      </p:pic>
      <p:sp>
        <p:nvSpPr>
          <p:cNvPr id="29" name="Oval 28">
            <a:extLst>
              <a:ext uri="{FF2B5EF4-FFF2-40B4-BE49-F238E27FC236}">
                <a16:creationId xmlns:a16="http://schemas.microsoft.com/office/drawing/2014/main" id="{8E1A2F8D-1330-6E4D-B5C3-BDA02B9C54D4}"/>
              </a:ext>
            </a:extLst>
          </p:cNvPr>
          <p:cNvSpPr/>
          <p:nvPr/>
        </p:nvSpPr>
        <p:spPr>
          <a:xfrm>
            <a:off x="580872" y="5503248"/>
            <a:ext cx="2033185" cy="2033185"/>
          </a:xfrm>
          <a:prstGeom prst="ellipse">
            <a:avLst/>
          </a:prstGeom>
          <a:solidFill>
            <a:schemeClr val="bg1"/>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7A32F1CC-3A8D-414E-9FF0-27F5237A32ED}"/>
              </a:ext>
            </a:extLst>
          </p:cNvPr>
          <p:cNvSpPr/>
          <p:nvPr/>
        </p:nvSpPr>
        <p:spPr>
          <a:xfrm>
            <a:off x="11141166" y="2771372"/>
            <a:ext cx="6565961" cy="2267329"/>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Stat 1</a:t>
            </a:r>
            <a:endParaRPr lang="en-US" sz="2000" b="1" dirty="0">
              <a:solidFill>
                <a:schemeClr val="tx1"/>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24C5CF5E-F6A5-EB4D-8E2D-0658E39B452D}"/>
              </a:ext>
            </a:extLst>
          </p:cNvPr>
          <p:cNvSpPr/>
          <p:nvPr/>
        </p:nvSpPr>
        <p:spPr>
          <a:xfrm>
            <a:off x="11141166" y="5403700"/>
            <a:ext cx="6565962" cy="2267329"/>
          </a:xfrm>
          <a:prstGeom prst="rect">
            <a:avLst/>
          </a:prstGeom>
          <a:solidFill>
            <a:srgbClr val="D9D9D9"/>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rgbClr val="191919"/>
                </a:solidFill>
                <a:latin typeface="Arial" panose="020B0604020202020204" pitchFamily="34" charset="0"/>
                <a:cs typeface="Arial" panose="020B0604020202020204" pitchFamily="34" charset="0"/>
              </a:rPr>
              <a:t>Stat 2</a:t>
            </a:r>
            <a:endParaRPr lang="en-US" sz="2000" b="1" dirty="0">
              <a:solidFill>
                <a:schemeClr val="tx1"/>
              </a:solidFill>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A04FE553-4B33-6D48-B301-FDDB519A5801}"/>
              </a:ext>
            </a:extLst>
          </p:cNvPr>
          <p:cNvSpPr/>
          <p:nvPr/>
        </p:nvSpPr>
        <p:spPr>
          <a:xfrm>
            <a:off x="9974083" y="2913749"/>
            <a:ext cx="2033185" cy="2033185"/>
          </a:xfrm>
          <a:prstGeom prst="ellipse">
            <a:avLst/>
          </a:prstGeom>
          <a:solidFill>
            <a:schemeClr val="bg1"/>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33" name="Graphic 32" descr="Handshake with solid fill">
            <a:extLst>
              <a:ext uri="{FF2B5EF4-FFF2-40B4-BE49-F238E27FC236}">
                <a16:creationId xmlns:a16="http://schemas.microsoft.com/office/drawing/2014/main" id="{BE45BA14-3334-2D4C-B58B-D784F9FDF4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48475" y="3255476"/>
            <a:ext cx="1511607" cy="1511607"/>
          </a:xfrm>
          <a:prstGeom prst="rect">
            <a:avLst/>
          </a:prstGeom>
        </p:spPr>
      </p:pic>
      <p:sp>
        <p:nvSpPr>
          <p:cNvPr id="34" name="Oval 33">
            <a:extLst>
              <a:ext uri="{FF2B5EF4-FFF2-40B4-BE49-F238E27FC236}">
                <a16:creationId xmlns:a16="http://schemas.microsoft.com/office/drawing/2014/main" id="{5734F1B6-8E2A-7E49-8FFB-1DC6A15B7CC6}"/>
              </a:ext>
            </a:extLst>
          </p:cNvPr>
          <p:cNvSpPr/>
          <p:nvPr/>
        </p:nvSpPr>
        <p:spPr>
          <a:xfrm>
            <a:off x="10037617" y="5520771"/>
            <a:ext cx="2033185" cy="2033185"/>
          </a:xfrm>
          <a:prstGeom prst="ellipse">
            <a:avLst/>
          </a:prstGeom>
          <a:solidFill>
            <a:schemeClr val="bg1"/>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4317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35</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930439" y="2607534"/>
            <a:ext cx="4251157" cy="793394"/>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9047747"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5" name="Rectangle 64">
            <a:extLst>
              <a:ext uri="{FF2B5EF4-FFF2-40B4-BE49-F238E27FC236}">
                <a16:creationId xmlns:a16="http://schemas.microsoft.com/office/drawing/2014/main" id="{83EA63E6-27A5-4143-8DB9-E6CE1E5D6354}"/>
              </a:ext>
            </a:extLst>
          </p:cNvPr>
          <p:cNvSpPr/>
          <p:nvPr/>
        </p:nvSpPr>
        <p:spPr>
          <a:xfrm>
            <a:off x="930441" y="1857885"/>
            <a:ext cx="16427118"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Implementation Name</a:t>
            </a:r>
          </a:p>
        </p:txBody>
      </p:sp>
      <p:sp>
        <p:nvSpPr>
          <p:cNvPr id="74" name="Chevron 73">
            <a:extLst>
              <a:ext uri="{FF2B5EF4-FFF2-40B4-BE49-F238E27FC236}">
                <a16:creationId xmlns:a16="http://schemas.microsoft.com/office/drawing/2014/main" id="{8E6C30F6-E572-4A41-84B2-0959EEA66EC7}"/>
              </a:ext>
            </a:extLst>
          </p:cNvPr>
          <p:cNvSpPr/>
          <p:nvPr/>
        </p:nvSpPr>
        <p:spPr>
          <a:xfrm>
            <a:off x="4989093"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5" name="Chevron 74">
            <a:extLst>
              <a:ext uri="{FF2B5EF4-FFF2-40B4-BE49-F238E27FC236}">
                <a16:creationId xmlns:a16="http://schemas.microsoft.com/office/drawing/2014/main" id="{FBC88110-FAF6-3742-93C8-6650C882F911}"/>
              </a:ext>
            </a:extLst>
          </p:cNvPr>
          <p:cNvSpPr/>
          <p:nvPr/>
        </p:nvSpPr>
        <p:spPr>
          <a:xfrm>
            <a:off x="13106401"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7" name="Rectangle 76">
            <a:extLst>
              <a:ext uri="{FF2B5EF4-FFF2-40B4-BE49-F238E27FC236}">
                <a16:creationId xmlns:a16="http://schemas.microsoft.com/office/drawing/2014/main" id="{3E285BC0-069D-5648-991C-8785C071AAE2}"/>
              </a:ext>
            </a:extLst>
          </p:cNvPr>
          <p:cNvSpPr/>
          <p:nvPr/>
        </p:nvSpPr>
        <p:spPr>
          <a:xfrm>
            <a:off x="12361749" y="3568289"/>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Reasoning</a:t>
            </a:r>
            <a:endParaRPr lang="en-US" b="1" dirty="0">
              <a:solidFill>
                <a:schemeClr val="bg1"/>
              </a:solidFill>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0A6866CC-BC08-C34A-B067-CB242B320BA5}"/>
              </a:ext>
            </a:extLst>
          </p:cNvPr>
          <p:cNvSpPr/>
          <p:nvPr/>
        </p:nvSpPr>
        <p:spPr>
          <a:xfrm>
            <a:off x="7188170" y="3568288"/>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Key Actions</a:t>
            </a:r>
            <a:endParaRPr lang="en-US" b="1"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FD6C614-98F2-8E42-A2DE-77B41FF2200B}"/>
              </a:ext>
            </a:extLst>
          </p:cNvPr>
          <p:cNvSpPr txBox="1"/>
          <p:nvPr/>
        </p:nvSpPr>
        <p:spPr>
          <a:xfrm>
            <a:off x="3015916" y="5855368"/>
            <a:ext cx="85151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 </a:t>
            </a:r>
          </a:p>
        </p:txBody>
      </p:sp>
      <p:sp>
        <p:nvSpPr>
          <p:cNvPr id="79" name="Rectangle 78">
            <a:extLst>
              <a:ext uri="{FF2B5EF4-FFF2-40B4-BE49-F238E27FC236}">
                <a16:creationId xmlns:a16="http://schemas.microsoft.com/office/drawing/2014/main" id="{F9D48AF5-0EC1-A745-8EC0-678D5BE41B24}"/>
              </a:ext>
            </a:extLst>
          </p:cNvPr>
          <p:cNvSpPr/>
          <p:nvPr/>
        </p:nvSpPr>
        <p:spPr>
          <a:xfrm>
            <a:off x="7188170" y="447706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0" name="Rectangle 79">
            <a:extLst>
              <a:ext uri="{FF2B5EF4-FFF2-40B4-BE49-F238E27FC236}">
                <a16:creationId xmlns:a16="http://schemas.microsoft.com/office/drawing/2014/main" id="{6D2FB666-31E9-A34D-ABBF-02FF39F28FE7}"/>
              </a:ext>
            </a:extLst>
          </p:cNvPr>
          <p:cNvSpPr/>
          <p:nvPr/>
        </p:nvSpPr>
        <p:spPr>
          <a:xfrm>
            <a:off x="7188170" y="6869210"/>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BB9E408B-C7BA-1E42-AA6E-A62EE057D468}"/>
              </a:ext>
            </a:extLst>
          </p:cNvPr>
          <p:cNvSpPr/>
          <p:nvPr/>
        </p:nvSpPr>
        <p:spPr>
          <a:xfrm>
            <a:off x="12388520" y="4486342"/>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3A78725E-B250-0E4E-BFB4-69C655043159}"/>
              </a:ext>
            </a:extLst>
          </p:cNvPr>
          <p:cNvSpPr/>
          <p:nvPr/>
        </p:nvSpPr>
        <p:spPr>
          <a:xfrm>
            <a:off x="12388520" y="687849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5" name="Oval 84">
            <a:extLst>
              <a:ext uri="{FF2B5EF4-FFF2-40B4-BE49-F238E27FC236}">
                <a16:creationId xmlns:a16="http://schemas.microsoft.com/office/drawing/2014/main" id="{AB033B5E-7C9D-314D-8654-782315D2A86D}"/>
              </a:ext>
            </a:extLst>
          </p:cNvPr>
          <p:cNvSpPr/>
          <p:nvPr/>
        </p:nvSpPr>
        <p:spPr>
          <a:xfrm>
            <a:off x="6873184" y="515972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86" name="Oval 85">
            <a:extLst>
              <a:ext uri="{FF2B5EF4-FFF2-40B4-BE49-F238E27FC236}">
                <a16:creationId xmlns:a16="http://schemas.microsoft.com/office/drawing/2014/main" id="{176E9563-B4B0-F549-AE00-837E8900F678}"/>
              </a:ext>
            </a:extLst>
          </p:cNvPr>
          <p:cNvSpPr/>
          <p:nvPr/>
        </p:nvSpPr>
        <p:spPr>
          <a:xfrm>
            <a:off x="6873184" y="7548493"/>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845597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36</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930439" y="2607534"/>
            <a:ext cx="4251157" cy="793394"/>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9047747"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5" name="Rectangle 64">
            <a:extLst>
              <a:ext uri="{FF2B5EF4-FFF2-40B4-BE49-F238E27FC236}">
                <a16:creationId xmlns:a16="http://schemas.microsoft.com/office/drawing/2014/main" id="{83EA63E6-27A5-4143-8DB9-E6CE1E5D6354}"/>
              </a:ext>
            </a:extLst>
          </p:cNvPr>
          <p:cNvSpPr/>
          <p:nvPr/>
        </p:nvSpPr>
        <p:spPr>
          <a:xfrm>
            <a:off x="930441" y="1857885"/>
            <a:ext cx="16427118"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Implementation Name</a:t>
            </a:r>
          </a:p>
        </p:txBody>
      </p:sp>
      <p:sp>
        <p:nvSpPr>
          <p:cNvPr id="74" name="Chevron 73">
            <a:extLst>
              <a:ext uri="{FF2B5EF4-FFF2-40B4-BE49-F238E27FC236}">
                <a16:creationId xmlns:a16="http://schemas.microsoft.com/office/drawing/2014/main" id="{8E6C30F6-E572-4A41-84B2-0959EEA66EC7}"/>
              </a:ext>
            </a:extLst>
          </p:cNvPr>
          <p:cNvSpPr/>
          <p:nvPr/>
        </p:nvSpPr>
        <p:spPr>
          <a:xfrm>
            <a:off x="4989093" y="2607534"/>
            <a:ext cx="4251157" cy="793394"/>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5" name="Chevron 74">
            <a:extLst>
              <a:ext uri="{FF2B5EF4-FFF2-40B4-BE49-F238E27FC236}">
                <a16:creationId xmlns:a16="http://schemas.microsoft.com/office/drawing/2014/main" id="{FBC88110-FAF6-3742-93C8-6650C882F911}"/>
              </a:ext>
            </a:extLst>
          </p:cNvPr>
          <p:cNvSpPr/>
          <p:nvPr/>
        </p:nvSpPr>
        <p:spPr>
          <a:xfrm>
            <a:off x="13106401"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7" name="Rectangle 76">
            <a:extLst>
              <a:ext uri="{FF2B5EF4-FFF2-40B4-BE49-F238E27FC236}">
                <a16:creationId xmlns:a16="http://schemas.microsoft.com/office/drawing/2014/main" id="{3E285BC0-069D-5648-991C-8785C071AAE2}"/>
              </a:ext>
            </a:extLst>
          </p:cNvPr>
          <p:cNvSpPr/>
          <p:nvPr/>
        </p:nvSpPr>
        <p:spPr>
          <a:xfrm>
            <a:off x="12361749" y="3568289"/>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Reasoning</a:t>
            </a:r>
            <a:endParaRPr lang="en-US" b="1" dirty="0">
              <a:solidFill>
                <a:schemeClr val="bg1"/>
              </a:solidFill>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0A6866CC-BC08-C34A-B067-CB242B320BA5}"/>
              </a:ext>
            </a:extLst>
          </p:cNvPr>
          <p:cNvSpPr/>
          <p:nvPr/>
        </p:nvSpPr>
        <p:spPr>
          <a:xfrm>
            <a:off x="7188170" y="3568288"/>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Key Actions</a:t>
            </a:r>
            <a:endParaRPr lang="en-US" b="1"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FD6C614-98F2-8E42-A2DE-77B41FF2200B}"/>
              </a:ext>
            </a:extLst>
          </p:cNvPr>
          <p:cNvSpPr txBox="1"/>
          <p:nvPr/>
        </p:nvSpPr>
        <p:spPr>
          <a:xfrm>
            <a:off x="3015916" y="5855368"/>
            <a:ext cx="85151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 </a:t>
            </a:r>
          </a:p>
        </p:txBody>
      </p:sp>
      <p:sp>
        <p:nvSpPr>
          <p:cNvPr id="79" name="Rectangle 78">
            <a:extLst>
              <a:ext uri="{FF2B5EF4-FFF2-40B4-BE49-F238E27FC236}">
                <a16:creationId xmlns:a16="http://schemas.microsoft.com/office/drawing/2014/main" id="{F9D48AF5-0EC1-A745-8EC0-678D5BE41B24}"/>
              </a:ext>
            </a:extLst>
          </p:cNvPr>
          <p:cNvSpPr/>
          <p:nvPr/>
        </p:nvSpPr>
        <p:spPr>
          <a:xfrm>
            <a:off x="7188170" y="447706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0" name="Rectangle 79">
            <a:extLst>
              <a:ext uri="{FF2B5EF4-FFF2-40B4-BE49-F238E27FC236}">
                <a16:creationId xmlns:a16="http://schemas.microsoft.com/office/drawing/2014/main" id="{6D2FB666-31E9-A34D-ABBF-02FF39F28FE7}"/>
              </a:ext>
            </a:extLst>
          </p:cNvPr>
          <p:cNvSpPr/>
          <p:nvPr/>
        </p:nvSpPr>
        <p:spPr>
          <a:xfrm>
            <a:off x="7188170" y="6869210"/>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BB9E408B-C7BA-1E42-AA6E-A62EE057D468}"/>
              </a:ext>
            </a:extLst>
          </p:cNvPr>
          <p:cNvSpPr/>
          <p:nvPr/>
        </p:nvSpPr>
        <p:spPr>
          <a:xfrm>
            <a:off x="12388520" y="4486342"/>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3A78725E-B250-0E4E-BFB4-69C655043159}"/>
              </a:ext>
            </a:extLst>
          </p:cNvPr>
          <p:cNvSpPr/>
          <p:nvPr/>
        </p:nvSpPr>
        <p:spPr>
          <a:xfrm>
            <a:off x="12388520" y="687849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5" name="Oval 84">
            <a:extLst>
              <a:ext uri="{FF2B5EF4-FFF2-40B4-BE49-F238E27FC236}">
                <a16:creationId xmlns:a16="http://schemas.microsoft.com/office/drawing/2014/main" id="{AB033B5E-7C9D-314D-8654-782315D2A86D}"/>
              </a:ext>
            </a:extLst>
          </p:cNvPr>
          <p:cNvSpPr/>
          <p:nvPr/>
        </p:nvSpPr>
        <p:spPr>
          <a:xfrm>
            <a:off x="6873184" y="515972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86" name="Oval 85">
            <a:extLst>
              <a:ext uri="{FF2B5EF4-FFF2-40B4-BE49-F238E27FC236}">
                <a16:creationId xmlns:a16="http://schemas.microsoft.com/office/drawing/2014/main" id="{176E9563-B4B0-F549-AE00-837E8900F678}"/>
              </a:ext>
            </a:extLst>
          </p:cNvPr>
          <p:cNvSpPr/>
          <p:nvPr/>
        </p:nvSpPr>
        <p:spPr>
          <a:xfrm>
            <a:off x="6873184" y="7548493"/>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1753938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37</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930439" y="2607534"/>
            <a:ext cx="4251157" cy="793394"/>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9047747" y="2607534"/>
            <a:ext cx="4251157" cy="793394"/>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5" name="Rectangle 64">
            <a:extLst>
              <a:ext uri="{FF2B5EF4-FFF2-40B4-BE49-F238E27FC236}">
                <a16:creationId xmlns:a16="http://schemas.microsoft.com/office/drawing/2014/main" id="{83EA63E6-27A5-4143-8DB9-E6CE1E5D6354}"/>
              </a:ext>
            </a:extLst>
          </p:cNvPr>
          <p:cNvSpPr/>
          <p:nvPr/>
        </p:nvSpPr>
        <p:spPr>
          <a:xfrm>
            <a:off x="930441" y="1857885"/>
            <a:ext cx="16427118"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Implementation Name</a:t>
            </a:r>
          </a:p>
        </p:txBody>
      </p:sp>
      <p:sp>
        <p:nvSpPr>
          <p:cNvPr id="74" name="Chevron 73">
            <a:extLst>
              <a:ext uri="{FF2B5EF4-FFF2-40B4-BE49-F238E27FC236}">
                <a16:creationId xmlns:a16="http://schemas.microsoft.com/office/drawing/2014/main" id="{8E6C30F6-E572-4A41-84B2-0959EEA66EC7}"/>
              </a:ext>
            </a:extLst>
          </p:cNvPr>
          <p:cNvSpPr/>
          <p:nvPr/>
        </p:nvSpPr>
        <p:spPr>
          <a:xfrm>
            <a:off x="4989093"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5" name="Chevron 74">
            <a:extLst>
              <a:ext uri="{FF2B5EF4-FFF2-40B4-BE49-F238E27FC236}">
                <a16:creationId xmlns:a16="http://schemas.microsoft.com/office/drawing/2014/main" id="{FBC88110-FAF6-3742-93C8-6650C882F911}"/>
              </a:ext>
            </a:extLst>
          </p:cNvPr>
          <p:cNvSpPr/>
          <p:nvPr/>
        </p:nvSpPr>
        <p:spPr>
          <a:xfrm>
            <a:off x="13106401"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7" name="Rectangle 76">
            <a:extLst>
              <a:ext uri="{FF2B5EF4-FFF2-40B4-BE49-F238E27FC236}">
                <a16:creationId xmlns:a16="http://schemas.microsoft.com/office/drawing/2014/main" id="{3E285BC0-069D-5648-991C-8785C071AAE2}"/>
              </a:ext>
            </a:extLst>
          </p:cNvPr>
          <p:cNvSpPr/>
          <p:nvPr/>
        </p:nvSpPr>
        <p:spPr>
          <a:xfrm>
            <a:off x="12361749" y="3568289"/>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Reasoning</a:t>
            </a:r>
            <a:endParaRPr lang="en-US" b="1" dirty="0">
              <a:solidFill>
                <a:schemeClr val="bg1"/>
              </a:solidFill>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0A6866CC-BC08-C34A-B067-CB242B320BA5}"/>
              </a:ext>
            </a:extLst>
          </p:cNvPr>
          <p:cNvSpPr/>
          <p:nvPr/>
        </p:nvSpPr>
        <p:spPr>
          <a:xfrm>
            <a:off x="7188170" y="3568288"/>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Key Actions</a:t>
            </a:r>
            <a:endParaRPr lang="en-US" b="1"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FD6C614-98F2-8E42-A2DE-77B41FF2200B}"/>
              </a:ext>
            </a:extLst>
          </p:cNvPr>
          <p:cNvSpPr txBox="1"/>
          <p:nvPr/>
        </p:nvSpPr>
        <p:spPr>
          <a:xfrm>
            <a:off x="3015916" y="5855368"/>
            <a:ext cx="85151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 </a:t>
            </a:r>
          </a:p>
        </p:txBody>
      </p:sp>
      <p:sp>
        <p:nvSpPr>
          <p:cNvPr id="79" name="Rectangle 78">
            <a:extLst>
              <a:ext uri="{FF2B5EF4-FFF2-40B4-BE49-F238E27FC236}">
                <a16:creationId xmlns:a16="http://schemas.microsoft.com/office/drawing/2014/main" id="{F9D48AF5-0EC1-A745-8EC0-678D5BE41B24}"/>
              </a:ext>
            </a:extLst>
          </p:cNvPr>
          <p:cNvSpPr/>
          <p:nvPr/>
        </p:nvSpPr>
        <p:spPr>
          <a:xfrm>
            <a:off x="7188170" y="447706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0" name="Rectangle 79">
            <a:extLst>
              <a:ext uri="{FF2B5EF4-FFF2-40B4-BE49-F238E27FC236}">
                <a16:creationId xmlns:a16="http://schemas.microsoft.com/office/drawing/2014/main" id="{6D2FB666-31E9-A34D-ABBF-02FF39F28FE7}"/>
              </a:ext>
            </a:extLst>
          </p:cNvPr>
          <p:cNvSpPr/>
          <p:nvPr/>
        </p:nvSpPr>
        <p:spPr>
          <a:xfrm>
            <a:off x="7188170" y="6869210"/>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BB9E408B-C7BA-1E42-AA6E-A62EE057D468}"/>
              </a:ext>
            </a:extLst>
          </p:cNvPr>
          <p:cNvSpPr/>
          <p:nvPr/>
        </p:nvSpPr>
        <p:spPr>
          <a:xfrm>
            <a:off x="12388520" y="4486342"/>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3A78725E-B250-0E4E-BFB4-69C655043159}"/>
              </a:ext>
            </a:extLst>
          </p:cNvPr>
          <p:cNvSpPr/>
          <p:nvPr/>
        </p:nvSpPr>
        <p:spPr>
          <a:xfrm>
            <a:off x="12388520" y="687849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5" name="Oval 84">
            <a:extLst>
              <a:ext uri="{FF2B5EF4-FFF2-40B4-BE49-F238E27FC236}">
                <a16:creationId xmlns:a16="http://schemas.microsoft.com/office/drawing/2014/main" id="{AB033B5E-7C9D-314D-8654-782315D2A86D}"/>
              </a:ext>
            </a:extLst>
          </p:cNvPr>
          <p:cNvSpPr/>
          <p:nvPr/>
        </p:nvSpPr>
        <p:spPr>
          <a:xfrm>
            <a:off x="6873184" y="515972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86" name="Oval 85">
            <a:extLst>
              <a:ext uri="{FF2B5EF4-FFF2-40B4-BE49-F238E27FC236}">
                <a16:creationId xmlns:a16="http://schemas.microsoft.com/office/drawing/2014/main" id="{176E9563-B4B0-F549-AE00-837E8900F678}"/>
              </a:ext>
            </a:extLst>
          </p:cNvPr>
          <p:cNvSpPr/>
          <p:nvPr/>
        </p:nvSpPr>
        <p:spPr>
          <a:xfrm>
            <a:off x="6873184" y="7548493"/>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1218683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38</a:t>
            </a:fld>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r>
              <a:rPr lang="en-US" dirty="0"/>
              <a:t>Implementation</a:t>
            </a:r>
          </a:p>
        </p:txBody>
      </p:sp>
      <p:sp>
        <p:nvSpPr>
          <p:cNvPr id="3" name="Text Placeholder 2">
            <a:extLst>
              <a:ext uri="{FF2B5EF4-FFF2-40B4-BE49-F238E27FC236}">
                <a16:creationId xmlns:a16="http://schemas.microsoft.com/office/drawing/2014/main" id="{A91F4A79-5404-754D-95C4-9A227BE2AE78}"/>
              </a:ext>
            </a:extLst>
          </p:cNvPr>
          <p:cNvSpPr>
            <a:spLocks noGrp="1"/>
          </p:cNvSpPr>
          <p:nvPr>
            <p:ph type="body" sz="quarter" idx="14"/>
          </p:nvPr>
        </p:nvSpPr>
        <p:spPr/>
        <p:txBody>
          <a:bodyPr/>
          <a:lstStyle/>
          <a:p>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r>
              <a:rPr lang="en-US" dirty="0">
                <a:latin typeface="Arial" panose="020B0604020202020204" pitchFamily="34" charset="0"/>
                <a:cs typeface="Arial" panose="020B0604020202020204" pitchFamily="34" charset="0"/>
              </a:rPr>
              <a:t>Recommendation</a:t>
            </a:r>
          </a:p>
        </p:txBody>
      </p:sp>
      <p:sp>
        <p:nvSpPr>
          <p:cNvPr id="2" name="Pentagon 1">
            <a:extLst>
              <a:ext uri="{FF2B5EF4-FFF2-40B4-BE49-F238E27FC236}">
                <a16:creationId xmlns:a16="http://schemas.microsoft.com/office/drawing/2014/main" id="{62068FCD-C691-924D-8552-9BD8161F1C73}"/>
              </a:ext>
            </a:extLst>
          </p:cNvPr>
          <p:cNvSpPr/>
          <p:nvPr/>
        </p:nvSpPr>
        <p:spPr>
          <a:xfrm>
            <a:off x="930439" y="2607534"/>
            <a:ext cx="4251157" cy="793394"/>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 name="Chevron 5">
            <a:extLst>
              <a:ext uri="{FF2B5EF4-FFF2-40B4-BE49-F238E27FC236}">
                <a16:creationId xmlns:a16="http://schemas.microsoft.com/office/drawing/2014/main" id="{5BDC8F18-9ABB-334A-BB0D-69D183D4C63B}"/>
              </a:ext>
            </a:extLst>
          </p:cNvPr>
          <p:cNvSpPr/>
          <p:nvPr/>
        </p:nvSpPr>
        <p:spPr>
          <a:xfrm>
            <a:off x="9047747"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5" name="Rectangle 64">
            <a:extLst>
              <a:ext uri="{FF2B5EF4-FFF2-40B4-BE49-F238E27FC236}">
                <a16:creationId xmlns:a16="http://schemas.microsoft.com/office/drawing/2014/main" id="{83EA63E6-27A5-4143-8DB9-E6CE1E5D6354}"/>
              </a:ext>
            </a:extLst>
          </p:cNvPr>
          <p:cNvSpPr/>
          <p:nvPr/>
        </p:nvSpPr>
        <p:spPr>
          <a:xfrm>
            <a:off x="930441" y="1857885"/>
            <a:ext cx="16427118" cy="634686"/>
          </a:xfrm>
          <a:prstGeom prst="rect">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panose="020B0604020202020204" pitchFamily="34" charset="0"/>
                <a:cs typeface="Arial" panose="020B0604020202020204" pitchFamily="34" charset="0"/>
              </a:rPr>
              <a:t>Implementation Name</a:t>
            </a:r>
          </a:p>
        </p:txBody>
      </p:sp>
      <p:sp>
        <p:nvSpPr>
          <p:cNvPr id="74" name="Chevron 73">
            <a:extLst>
              <a:ext uri="{FF2B5EF4-FFF2-40B4-BE49-F238E27FC236}">
                <a16:creationId xmlns:a16="http://schemas.microsoft.com/office/drawing/2014/main" id="{8E6C30F6-E572-4A41-84B2-0959EEA66EC7}"/>
              </a:ext>
            </a:extLst>
          </p:cNvPr>
          <p:cNvSpPr/>
          <p:nvPr/>
        </p:nvSpPr>
        <p:spPr>
          <a:xfrm>
            <a:off x="4989093" y="2607534"/>
            <a:ext cx="4251157" cy="793394"/>
          </a:xfrm>
          <a:prstGeom prst="chevron">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5" name="Chevron 74">
            <a:extLst>
              <a:ext uri="{FF2B5EF4-FFF2-40B4-BE49-F238E27FC236}">
                <a16:creationId xmlns:a16="http://schemas.microsoft.com/office/drawing/2014/main" id="{FBC88110-FAF6-3742-93C8-6650C882F911}"/>
              </a:ext>
            </a:extLst>
          </p:cNvPr>
          <p:cNvSpPr/>
          <p:nvPr/>
        </p:nvSpPr>
        <p:spPr>
          <a:xfrm>
            <a:off x="13106401" y="2607534"/>
            <a:ext cx="4251157" cy="793394"/>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77" name="Rectangle 76">
            <a:extLst>
              <a:ext uri="{FF2B5EF4-FFF2-40B4-BE49-F238E27FC236}">
                <a16:creationId xmlns:a16="http://schemas.microsoft.com/office/drawing/2014/main" id="{3E285BC0-069D-5648-991C-8785C071AAE2}"/>
              </a:ext>
            </a:extLst>
          </p:cNvPr>
          <p:cNvSpPr/>
          <p:nvPr/>
        </p:nvSpPr>
        <p:spPr>
          <a:xfrm>
            <a:off x="12361749" y="3568289"/>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Reasoning</a:t>
            </a:r>
            <a:endParaRPr lang="en-US" b="1" dirty="0">
              <a:solidFill>
                <a:schemeClr val="bg1"/>
              </a:solidFill>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0A6866CC-BC08-C34A-B067-CB242B320BA5}"/>
              </a:ext>
            </a:extLst>
          </p:cNvPr>
          <p:cNvSpPr/>
          <p:nvPr/>
        </p:nvSpPr>
        <p:spPr>
          <a:xfrm>
            <a:off x="7188170" y="3568288"/>
            <a:ext cx="4969038" cy="671099"/>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Key Actions</a:t>
            </a:r>
            <a:endParaRPr lang="en-US" b="1"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FD6C614-98F2-8E42-A2DE-77B41FF2200B}"/>
              </a:ext>
            </a:extLst>
          </p:cNvPr>
          <p:cNvSpPr txBox="1"/>
          <p:nvPr/>
        </p:nvSpPr>
        <p:spPr>
          <a:xfrm>
            <a:off x="3015916" y="5855368"/>
            <a:ext cx="85151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Photo </a:t>
            </a:r>
          </a:p>
        </p:txBody>
      </p:sp>
      <p:sp>
        <p:nvSpPr>
          <p:cNvPr id="79" name="Rectangle 78">
            <a:extLst>
              <a:ext uri="{FF2B5EF4-FFF2-40B4-BE49-F238E27FC236}">
                <a16:creationId xmlns:a16="http://schemas.microsoft.com/office/drawing/2014/main" id="{F9D48AF5-0EC1-A745-8EC0-678D5BE41B24}"/>
              </a:ext>
            </a:extLst>
          </p:cNvPr>
          <p:cNvSpPr/>
          <p:nvPr/>
        </p:nvSpPr>
        <p:spPr>
          <a:xfrm>
            <a:off x="7188170" y="447706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0" name="Rectangle 79">
            <a:extLst>
              <a:ext uri="{FF2B5EF4-FFF2-40B4-BE49-F238E27FC236}">
                <a16:creationId xmlns:a16="http://schemas.microsoft.com/office/drawing/2014/main" id="{6D2FB666-31E9-A34D-ABBF-02FF39F28FE7}"/>
              </a:ext>
            </a:extLst>
          </p:cNvPr>
          <p:cNvSpPr/>
          <p:nvPr/>
        </p:nvSpPr>
        <p:spPr>
          <a:xfrm>
            <a:off x="7188170" y="6869210"/>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BB9E408B-C7BA-1E42-AA6E-A62EE057D468}"/>
              </a:ext>
            </a:extLst>
          </p:cNvPr>
          <p:cNvSpPr/>
          <p:nvPr/>
        </p:nvSpPr>
        <p:spPr>
          <a:xfrm>
            <a:off x="12388520" y="4486342"/>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3A78725E-B250-0E4E-BFB4-69C655043159}"/>
              </a:ext>
            </a:extLst>
          </p:cNvPr>
          <p:cNvSpPr/>
          <p:nvPr/>
        </p:nvSpPr>
        <p:spPr>
          <a:xfrm>
            <a:off x="12388520" y="6878491"/>
            <a:ext cx="4969038" cy="2042179"/>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85" name="Oval 84">
            <a:extLst>
              <a:ext uri="{FF2B5EF4-FFF2-40B4-BE49-F238E27FC236}">
                <a16:creationId xmlns:a16="http://schemas.microsoft.com/office/drawing/2014/main" id="{AB033B5E-7C9D-314D-8654-782315D2A86D}"/>
              </a:ext>
            </a:extLst>
          </p:cNvPr>
          <p:cNvSpPr/>
          <p:nvPr/>
        </p:nvSpPr>
        <p:spPr>
          <a:xfrm>
            <a:off x="6873184" y="515972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86" name="Oval 85">
            <a:extLst>
              <a:ext uri="{FF2B5EF4-FFF2-40B4-BE49-F238E27FC236}">
                <a16:creationId xmlns:a16="http://schemas.microsoft.com/office/drawing/2014/main" id="{176E9563-B4B0-F549-AE00-837E8900F678}"/>
              </a:ext>
            </a:extLst>
          </p:cNvPr>
          <p:cNvSpPr/>
          <p:nvPr/>
        </p:nvSpPr>
        <p:spPr>
          <a:xfrm>
            <a:off x="6873184" y="7548493"/>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659078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pic>
        <p:nvPicPr>
          <p:cNvPr id="8" name="Picture 7" descr="A curved road with white markings&#10;&#10;Description automatically generated">
            <a:extLst>
              <a:ext uri="{FF2B5EF4-FFF2-40B4-BE49-F238E27FC236}">
                <a16:creationId xmlns:a16="http://schemas.microsoft.com/office/drawing/2014/main" id="{46E4CC89-CFD3-6E4C-9B35-E3CEB49CA0D7}"/>
              </a:ext>
            </a:extLst>
          </p:cNvPr>
          <p:cNvPicPr>
            <a:picLocks noChangeAspect="1"/>
          </p:cNvPicPr>
          <p:nvPr/>
        </p:nvPicPr>
        <p:blipFill rotWithShape="1">
          <a:blip r:embed="rId3">
            <a:extLst>
              <a:ext uri="{28A0092B-C50C-407E-A947-70E740481C1C}">
                <a14:useLocalDpi xmlns:a14="http://schemas.microsoft.com/office/drawing/2010/main" val="0"/>
              </a:ext>
            </a:extLst>
          </a:blip>
          <a:srcRect b="46040"/>
          <a:stretch/>
        </p:blipFill>
        <p:spPr>
          <a:xfrm>
            <a:off x="0" y="2505792"/>
            <a:ext cx="18267008" cy="4928400"/>
          </a:xfrm>
          <a:prstGeom prst="rect">
            <a:avLst/>
          </a:prstGeom>
        </p:spPr>
      </p:pic>
      <p:pic>
        <p:nvPicPr>
          <p:cNvPr id="1026" name="Picture 2" descr="Roadblock - Free security icons">
            <a:extLst>
              <a:ext uri="{FF2B5EF4-FFF2-40B4-BE49-F238E27FC236}">
                <a16:creationId xmlns:a16="http://schemas.microsoft.com/office/drawing/2014/main" id="{8F4C2619-B48C-0643-ABAB-92BAAA01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391" y="45125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oadblock - Free security icons">
            <a:extLst>
              <a:ext uri="{FF2B5EF4-FFF2-40B4-BE49-F238E27FC236}">
                <a16:creationId xmlns:a16="http://schemas.microsoft.com/office/drawing/2014/main" id="{BE74E4E7-28FB-DF45-8C22-E466F6723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212" y="53126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oadblock - Free security icons">
            <a:extLst>
              <a:ext uri="{FF2B5EF4-FFF2-40B4-BE49-F238E27FC236}">
                <a16:creationId xmlns:a16="http://schemas.microsoft.com/office/drawing/2014/main" id="{EAFF1088-1F69-114C-8529-F815908AF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773" y="4472214"/>
            <a:ext cx="1261836" cy="126183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93F5E7C-BB81-1340-B09D-00FA8C0FB1EF}"/>
              </a:ext>
            </a:extLst>
          </p:cNvPr>
          <p:cNvSpPr/>
          <p:nvPr/>
        </p:nvSpPr>
        <p:spPr>
          <a:xfrm>
            <a:off x="2438955" y="2604725"/>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1 Fixed</a:t>
            </a: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39</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Barrier Roadmap</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Roadmap Progression</a:t>
            </a: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75229B7D-070F-A94F-B538-5043E9CE7132}"/>
              </a:ext>
            </a:extLst>
          </p:cNvPr>
          <p:cNvSpPr/>
          <p:nvPr/>
        </p:nvSpPr>
        <p:spPr>
          <a:xfrm>
            <a:off x="6955776" y="7175438"/>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2 Fixed</a:t>
            </a:r>
          </a:p>
        </p:txBody>
      </p:sp>
      <p:sp>
        <p:nvSpPr>
          <p:cNvPr id="60" name="Rectangle 59">
            <a:extLst>
              <a:ext uri="{FF2B5EF4-FFF2-40B4-BE49-F238E27FC236}">
                <a16:creationId xmlns:a16="http://schemas.microsoft.com/office/drawing/2014/main" id="{C0B46C6C-14BE-7141-991E-2E84AC6BC372}"/>
              </a:ext>
            </a:extLst>
          </p:cNvPr>
          <p:cNvSpPr/>
          <p:nvPr/>
        </p:nvSpPr>
        <p:spPr>
          <a:xfrm>
            <a:off x="11478339" y="2711848"/>
            <a:ext cx="4370708" cy="1211540"/>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3</a:t>
            </a:r>
          </a:p>
        </p:txBody>
      </p:sp>
    </p:spTree>
    <p:extLst>
      <p:ext uri="{BB962C8B-B14F-4D97-AF65-F5344CB8AC3E}">
        <p14:creationId xmlns:p14="http://schemas.microsoft.com/office/powerpoint/2010/main" val="1511313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pic>
        <p:nvPicPr>
          <p:cNvPr id="8" name="Picture 7" descr="A curved road with white markings&#10;&#10;Description automatically generated">
            <a:extLst>
              <a:ext uri="{FF2B5EF4-FFF2-40B4-BE49-F238E27FC236}">
                <a16:creationId xmlns:a16="http://schemas.microsoft.com/office/drawing/2014/main" id="{46E4CC89-CFD3-6E4C-9B35-E3CEB49CA0D7}"/>
              </a:ext>
            </a:extLst>
          </p:cNvPr>
          <p:cNvPicPr>
            <a:picLocks noChangeAspect="1"/>
          </p:cNvPicPr>
          <p:nvPr/>
        </p:nvPicPr>
        <p:blipFill rotWithShape="1">
          <a:blip r:embed="rId3">
            <a:extLst>
              <a:ext uri="{28A0092B-C50C-407E-A947-70E740481C1C}">
                <a14:useLocalDpi xmlns:a14="http://schemas.microsoft.com/office/drawing/2010/main" val="0"/>
              </a:ext>
            </a:extLst>
          </a:blip>
          <a:srcRect b="46040"/>
          <a:stretch/>
        </p:blipFill>
        <p:spPr>
          <a:xfrm>
            <a:off x="0" y="2505792"/>
            <a:ext cx="18267008" cy="4928400"/>
          </a:xfrm>
          <a:prstGeom prst="rect">
            <a:avLst/>
          </a:prstGeom>
        </p:spPr>
      </p:pic>
      <p:pic>
        <p:nvPicPr>
          <p:cNvPr id="1026" name="Picture 2" descr="Roadblock - Free security icons">
            <a:extLst>
              <a:ext uri="{FF2B5EF4-FFF2-40B4-BE49-F238E27FC236}">
                <a16:creationId xmlns:a16="http://schemas.microsoft.com/office/drawing/2014/main" id="{8F4C2619-B48C-0643-ABAB-92BAAA01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3391" y="45125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Roadblock - Free security icons">
            <a:extLst>
              <a:ext uri="{FF2B5EF4-FFF2-40B4-BE49-F238E27FC236}">
                <a16:creationId xmlns:a16="http://schemas.microsoft.com/office/drawing/2014/main" id="{BE74E4E7-28FB-DF45-8C22-E466F6723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212" y="5312682"/>
            <a:ext cx="1261836" cy="126183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Roadblock - Free security icons">
            <a:extLst>
              <a:ext uri="{FF2B5EF4-FFF2-40B4-BE49-F238E27FC236}">
                <a16:creationId xmlns:a16="http://schemas.microsoft.com/office/drawing/2014/main" id="{EAFF1088-1F69-114C-8529-F815908AF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2773" y="4472214"/>
            <a:ext cx="1261836" cy="126183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793F5E7C-BB81-1340-B09D-00FA8C0FB1EF}"/>
              </a:ext>
            </a:extLst>
          </p:cNvPr>
          <p:cNvSpPr/>
          <p:nvPr/>
        </p:nvSpPr>
        <p:spPr>
          <a:xfrm>
            <a:off x="2438955" y="2604725"/>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1 Fixed</a:t>
            </a: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40</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Barrier Roadmap</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Roadmap Progression</a:t>
            </a:r>
          </a:p>
        </p:txBody>
      </p:sp>
      <p:sp>
        <p:nvSpPr>
          <p:cNvPr id="12" name="Text Placeholder 11">
            <a:extLst>
              <a:ext uri="{FF2B5EF4-FFF2-40B4-BE49-F238E27FC236}">
                <a16:creationId xmlns:a16="http://schemas.microsoft.com/office/drawing/2014/main" id="{771E1524-2286-81C4-0FC1-C580D0691DD2}"/>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75229B7D-070F-A94F-B538-5043E9CE7132}"/>
              </a:ext>
            </a:extLst>
          </p:cNvPr>
          <p:cNvSpPr/>
          <p:nvPr/>
        </p:nvSpPr>
        <p:spPr>
          <a:xfrm>
            <a:off x="6955776" y="7175438"/>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2 Fixed</a:t>
            </a:r>
          </a:p>
        </p:txBody>
      </p:sp>
      <p:sp>
        <p:nvSpPr>
          <p:cNvPr id="60" name="Rectangle 59">
            <a:extLst>
              <a:ext uri="{FF2B5EF4-FFF2-40B4-BE49-F238E27FC236}">
                <a16:creationId xmlns:a16="http://schemas.microsoft.com/office/drawing/2014/main" id="{C0B46C6C-14BE-7141-991E-2E84AC6BC372}"/>
              </a:ext>
            </a:extLst>
          </p:cNvPr>
          <p:cNvSpPr/>
          <p:nvPr/>
        </p:nvSpPr>
        <p:spPr>
          <a:xfrm>
            <a:off x="11478339" y="2711848"/>
            <a:ext cx="4370708" cy="1211540"/>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solidFill>
                  <a:schemeClr val="tx1"/>
                </a:solidFill>
                <a:latin typeface="Arial" panose="020B0604020202020204" pitchFamily="34" charset="0"/>
                <a:cs typeface="Arial" panose="020B0604020202020204" pitchFamily="34" charset="0"/>
              </a:rPr>
              <a:t>Roadblock 3 Fixed</a:t>
            </a:r>
          </a:p>
        </p:txBody>
      </p:sp>
    </p:spTree>
    <p:extLst>
      <p:ext uri="{BB962C8B-B14F-4D97-AF65-F5344CB8AC3E}">
        <p14:creationId xmlns:p14="http://schemas.microsoft.com/office/powerpoint/2010/main" val="2901867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41</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390D3D4E-C491-6943-8F31-A3CFF42278C1}"/>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endParaRPr lang="en-US" dirty="0"/>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endParaRPr lang="en-US" dirty="0">
              <a:latin typeface="Arial" panose="020B0604020202020204" pitchFamily="34" charset="0"/>
              <a:cs typeface="Arial" panose="020B0604020202020204" pitchFamily="34" charset="0"/>
            </a:endParaRP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5589924" cy="1021701"/>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Short-Term</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cxnSp>
        <p:nvCxnSpPr>
          <p:cNvPr id="9" name="Straight Arrow Connector 8">
            <a:extLst>
              <a:ext uri="{FF2B5EF4-FFF2-40B4-BE49-F238E27FC236}">
                <a16:creationId xmlns:a16="http://schemas.microsoft.com/office/drawing/2014/main" id="{D7D5F058-3A74-3E44-938E-AA693B3776C3}"/>
              </a:ext>
            </a:extLst>
          </p:cNvPr>
          <p:cNvCxnSpPr>
            <a:cxnSpLocks/>
            <a:stCxn id="11" idx="2"/>
            <a:endCxn id="47" idx="6"/>
          </p:cNvCxnSpPr>
          <p:nvPr/>
        </p:nvCxnSpPr>
        <p:spPr>
          <a:xfrm>
            <a:off x="1596939" y="4185671"/>
            <a:ext cx="5434604"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4026E6E-C11E-1741-80A3-5BC0BEC3901B}"/>
              </a:ext>
            </a:extLst>
          </p:cNvPr>
          <p:cNvSpPr/>
          <p:nvPr/>
        </p:nvSpPr>
        <p:spPr>
          <a:xfrm>
            <a:off x="15969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Google Shape;599;p11">
            <a:extLst>
              <a:ext uri="{FF2B5EF4-FFF2-40B4-BE49-F238E27FC236}">
                <a16:creationId xmlns:a16="http://schemas.microsoft.com/office/drawing/2014/main" id="{6E215364-8728-1E47-AC55-AFA6AD13A436}"/>
              </a:ext>
            </a:extLst>
          </p:cNvPr>
          <p:cNvCxnSpPr>
            <a:cxnSpLocks/>
          </p:cNvCxnSpPr>
          <p:nvPr/>
        </p:nvCxnSpPr>
        <p:spPr>
          <a:xfrm>
            <a:off x="1747157" y="36344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3" name="Google Shape;599;p11">
            <a:extLst>
              <a:ext uri="{FF2B5EF4-FFF2-40B4-BE49-F238E27FC236}">
                <a16:creationId xmlns:a16="http://schemas.microsoft.com/office/drawing/2014/main" id="{1F5DE7EF-602F-BD4B-8260-14228EFCE07A}"/>
              </a:ext>
            </a:extLst>
          </p:cNvPr>
          <p:cNvCxnSpPr>
            <a:cxnSpLocks/>
          </p:cNvCxnSpPr>
          <p:nvPr/>
        </p:nvCxnSpPr>
        <p:spPr>
          <a:xfrm>
            <a:off x="6870362" y="42953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58" name="TextBox 57">
            <a:extLst>
              <a:ext uri="{FF2B5EF4-FFF2-40B4-BE49-F238E27FC236}">
                <a16:creationId xmlns:a16="http://schemas.microsoft.com/office/drawing/2014/main" id="{5757B6A0-76D6-2547-BCB4-AF938DB8D571}"/>
              </a:ext>
            </a:extLst>
          </p:cNvPr>
          <p:cNvSpPr txBox="1"/>
          <p:nvPr/>
        </p:nvSpPr>
        <p:spPr>
          <a:xfrm>
            <a:off x="1596939" y="3207222"/>
            <a:ext cx="10823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Month 1 </a:t>
            </a:r>
          </a:p>
        </p:txBody>
      </p:sp>
      <p:sp>
        <p:nvSpPr>
          <p:cNvPr id="59" name="TextBox 58">
            <a:extLst>
              <a:ext uri="{FF2B5EF4-FFF2-40B4-BE49-F238E27FC236}">
                <a16:creationId xmlns:a16="http://schemas.microsoft.com/office/drawing/2014/main" id="{B70A9D1F-3637-D044-961E-87CAB2AE09A6}"/>
              </a:ext>
            </a:extLst>
          </p:cNvPr>
          <p:cNvSpPr txBox="1"/>
          <p:nvPr/>
        </p:nvSpPr>
        <p:spPr>
          <a:xfrm>
            <a:off x="5936366" y="4750222"/>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47" name="Oval 46">
            <a:extLst>
              <a:ext uri="{FF2B5EF4-FFF2-40B4-BE49-F238E27FC236}">
                <a16:creationId xmlns:a16="http://schemas.microsoft.com/office/drawing/2014/main" id="{F25BE111-4847-5045-9098-34D06288AF18}"/>
              </a:ext>
            </a:extLst>
          </p:cNvPr>
          <p:cNvSpPr/>
          <p:nvPr/>
        </p:nvSpPr>
        <p:spPr>
          <a:xfrm>
            <a:off x="67180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a:extLst>
              <a:ext uri="{FF2B5EF4-FFF2-40B4-BE49-F238E27FC236}">
                <a16:creationId xmlns:a16="http://schemas.microsoft.com/office/drawing/2014/main" id="{D4A7EDCB-ECF1-294D-818F-5378E147F79F}"/>
              </a:ext>
            </a:extLst>
          </p:cNvPr>
          <p:cNvSpPr/>
          <p:nvPr/>
        </p:nvSpPr>
        <p:spPr>
          <a:xfrm>
            <a:off x="6874791" y="1933765"/>
            <a:ext cx="5589924"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Medium-Term</a:t>
            </a:r>
          </a:p>
        </p:txBody>
      </p:sp>
      <p:sp>
        <p:nvSpPr>
          <p:cNvPr id="25" name="Chevron 24">
            <a:extLst>
              <a:ext uri="{FF2B5EF4-FFF2-40B4-BE49-F238E27FC236}">
                <a16:creationId xmlns:a16="http://schemas.microsoft.com/office/drawing/2014/main" id="{3B904385-86A1-4749-B0D9-F06051E0F3BD}"/>
              </a:ext>
            </a:extLst>
          </p:cNvPr>
          <p:cNvSpPr/>
          <p:nvPr/>
        </p:nvSpPr>
        <p:spPr>
          <a:xfrm>
            <a:off x="12166316" y="1933764"/>
            <a:ext cx="5589924"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Long-Term</a:t>
            </a:r>
          </a:p>
        </p:txBody>
      </p:sp>
      <p:sp>
        <p:nvSpPr>
          <p:cNvPr id="29" name="Rectangle 28">
            <a:extLst>
              <a:ext uri="{FF2B5EF4-FFF2-40B4-BE49-F238E27FC236}">
                <a16:creationId xmlns:a16="http://schemas.microsoft.com/office/drawing/2014/main" id="{D2E83115-EA9B-1045-939E-A6583FFF09F2}"/>
              </a:ext>
            </a:extLst>
          </p:cNvPr>
          <p:cNvSpPr/>
          <p:nvPr/>
        </p:nvSpPr>
        <p:spPr>
          <a:xfrm>
            <a:off x="1622718" y="5298047"/>
            <a:ext cx="5247644" cy="1615778"/>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82EAB690-06DA-354A-9311-E3FABAD729E9}"/>
              </a:ext>
            </a:extLst>
          </p:cNvPr>
          <p:cNvSpPr/>
          <p:nvPr/>
        </p:nvSpPr>
        <p:spPr>
          <a:xfrm>
            <a:off x="1622717" y="7197183"/>
            <a:ext cx="5247643" cy="1573647"/>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BE45EE71-3D98-A647-A208-15684306B6B4}"/>
              </a:ext>
            </a:extLst>
          </p:cNvPr>
          <p:cNvSpPr/>
          <p:nvPr/>
        </p:nvSpPr>
        <p:spPr>
          <a:xfrm>
            <a:off x="1264293" y="5786343"/>
            <a:ext cx="665292"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32" name="Oval 31">
            <a:extLst>
              <a:ext uri="{FF2B5EF4-FFF2-40B4-BE49-F238E27FC236}">
                <a16:creationId xmlns:a16="http://schemas.microsoft.com/office/drawing/2014/main" id="{ACEB2C84-31FC-794B-973E-4CC4D3097115}"/>
              </a:ext>
            </a:extLst>
          </p:cNvPr>
          <p:cNvSpPr/>
          <p:nvPr/>
        </p:nvSpPr>
        <p:spPr>
          <a:xfrm>
            <a:off x="1307731" y="765516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1804667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42</a:t>
            </a:fld>
            <a:endParaRPr lang="en-US">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8CB3D024-5493-814B-938A-CBA86B8910E3}"/>
              </a:ext>
            </a:extLst>
          </p:cNvPr>
          <p:cNvSpPr>
            <a:spLocks noGrp="1"/>
          </p:cNvSpPr>
          <p:nvPr>
            <p:ph type="body" sz="quarter" idx="14"/>
          </p:nvPr>
        </p:nvSpPr>
        <p:spPr/>
        <p:txBody>
          <a:bodyPr/>
          <a:lstStyle/>
          <a:p>
            <a:endParaRPr lang="en-US" dirty="0"/>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endParaRPr lang="en-US" dirty="0"/>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endParaRPr lang="en-US" dirty="0">
              <a:latin typeface="Arial" panose="020B0604020202020204" pitchFamily="34" charset="0"/>
              <a:cs typeface="Arial" panose="020B0604020202020204" pitchFamily="34" charset="0"/>
            </a:endParaRP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5589924"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Short-Term</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sp>
        <p:nvSpPr>
          <p:cNvPr id="24" name="Chevron 23">
            <a:extLst>
              <a:ext uri="{FF2B5EF4-FFF2-40B4-BE49-F238E27FC236}">
                <a16:creationId xmlns:a16="http://schemas.microsoft.com/office/drawing/2014/main" id="{D4A7EDCB-ECF1-294D-818F-5378E147F79F}"/>
              </a:ext>
            </a:extLst>
          </p:cNvPr>
          <p:cNvSpPr/>
          <p:nvPr/>
        </p:nvSpPr>
        <p:spPr>
          <a:xfrm>
            <a:off x="6874791" y="1933765"/>
            <a:ext cx="5589924"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Medium-Term</a:t>
            </a:r>
          </a:p>
        </p:txBody>
      </p:sp>
      <p:sp>
        <p:nvSpPr>
          <p:cNvPr id="25" name="Chevron 24">
            <a:extLst>
              <a:ext uri="{FF2B5EF4-FFF2-40B4-BE49-F238E27FC236}">
                <a16:creationId xmlns:a16="http://schemas.microsoft.com/office/drawing/2014/main" id="{3B904385-86A1-4749-B0D9-F06051E0F3BD}"/>
              </a:ext>
            </a:extLst>
          </p:cNvPr>
          <p:cNvSpPr/>
          <p:nvPr/>
        </p:nvSpPr>
        <p:spPr>
          <a:xfrm>
            <a:off x="12166316" y="1933764"/>
            <a:ext cx="5589924"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Long-Term</a:t>
            </a:r>
          </a:p>
        </p:txBody>
      </p:sp>
      <p:cxnSp>
        <p:nvCxnSpPr>
          <p:cNvPr id="54" name="Straight Arrow Connector 53">
            <a:extLst>
              <a:ext uri="{FF2B5EF4-FFF2-40B4-BE49-F238E27FC236}">
                <a16:creationId xmlns:a16="http://schemas.microsoft.com/office/drawing/2014/main" id="{B26A5D4B-E546-C146-A256-806A6418FA9F}"/>
              </a:ext>
            </a:extLst>
          </p:cNvPr>
          <p:cNvCxnSpPr>
            <a:cxnSpLocks/>
            <a:stCxn id="55" idx="2"/>
            <a:endCxn id="62" idx="2"/>
          </p:cNvCxnSpPr>
          <p:nvPr/>
        </p:nvCxnSpPr>
        <p:spPr>
          <a:xfrm flipH="1" flipV="1">
            <a:off x="6718039" y="4185671"/>
            <a:ext cx="5134773" cy="19132"/>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8607882C-495A-9D42-A41F-222E9B00765C}"/>
              </a:ext>
            </a:extLst>
          </p:cNvPr>
          <p:cNvSpPr/>
          <p:nvPr/>
        </p:nvSpPr>
        <p:spPr>
          <a:xfrm>
            <a:off x="11852812"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Google Shape;599;p11">
            <a:extLst>
              <a:ext uri="{FF2B5EF4-FFF2-40B4-BE49-F238E27FC236}">
                <a16:creationId xmlns:a16="http://schemas.microsoft.com/office/drawing/2014/main" id="{4D7B9267-3F50-5045-BBA8-4565BC9ACDD2}"/>
              </a:ext>
            </a:extLst>
          </p:cNvPr>
          <p:cNvCxnSpPr>
            <a:cxnSpLocks/>
          </p:cNvCxnSpPr>
          <p:nvPr/>
        </p:nvCxnSpPr>
        <p:spPr>
          <a:xfrm>
            <a:off x="12003030" y="3659473"/>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7" name="Google Shape;599;p11">
            <a:extLst>
              <a:ext uri="{FF2B5EF4-FFF2-40B4-BE49-F238E27FC236}">
                <a16:creationId xmlns:a16="http://schemas.microsoft.com/office/drawing/2014/main" id="{1A381639-889E-D44B-AC8B-B227EE19B2FE}"/>
              </a:ext>
            </a:extLst>
          </p:cNvPr>
          <p:cNvCxnSpPr>
            <a:cxnSpLocks/>
          </p:cNvCxnSpPr>
          <p:nvPr/>
        </p:nvCxnSpPr>
        <p:spPr>
          <a:xfrm>
            <a:off x="6870362" y="4295354"/>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60" name="TextBox 59">
            <a:extLst>
              <a:ext uri="{FF2B5EF4-FFF2-40B4-BE49-F238E27FC236}">
                <a16:creationId xmlns:a16="http://schemas.microsoft.com/office/drawing/2014/main" id="{97AD60F0-ED93-9F4A-AA6B-AB74046A5EE7}"/>
              </a:ext>
            </a:extLst>
          </p:cNvPr>
          <p:cNvSpPr txBox="1"/>
          <p:nvPr/>
        </p:nvSpPr>
        <p:spPr>
          <a:xfrm>
            <a:off x="11827762" y="3221331"/>
            <a:ext cx="338554"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a:t>
            </a:r>
          </a:p>
        </p:txBody>
      </p:sp>
      <p:sp>
        <p:nvSpPr>
          <p:cNvPr id="61" name="TextBox 60">
            <a:extLst>
              <a:ext uri="{FF2B5EF4-FFF2-40B4-BE49-F238E27FC236}">
                <a16:creationId xmlns:a16="http://schemas.microsoft.com/office/drawing/2014/main" id="{8C0FA107-BD6D-B943-A84C-109229FD39A5}"/>
              </a:ext>
            </a:extLst>
          </p:cNvPr>
          <p:cNvSpPr txBox="1"/>
          <p:nvPr/>
        </p:nvSpPr>
        <p:spPr>
          <a:xfrm>
            <a:off x="5936366" y="4750222"/>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Month 4 - 8 </a:t>
            </a:r>
          </a:p>
        </p:txBody>
      </p:sp>
      <p:sp>
        <p:nvSpPr>
          <p:cNvPr id="62" name="Oval 61">
            <a:extLst>
              <a:ext uri="{FF2B5EF4-FFF2-40B4-BE49-F238E27FC236}">
                <a16:creationId xmlns:a16="http://schemas.microsoft.com/office/drawing/2014/main" id="{E53D96E5-B2B6-6C45-9904-A2772F03560C}"/>
              </a:ext>
            </a:extLst>
          </p:cNvPr>
          <p:cNvSpPr/>
          <p:nvPr/>
        </p:nvSpPr>
        <p:spPr>
          <a:xfrm>
            <a:off x="6718039" y="4028919"/>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7558E27E-117F-DF41-9AE5-66239EB8BCE4}"/>
              </a:ext>
            </a:extLst>
          </p:cNvPr>
          <p:cNvSpPr/>
          <p:nvPr/>
        </p:nvSpPr>
        <p:spPr>
          <a:xfrm>
            <a:off x="6870361" y="5298047"/>
            <a:ext cx="5247644" cy="1615778"/>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DB441442-BDF2-6544-B490-5F8535C92A52}"/>
              </a:ext>
            </a:extLst>
          </p:cNvPr>
          <p:cNvSpPr/>
          <p:nvPr/>
        </p:nvSpPr>
        <p:spPr>
          <a:xfrm>
            <a:off x="6870360" y="7197183"/>
            <a:ext cx="5247643" cy="1573647"/>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65" name="Oval 64">
            <a:extLst>
              <a:ext uri="{FF2B5EF4-FFF2-40B4-BE49-F238E27FC236}">
                <a16:creationId xmlns:a16="http://schemas.microsoft.com/office/drawing/2014/main" id="{2934D14D-7577-BE48-B4E8-59ECD5B723D4}"/>
              </a:ext>
            </a:extLst>
          </p:cNvPr>
          <p:cNvSpPr/>
          <p:nvPr/>
        </p:nvSpPr>
        <p:spPr>
          <a:xfrm>
            <a:off x="6511936" y="5786343"/>
            <a:ext cx="665292"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66" name="Oval 65">
            <a:extLst>
              <a:ext uri="{FF2B5EF4-FFF2-40B4-BE49-F238E27FC236}">
                <a16:creationId xmlns:a16="http://schemas.microsoft.com/office/drawing/2014/main" id="{D9EFB8CF-2FDF-1348-A530-E73E41CAACC5}"/>
              </a:ext>
            </a:extLst>
          </p:cNvPr>
          <p:cNvSpPr/>
          <p:nvPr/>
        </p:nvSpPr>
        <p:spPr>
          <a:xfrm>
            <a:off x="6555374" y="7655165"/>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2585212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43</a:t>
            </a:fld>
            <a:endParaRPr lang="en-US">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742BEFBF-0946-0A4A-B46A-FD35E321B180}"/>
              </a:ext>
            </a:extLst>
          </p:cNvPr>
          <p:cNvSpPr>
            <a:spLocks noGrp="1"/>
          </p:cNvSpPr>
          <p:nvPr>
            <p:ph type="body" sz="quarter" idx="14"/>
          </p:nvPr>
        </p:nvSpPr>
        <p:spPr/>
        <p:txBody>
          <a:bodyPr/>
          <a:lstStyle/>
          <a:p>
            <a:endParaRPr lang="en-US" dirty="0"/>
          </a:p>
        </p:txBody>
      </p:sp>
      <p:sp>
        <p:nvSpPr>
          <p:cNvPr id="4" name="Text Placeholder 3">
            <a:extLst>
              <a:ext uri="{FF2B5EF4-FFF2-40B4-BE49-F238E27FC236}">
                <a16:creationId xmlns:a16="http://schemas.microsoft.com/office/drawing/2014/main" id="{BA926D0E-85E3-C841-BAEB-3C83EB26AC73}"/>
              </a:ext>
            </a:extLst>
          </p:cNvPr>
          <p:cNvSpPr>
            <a:spLocks noGrp="1"/>
          </p:cNvSpPr>
          <p:nvPr>
            <p:ph type="body" sz="quarter" idx="15"/>
          </p:nvPr>
        </p:nvSpPr>
        <p:spPr/>
        <p:txBody>
          <a:bodyPr/>
          <a:lstStyle/>
          <a:p>
            <a:endParaRPr lang="en-US" dirty="0"/>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6"/>
          </p:nvPr>
        </p:nvSpPr>
        <p:spPr/>
        <p:txBody>
          <a:bodyPr/>
          <a:lstStyle/>
          <a:p>
            <a:endParaRPr lang="en-US" dirty="0">
              <a:latin typeface="Arial" panose="020B0604020202020204" pitchFamily="34" charset="0"/>
              <a:cs typeface="Arial" panose="020B0604020202020204" pitchFamily="34" charset="0"/>
            </a:endParaRPr>
          </a:p>
        </p:txBody>
      </p:sp>
      <p:sp>
        <p:nvSpPr>
          <p:cNvPr id="2" name="Pentagon 1">
            <a:extLst>
              <a:ext uri="{FF2B5EF4-FFF2-40B4-BE49-F238E27FC236}">
                <a16:creationId xmlns:a16="http://schemas.microsoft.com/office/drawing/2014/main" id="{62068FCD-C691-924D-8552-9BD8161F1C73}"/>
              </a:ext>
            </a:extLst>
          </p:cNvPr>
          <p:cNvSpPr/>
          <p:nvPr/>
        </p:nvSpPr>
        <p:spPr>
          <a:xfrm>
            <a:off x="1596939" y="1933765"/>
            <a:ext cx="5589924" cy="1021701"/>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Short-Term</a:t>
            </a:r>
          </a:p>
        </p:txBody>
      </p:sp>
      <p:sp>
        <p:nvSpPr>
          <p:cNvPr id="44" name="TextBox 43">
            <a:extLst>
              <a:ext uri="{FF2B5EF4-FFF2-40B4-BE49-F238E27FC236}">
                <a16:creationId xmlns:a16="http://schemas.microsoft.com/office/drawing/2014/main" id="{B38824EF-E16E-EC49-AFF2-FBC8764B7A3D}"/>
              </a:ext>
            </a:extLst>
          </p:cNvPr>
          <p:cNvSpPr txBox="1"/>
          <p:nvPr/>
        </p:nvSpPr>
        <p:spPr>
          <a:xfrm rot="16200000">
            <a:off x="245785" y="2219740"/>
            <a:ext cx="94128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STEPS</a:t>
            </a:r>
          </a:p>
        </p:txBody>
      </p:sp>
      <p:sp>
        <p:nvSpPr>
          <p:cNvPr id="45" name="TextBox 44">
            <a:extLst>
              <a:ext uri="{FF2B5EF4-FFF2-40B4-BE49-F238E27FC236}">
                <a16:creationId xmlns:a16="http://schemas.microsoft.com/office/drawing/2014/main" id="{F2D5C9A7-B676-0F4F-B11B-D4DBAFA5A4C2}"/>
              </a:ext>
            </a:extLst>
          </p:cNvPr>
          <p:cNvSpPr txBox="1"/>
          <p:nvPr/>
        </p:nvSpPr>
        <p:spPr>
          <a:xfrm rot="16200000">
            <a:off x="98432" y="3973110"/>
            <a:ext cx="1249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TIMELINE</a:t>
            </a:r>
          </a:p>
        </p:txBody>
      </p:sp>
      <p:sp>
        <p:nvSpPr>
          <p:cNvPr id="46" name="TextBox 45">
            <a:extLst>
              <a:ext uri="{FF2B5EF4-FFF2-40B4-BE49-F238E27FC236}">
                <a16:creationId xmlns:a16="http://schemas.microsoft.com/office/drawing/2014/main" id="{B3DB106D-590D-1040-B819-4A0C2B5F93D5}"/>
              </a:ext>
            </a:extLst>
          </p:cNvPr>
          <p:cNvSpPr txBox="1"/>
          <p:nvPr/>
        </p:nvSpPr>
        <p:spPr>
          <a:xfrm rot="16200000">
            <a:off x="-136759" y="6601959"/>
            <a:ext cx="171944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KEY ACTIONS</a:t>
            </a:r>
          </a:p>
        </p:txBody>
      </p:sp>
      <p:sp>
        <p:nvSpPr>
          <p:cNvPr id="24" name="Chevron 23">
            <a:extLst>
              <a:ext uri="{FF2B5EF4-FFF2-40B4-BE49-F238E27FC236}">
                <a16:creationId xmlns:a16="http://schemas.microsoft.com/office/drawing/2014/main" id="{D4A7EDCB-ECF1-294D-818F-5378E147F79F}"/>
              </a:ext>
            </a:extLst>
          </p:cNvPr>
          <p:cNvSpPr/>
          <p:nvPr/>
        </p:nvSpPr>
        <p:spPr>
          <a:xfrm>
            <a:off x="6874791" y="1933765"/>
            <a:ext cx="5589924" cy="1021701"/>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Medium-Term</a:t>
            </a:r>
          </a:p>
        </p:txBody>
      </p:sp>
      <p:sp>
        <p:nvSpPr>
          <p:cNvPr id="25" name="Chevron 24">
            <a:extLst>
              <a:ext uri="{FF2B5EF4-FFF2-40B4-BE49-F238E27FC236}">
                <a16:creationId xmlns:a16="http://schemas.microsoft.com/office/drawing/2014/main" id="{3B904385-86A1-4749-B0D9-F06051E0F3BD}"/>
              </a:ext>
            </a:extLst>
          </p:cNvPr>
          <p:cNvSpPr/>
          <p:nvPr/>
        </p:nvSpPr>
        <p:spPr>
          <a:xfrm>
            <a:off x="12166316" y="1933764"/>
            <a:ext cx="5589924" cy="1021701"/>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Long-Term</a:t>
            </a:r>
          </a:p>
        </p:txBody>
      </p:sp>
      <p:cxnSp>
        <p:nvCxnSpPr>
          <p:cNvPr id="54" name="Straight Arrow Connector 53">
            <a:extLst>
              <a:ext uri="{FF2B5EF4-FFF2-40B4-BE49-F238E27FC236}">
                <a16:creationId xmlns:a16="http://schemas.microsoft.com/office/drawing/2014/main" id="{B26A5D4B-E546-C146-A256-806A6418FA9F}"/>
              </a:ext>
            </a:extLst>
          </p:cNvPr>
          <p:cNvCxnSpPr>
            <a:cxnSpLocks/>
            <a:stCxn id="55" idx="2"/>
            <a:endCxn id="62" idx="6"/>
          </p:cNvCxnSpPr>
          <p:nvPr/>
        </p:nvCxnSpPr>
        <p:spPr>
          <a:xfrm>
            <a:off x="11852812" y="4204803"/>
            <a:ext cx="5658490" cy="0"/>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8607882C-495A-9D42-A41F-222E9B00765C}"/>
              </a:ext>
            </a:extLst>
          </p:cNvPr>
          <p:cNvSpPr/>
          <p:nvPr/>
        </p:nvSpPr>
        <p:spPr>
          <a:xfrm>
            <a:off x="11852812"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Google Shape;599;p11">
            <a:extLst>
              <a:ext uri="{FF2B5EF4-FFF2-40B4-BE49-F238E27FC236}">
                <a16:creationId xmlns:a16="http://schemas.microsoft.com/office/drawing/2014/main" id="{4D7B9267-3F50-5045-BBA8-4565BC9ACDD2}"/>
              </a:ext>
            </a:extLst>
          </p:cNvPr>
          <p:cNvCxnSpPr>
            <a:cxnSpLocks/>
          </p:cNvCxnSpPr>
          <p:nvPr/>
        </p:nvCxnSpPr>
        <p:spPr>
          <a:xfrm>
            <a:off x="12003030" y="3659473"/>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cxnSp>
        <p:nvCxnSpPr>
          <p:cNvPr id="57" name="Google Shape;599;p11">
            <a:extLst>
              <a:ext uri="{FF2B5EF4-FFF2-40B4-BE49-F238E27FC236}">
                <a16:creationId xmlns:a16="http://schemas.microsoft.com/office/drawing/2014/main" id="{1A381639-889E-D44B-AC8B-B227EE19B2FE}"/>
              </a:ext>
            </a:extLst>
          </p:cNvPr>
          <p:cNvCxnSpPr>
            <a:cxnSpLocks/>
          </p:cNvCxnSpPr>
          <p:nvPr/>
        </p:nvCxnSpPr>
        <p:spPr>
          <a:xfrm>
            <a:off x="17345146" y="4327438"/>
            <a:ext cx="0" cy="413597"/>
          </a:xfrm>
          <a:prstGeom prst="straightConnector1">
            <a:avLst/>
          </a:prstGeom>
          <a:noFill/>
          <a:ln w="38100" cap="flat" cmpd="sng">
            <a:solidFill>
              <a:schemeClr val="bg1">
                <a:lumMod val="65000"/>
              </a:schemeClr>
            </a:solidFill>
            <a:prstDash val="sysDash"/>
            <a:round/>
            <a:headEnd type="none" w="sm" len="sm"/>
            <a:tailEnd type="none" w="sm" len="sm"/>
          </a:ln>
        </p:spPr>
      </p:cxnSp>
      <p:sp>
        <p:nvSpPr>
          <p:cNvPr id="60" name="TextBox 59">
            <a:extLst>
              <a:ext uri="{FF2B5EF4-FFF2-40B4-BE49-F238E27FC236}">
                <a16:creationId xmlns:a16="http://schemas.microsoft.com/office/drawing/2014/main" id="{97AD60F0-ED93-9F4A-AA6B-AB74046A5EE7}"/>
              </a:ext>
            </a:extLst>
          </p:cNvPr>
          <p:cNvSpPr txBox="1"/>
          <p:nvPr/>
        </p:nvSpPr>
        <p:spPr>
          <a:xfrm>
            <a:off x="11827762" y="3221331"/>
            <a:ext cx="338554"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a:t>
            </a:r>
          </a:p>
        </p:txBody>
      </p:sp>
      <p:sp>
        <p:nvSpPr>
          <p:cNvPr id="61" name="TextBox 60">
            <a:extLst>
              <a:ext uri="{FF2B5EF4-FFF2-40B4-BE49-F238E27FC236}">
                <a16:creationId xmlns:a16="http://schemas.microsoft.com/office/drawing/2014/main" id="{8C0FA107-BD6D-B943-A84C-109229FD39A5}"/>
              </a:ext>
            </a:extLst>
          </p:cNvPr>
          <p:cNvSpPr txBox="1"/>
          <p:nvPr/>
        </p:nvSpPr>
        <p:spPr>
          <a:xfrm>
            <a:off x="16411150" y="4782306"/>
            <a:ext cx="1876850" cy="368846"/>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t>
            </a:r>
          </a:p>
        </p:txBody>
      </p:sp>
      <p:sp>
        <p:nvSpPr>
          <p:cNvPr id="62" name="Oval 61">
            <a:extLst>
              <a:ext uri="{FF2B5EF4-FFF2-40B4-BE49-F238E27FC236}">
                <a16:creationId xmlns:a16="http://schemas.microsoft.com/office/drawing/2014/main" id="{E53D96E5-B2B6-6C45-9904-A2772F03560C}"/>
              </a:ext>
            </a:extLst>
          </p:cNvPr>
          <p:cNvSpPr/>
          <p:nvPr/>
        </p:nvSpPr>
        <p:spPr>
          <a:xfrm>
            <a:off x="17197798" y="4048051"/>
            <a:ext cx="313504" cy="313504"/>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C66F96C-0239-1C4E-9337-8895FD9D61C2}"/>
              </a:ext>
            </a:extLst>
          </p:cNvPr>
          <p:cNvSpPr/>
          <p:nvPr/>
        </p:nvSpPr>
        <p:spPr>
          <a:xfrm>
            <a:off x="12062449" y="5309301"/>
            <a:ext cx="5247644" cy="1615778"/>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A8D8FB82-C8DE-C847-B051-5D9D84377547}"/>
              </a:ext>
            </a:extLst>
          </p:cNvPr>
          <p:cNvSpPr/>
          <p:nvPr/>
        </p:nvSpPr>
        <p:spPr>
          <a:xfrm>
            <a:off x="12062448" y="7208437"/>
            <a:ext cx="5247643" cy="1573647"/>
          </a:xfrm>
          <a:prstGeom prst="rect">
            <a:avLst/>
          </a:prstGeom>
          <a:solidFill>
            <a:schemeClr val="bg1"/>
          </a:solid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700" dirty="0">
              <a:solidFill>
                <a:schemeClr val="tx1"/>
              </a:solidFill>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47AEDD46-4D48-6D4C-B160-58CAD5E0495C}"/>
              </a:ext>
            </a:extLst>
          </p:cNvPr>
          <p:cNvSpPr/>
          <p:nvPr/>
        </p:nvSpPr>
        <p:spPr>
          <a:xfrm>
            <a:off x="11704024" y="5797597"/>
            <a:ext cx="665292"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1</a:t>
            </a:r>
            <a:endParaRPr lang="en-US" b="1" dirty="0"/>
          </a:p>
        </p:txBody>
      </p:sp>
      <p:sp>
        <p:nvSpPr>
          <p:cNvPr id="30" name="Oval 29">
            <a:extLst>
              <a:ext uri="{FF2B5EF4-FFF2-40B4-BE49-F238E27FC236}">
                <a16:creationId xmlns:a16="http://schemas.microsoft.com/office/drawing/2014/main" id="{85C19C2C-68B7-2242-AA74-C1696F539411}"/>
              </a:ext>
            </a:extLst>
          </p:cNvPr>
          <p:cNvSpPr/>
          <p:nvPr/>
        </p:nvSpPr>
        <p:spPr>
          <a:xfrm>
            <a:off x="11747462" y="7666419"/>
            <a:ext cx="629971" cy="629971"/>
          </a:xfrm>
          <a:prstGeom prst="ellipse">
            <a:avLst/>
          </a:prstGeom>
          <a:solidFill>
            <a:srgbClr val="2C8BB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2</a:t>
            </a:r>
            <a:endParaRPr lang="en-US" b="1" dirty="0"/>
          </a:p>
        </p:txBody>
      </p:sp>
    </p:spTree>
    <p:extLst>
      <p:ext uri="{BB962C8B-B14F-4D97-AF65-F5344CB8AC3E}">
        <p14:creationId xmlns:p14="http://schemas.microsoft.com/office/powerpoint/2010/main" val="170246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9"/>
          <p:cNvSpPr txBox="1"/>
          <p:nvPr/>
        </p:nvSpPr>
        <p:spPr>
          <a:xfrm>
            <a:off x="1177970" y="6589220"/>
            <a:ext cx="4318189" cy="1244981"/>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nvGrpSpPr>
          <p:cNvPr id="10" name="Group 10"/>
          <p:cNvGrpSpPr/>
          <p:nvPr/>
        </p:nvGrpSpPr>
        <p:grpSpPr>
          <a:xfrm>
            <a:off x="9165324" y="1652307"/>
            <a:ext cx="7506985" cy="750698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4F4"/>
            </a:solidFill>
            <a:ln w="10477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12" name="TextBox 12"/>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4" name="Freeform 14"/>
          <p:cNvSpPr/>
          <p:nvPr/>
        </p:nvSpPr>
        <p:spPr>
          <a:xfrm>
            <a:off x="9483263" y="2937348"/>
            <a:ext cx="6754390" cy="1477404"/>
          </a:xfrm>
          <a:custGeom>
            <a:avLst/>
            <a:gdLst/>
            <a:ahLst/>
            <a:cxnLst/>
            <a:rect l="l" t="t" r="r" b="b"/>
            <a:pathLst>
              <a:path w="1916579" h="419218">
                <a:moveTo>
                  <a:pt x="0" y="0"/>
                </a:moveTo>
                <a:lnTo>
                  <a:pt x="1916579" y="0"/>
                </a:lnTo>
                <a:lnTo>
                  <a:pt x="1916579" y="419218"/>
                </a:lnTo>
                <a:lnTo>
                  <a:pt x="0" y="419218"/>
                </a:lnTo>
                <a:close/>
              </a:path>
            </a:pathLst>
          </a:custGeom>
          <a:solidFill>
            <a:srgbClr val="41B8D5"/>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solidFill>
                  <a:srgbClr val="FFFFFF"/>
                </a:solidFill>
                <a:latin typeface="Arial" panose="020B0604020202020204" pitchFamily="34" charset="0"/>
                <a:cs typeface="Arial" panose="020B0604020202020204" pitchFamily="34" charset="0"/>
              </a:rPr>
              <a:t>Value</a:t>
            </a:r>
          </a:p>
        </p:txBody>
      </p:sp>
      <p:grpSp>
        <p:nvGrpSpPr>
          <p:cNvPr id="26" name="Group 26"/>
          <p:cNvGrpSpPr/>
          <p:nvPr/>
        </p:nvGrpSpPr>
        <p:grpSpPr>
          <a:xfrm>
            <a:off x="8365833" y="2823688"/>
            <a:ext cx="1704725" cy="1704725"/>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28" name="TextBox 28"/>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29" name="Group 29"/>
          <p:cNvGrpSpPr/>
          <p:nvPr/>
        </p:nvGrpSpPr>
        <p:grpSpPr>
          <a:xfrm>
            <a:off x="15731761" y="4553438"/>
            <a:ext cx="1704725" cy="170472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1" name="TextBox 31"/>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2" name="Group 32"/>
          <p:cNvGrpSpPr/>
          <p:nvPr/>
        </p:nvGrpSpPr>
        <p:grpSpPr>
          <a:xfrm>
            <a:off x="8312961" y="6289294"/>
            <a:ext cx="1704725" cy="1704725"/>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4" name="TextBox 34"/>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38" name="TextBox 38"/>
          <p:cNvSpPr txBox="1"/>
          <p:nvPr/>
        </p:nvSpPr>
        <p:spPr>
          <a:xfrm>
            <a:off x="1397133" y="7126811"/>
            <a:ext cx="3879863" cy="375170"/>
          </a:xfrm>
          <a:prstGeom prst="rect">
            <a:avLst/>
          </a:prstGeom>
        </p:spPr>
        <p:txBody>
          <a:bodyPr lIns="0" tIns="0" rIns="0" bIns="0" rtlCol="0" anchor="t">
            <a:spAutoFit/>
          </a:bodyPr>
          <a:lstStyle/>
          <a:p>
            <a:pPr algn="ctr">
              <a:lnSpc>
                <a:spcPts val="2854"/>
              </a:lnSpc>
            </a:pPr>
            <a:r>
              <a:rPr lang="en-US" sz="2912" spc="58" dirty="0">
                <a:solidFill>
                  <a:srgbClr val="FFFFFF"/>
                </a:solidFill>
                <a:latin typeface="Arial" panose="020B0604020202020204" pitchFamily="34" charset="0"/>
                <a:cs typeface="Arial" panose="020B0604020202020204" pitchFamily="34" charset="0"/>
              </a:rPr>
              <a:t>STRATEGY 2</a:t>
            </a:r>
          </a:p>
        </p:txBody>
      </p:sp>
      <p:grpSp>
        <p:nvGrpSpPr>
          <p:cNvPr id="39" name="Group 39"/>
          <p:cNvGrpSpPr/>
          <p:nvPr/>
        </p:nvGrpSpPr>
        <p:grpSpPr>
          <a:xfrm rot="5400000">
            <a:off x="3994998" y="4985947"/>
            <a:ext cx="6524948" cy="811267"/>
            <a:chOff x="0" y="0"/>
            <a:chExt cx="580104" cy="72126"/>
          </a:xfrm>
        </p:grpSpPr>
        <p:sp>
          <p:nvSpPr>
            <p:cNvPr id="40" name="Freeform 40"/>
            <p:cNvSpPr/>
            <p:nvPr/>
          </p:nvSpPr>
          <p:spPr>
            <a:xfrm>
              <a:off x="0" y="0"/>
              <a:ext cx="580104" cy="72126"/>
            </a:xfrm>
            <a:custGeom>
              <a:avLst/>
              <a:gdLst/>
              <a:ahLst/>
              <a:cxnLst/>
              <a:rect l="l" t="t" r="r" b="b"/>
              <a:pathLst>
                <a:path w="580104" h="72126">
                  <a:moveTo>
                    <a:pt x="290052" y="0"/>
                  </a:moveTo>
                  <a:lnTo>
                    <a:pt x="580104" y="72126"/>
                  </a:lnTo>
                  <a:lnTo>
                    <a:pt x="0" y="72126"/>
                  </a:lnTo>
                  <a:lnTo>
                    <a:pt x="290052" y="0"/>
                  </a:lnTo>
                  <a:close/>
                </a:path>
              </a:pathLst>
            </a:custGeom>
            <a:solidFill>
              <a:srgbClr val="DFDDDD"/>
            </a:solidFill>
          </p:spPr>
          <p:txBody>
            <a:bodyPr/>
            <a:lstStyle/>
            <a:p>
              <a:endParaRPr lang="en-CA">
                <a:latin typeface="Arial" panose="020B0604020202020204" pitchFamily="34" charset="0"/>
                <a:cs typeface="Arial" panose="020B0604020202020204" pitchFamily="34" charset="0"/>
              </a:endParaRPr>
            </a:p>
          </p:txBody>
        </p:sp>
        <p:sp>
          <p:nvSpPr>
            <p:cNvPr id="41" name="TextBox 41"/>
            <p:cNvSpPr txBox="1"/>
            <p:nvPr/>
          </p:nvSpPr>
          <p:spPr>
            <a:xfrm>
              <a:off x="90641" y="14437"/>
              <a:ext cx="398821" cy="52537"/>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45" name="Group 45"/>
          <p:cNvGrpSpPr/>
          <p:nvPr/>
        </p:nvGrpSpPr>
        <p:grpSpPr>
          <a:xfrm>
            <a:off x="1157999" y="3104233"/>
            <a:ext cx="4318189" cy="1194178"/>
            <a:chOff x="0" y="0"/>
            <a:chExt cx="1619237" cy="447794"/>
          </a:xfrm>
        </p:grpSpPr>
        <p:sp>
          <p:nvSpPr>
            <p:cNvPr id="46" name="Freeform 46"/>
            <p:cNvSpPr/>
            <p:nvPr/>
          </p:nvSpPr>
          <p:spPr>
            <a:xfrm>
              <a:off x="0" y="0"/>
              <a:ext cx="1619237" cy="447794"/>
            </a:xfrm>
            <a:custGeom>
              <a:avLst/>
              <a:gdLst/>
              <a:ahLst/>
              <a:cxnLst/>
              <a:rect l="l" t="t" r="r" b="b"/>
              <a:pathLst>
                <a:path w="1619237" h="447794">
                  <a:moveTo>
                    <a:pt x="0" y="0"/>
                  </a:moveTo>
                  <a:lnTo>
                    <a:pt x="1619237" y="0"/>
                  </a:lnTo>
                  <a:lnTo>
                    <a:pt x="1619237" y="447794"/>
                  </a:lnTo>
                  <a:lnTo>
                    <a:pt x="0" y="447794"/>
                  </a:lnTo>
                  <a:close/>
                </a:path>
              </a:pathLst>
            </a:custGeom>
            <a:solidFill>
              <a:srgbClr val="263F6B"/>
            </a:solidFill>
          </p:spPr>
          <p:txBody>
            <a:bodyPr/>
            <a:lstStyle/>
            <a:p>
              <a:pPr algn="ctr"/>
              <a:endParaRPr lang="en-CA" sz="2400" b="1" dirty="0">
                <a:solidFill>
                  <a:srgbClr val="FFFFFF"/>
                </a:solidFill>
                <a:latin typeface="Arial" panose="020B0604020202020204" pitchFamily="34" charset="0"/>
                <a:cs typeface="Arial" panose="020B0604020202020204" pitchFamily="34" charset="0"/>
              </a:endParaRPr>
            </a:p>
            <a:p>
              <a:pPr algn="ctr"/>
              <a:r>
                <a:rPr lang="en-CA" sz="2400" b="1" dirty="0">
                  <a:solidFill>
                    <a:srgbClr val="FFFFFF"/>
                  </a:solidFill>
                  <a:latin typeface="Arial" panose="020B0604020202020204" pitchFamily="34" charset="0"/>
                  <a:cs typeface="Arial" panose="020B0604020202020204" pitchFamily="34" charset="0"/>
                </a:rPr>
                <a:t>STRATEGY 1</a:t>
              </a:r>
            </a:p>
          </p:txBody>
        </p:sp>
        <p:sp>
          <p:nvSpPr>
            <p:cNvPr id="47" name="TextBox 47"/>
            <p:cNvSpPr txBox="1"/>
            <p:nvPr/>
          </p:nvSpPr>
          <p:spPr>
            <a:xfrm>
              <a:off x="0" y="-19050"/>
              <a:ext cx="1619237" cy="466844"/>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48" name="TextBox 48"/>
          <p:cNvSpPr txBox="1"/>
          <p:nvPr/>
        </p:nvSpPr>
        <p:spPr>
          <a:xfrm>
            <a:off x="1397132" y="4648164"/>
            <a:ext cx="3879863" cy="375170"/>
          </a:xfrm>
          <a:prstGeom prst="rect">
            <a:avLst/>
          </a:prstGeom>
        </p:spPr>
        <p:txBody>
          <a:bodyPr lIns="0" tIns="0" rIns="0" bIns="0" rtlCol="0" anchor="t">
            <a:spAutoFit/>
          </a:bodyPr>
          <a:lstStyle/>
          <a:p>
            <a:pPr algn="ctr">
              <a:lnSpc>
                <a:spcPts val="2854"/>
              </a:lnSpc>
            </a:pPr>
            <a:r>
              <a:rPr lang="en-US" sz="2912" spc="58" dirty="0">
                <a:solidFill>
                  <a:srgbClr val="FFFFFF"/>
                </a:solidFill>
                <a:latin typeface="Arial" panose="020B0604020202020204" pitchFamily="34" charset="0"/>
                <a:cs typeface="Arial" panose="020B0604020202020204" pitchFamily="34" charset="0"/>
              </a:rPr>
              <a:t>STRATEGY 1</a:t>
            </a:r>
          </a:p>
        </p:txBody>
      </p:sp>
      <p:sp>
        <p:nvSpPr>
          <p:cNvPr id="25" name="Slide Number Placeholder 24">
            <a:extLst>
              <a:ext uri="{FF2B5EF4-FFF2-40B4-BE49-F238E27FC236}">
                <a16:creationId xmlns:a16="http://schemas.microsoft.com/office/drawing/2014/main" id="{DA831326-6EF4-1167-C80F-A11F58D27D2B}"/>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54" name="Text Placeholder 53">
            <a:extLst>
              <a:ext uri="{FF2B5EF4-FFF2-40B4-BE49-F238E27FC236}">
                <a16:creationId xmlns:a16="http://schemas.microsoft.com/office/drawing/2014/main" id="{C866774C-2BAE-0DF5-BC9B-C9D7BE983F0A}"/>
              </a:ext>
            </a:extLst>
          </p:cNvPr>
          <p:cNvSpPr>
            <a:spLocks noGrp="1"/>
          </p:cNvSpPr>
          <p:nvPr>
            <p:ph type="body" sz="quarter" idx="14"/>
          </p:nvPr>
        </p:nvSpPr>
        <p:spPr/>
        <p:txBody>
          <a:bodyPr/>
          <a:lstStyle/>
          <a:p>
            <a:r>
              <a:rPr lang="en-US" dirty="0"/>
              <a:t>Synergy</a:t>
            </a:r>
          </a:p>
        </p:txBody>
      </p:sp>
      <p:sp>
        <p:nvSpPr>
          <p:cNvPr id="55" name="Text Placeholder 54">
            <a:extLst>
              <a:ext uri="{FF2B5EF4-FFF2-40B4-BE49-F238E27FC236}">
                <a16:creationId xmlns:a16="http://schemas.microsoft.com/office/drawing/2014/main" id="{96CE5628-9562-0B68-65D4-BC052F314EE4}"/>
              </a:ext>
            </a:extLst>
          </p:cNvPr>
          <p:cNvSpPr>
            <a:spLocks noGrp="1"/>
          </p:cNvSpPr>
          <p:nvPr>
            <p:ph type="body" sz="quarter" idx="15"/>
          </p:nvPr>
        </p:nvSpPr>
        <p:spPr/>
        <p:txBody>
          <a:bodyPr/>
          <a:lstStyle/>
          <a:p>
            <a:endParaRPr lang="en-US"/>
          </a:p>
        </p:txBody>
      </p:sp>
      <p:sp>
        <p:nvSpPr>
          <p:cNvPr id="56" name="Text Placeholder 55">
            <a:extLst>
              <a:ext uri="{FF2B5EF4-FFF2-40B4-BE49-F238E27FC236}">
                <a16:creationId xmlns:a16="http://schemas.microsoft.com/office/drawing/2014/main" id="{02FBD5E0-77AE-E4BE-7FB1-EA03D575B59E}"/>
              </a:ext>
            </a:extLst>
          </p:cNvPr>
          <p:cNvSpPr>
            <a:spLocks noGrp="1"/>
          </p:cNvSpPr>
          <p:nvPr>
            <p:ph type="body" sz="quarter" idx="16"/>
          </p:nvPr>
        </p:nvSpPr>
        <p:spPr/>
        <p:txBody>
          <a:bodyPr/>
          <a:lstStyle/>
          <a:p>
            <a:endParaRPr lang="en-US"/>
          </a:p>
        </p:txBody>
      </p:sp>
      <p:sp>
        <p:nvSpPr>
          <p:cNvPr id="49" name="Plus 12">
            <a:extLst>
              <a:ext uri="{FF2B5EF4-FFF2-40B4-BE49-F238E27FC236}">
                <a16:creationId xmlns:a16="http://schemas.microsoft.com/office/drawing/2014/main" id="{0179E735-CBAF-0546-999E-2A610AE7A74E}"/>
              </a:ext>
            </a:extLst>
          </p:cNvPr>
          <p:cNvSpPr/>
          <p:nvPr/>
        </p:nvSpPr>
        <p:spPr>
          <a:xfrm>
            <a:off x="2524968" y="4745575"/>
            <a:ext cx="1584250" cy="1447284"/>
          </a:xfrm>
          <a:prstGeom prst="mathPlus">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rial" panose="020B0604020202020204" pitchFamily="34" charset="0"/>
              <a:cs typeface="Arial" panose="020B0604020202020204" pitchFamily="34" charset="0"/>
            </a:endParaRPr>
          </a:p>
        </p:txBody>
      </p:sp>
      <p:sp>
        <p:nvSpPr>
          <p:cNvPr id="50" name="Freeform 14">
            <a:extLst>
              <a:ext uri="{FF2B5EF4-FFF2-40B4-BE49-F238E27FC236}">
                <a16:creationId xmlns:a16="http://schemas.microsoft.com/office/drawing/2014/main" id="{C24C6AEF-96D9-504D-B5E9-E43FE783F0BF}"/>
              </a:ext>
            </a:extLst>
          </p:cNvPr>
          <p:cNvSpPr/>
          <p:nvPr/>
        </p:nvSpPr>
        <p:spPr>
          <a:xfrm>
            <a:off x="9583056" y="4663773"/>
            <a:ext cx="6754390" cy="1477404"/>
          </a:xfrm>
          <a:custGeom>
            <a:avLst/>
            <a:gdLst/>
            <a:ahLst/>
            <a:cxnLst/>
            <a:rect l="l" t="t" r="r" b="b"/>
            <a:pathLst>
              <a:path w="1916579" h="419218">
                <a:moveTo>
                  <a:pt x="0" y="0"/>
                </a:moveTo>
                <a:lnTo>
                  <a:pt x="1916579" y="0"/>
                </a:lnTo>
                <a:lnTo>
                  <a:pt x="1916579" y="419218"/>
                </a:lnTo>
                <a:lnTo>
                  <a:pt x="0" y="419218"/>
                </a:lnTo>
                <a:close/>
              </a:path>
            </a:pathLst>
          </a:custGeom>
          <a:solidFill>
            <a:srgbClr val="41B8D5"/>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solidFill>
                  <a:srgbClr val="FFFFFF"/>
                </a:solidFill>
                <a:latin typeface="Arial" panose="020B0604020202020204" pitchFamily="34" charset="0"/>
                <a:cs typeface="Arial" panose="020B0604020202020204" pitchFamily="34" charset="0"/>
              </a:rPr>
              <a:t>Value</a:t>
            </a:r>
          </a:p>
        </p:txBody>
      </p:sp>
      <p:sp>
        <p:nvSpPr>
          <p:cNvPr id="51" name="Freeform 14">
            <a:extLst>
              <a:ext uri="{FF2B5EF4-FFF2-40B4-BE49-F238E27FC236}">
                <a16:creationId xmlns:a16="http://schemas.microsoft.com/office/drawing/2014/main" id="{F58E63FB-C739-FE49-B6F8-AE437B779FBF}"/>
              </a:ext>
            </a:extLst>
          </p:cNvPr>
          <p:cNvSpPr/>
          <p:nvPr/>
        </p:nvSpPr>
        <p:spPr>
          <a:xfrm>
            <a:off x="9483263" y="6406280"/>
            <a:ext cx="6754390" cy="1477404"/>
          </a:xfrm>
          <a:custGeom>
            <a:avLst/>
            <a:gdLst/>
            <a:ahLst/>
            <a:cxnLst/>
            <a:rect l="l" t="t" r="r" b="b"/>
            <a:pathLst>
              <a:path w="1916579" h="419218">
                <a:moveTo>
                  <a:pt x="0" y="0"/>
                </a:moveTo>
                <a:lnTo>
                  <a:pt x="1916579" y="0"/>
                </a:lnTo>
                <a:lnTo>
                  <a:pt x="1916579" y="419218"/>
                </a:lnTo>
                <a:lnTo>
                  <a:pt x="0" y="419218"/>
                </a:lnTo>
                <a:close/>
              </a:path>
            </a:pathLst>
          </a:custGeom>
          <a:solidFill>
            <a:srgbClr val="41B8D5"/>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solidFill>
                  <a:srgbClr val="FFFFFF"/>
                </a:solidFill>
                <a:latin typeface="Arial" panose="020B0604020202020204" pitchFamily="34" charset="0"/>
                <a:cs typeface="Arial" panose="020B0604020202020204" pitchFamily="34" charset="0"/>
              </a:rPr>
              <a:t>Value</a:t>
            </a:r>
          </a:p>
        </p:txBody>
      </p:sp>
      <p:grpSp>
        <p:nvGrpSpPr>
          <p:cNvPr id="52" name="Group 45">
            <a:extLst>
              <a:ext uri="{FF2B5EF4-FFF2-40B4-BE49-F238E27FC236}">
                <a16:creationId xmlns:a16="http://schemas.microsoft.com/office/drawing/2014/main" id="{A067A658-34EF-364C-BFCA-076AABE15AA1}"/>
              </a:ext>
            </a:extLst>
          </p:cNvPr>
          <p:cNvGrpSpPr/>
          <p:nvPr/>
        </p:nvGrpSpPr>
        <p:grpSpPr>
          <a:xfrm>
            <a:off x="1157998" y="6524590"/>
            <a:ext cx="4318189" cy="1194178"/>
            <a:chOff x="0" y="0"/>
            <a:chExt cx="1619237" cy="447794"/>
          </a:xfrm>
        </p:grpSpPr>
        <p:sp>
          <p:nvSpPr>
            <p:cNvPr id="53" name="Freeform 46">
              <a:extLst>
                <a:ext uri="{FF2B5EF4-FFF2-40B4-BE49-F238E27FC236}">
                  <a16:creationId xmlns:a16="http://schemas.microsoft.com/office/drawing/2014/main" id="{2C14D3E1-57D6-B84D-A936-26DEBE58C3BB}"/>
                </a:ext>
              </a:extLst>
            </p:cNvPr>
            <p:cNvSpPr/>
            <p:nvPr/>
          </p:nvSpPr>
          <p:spPr>
            <a:xfrm>
              <a:off x="0" y="0"/>
              <a:ext cx="1619237" cy="447794"/>
            </a:xfrm>
            <a:custGeom>
              <a:avLst/>
              <a:gdLst/>
              <a:ahLst/>
              <a:cxnLst/>
              <a:rect l="l" t="t" r="r" b="b"/>
              <a:pathLst>
                <a:path w="1619237" h="447794">
                  <a:moveTo>
                    <a:pt x="0" y="0"/>
                  </a:moveTo>
                  <a:lnTo>
                    <a:pt x="1619237" y="0"/>
                  </a:lnTo>
                  <a:lnTo>
                    <a:pt x="1619237" y="447794"/>
                  </a:lnTo>
                  <a:lnTo>
                    <a:pt x="0" y="447794"/>
                  </a:lnTo>
                  <a:close/>
                </a:path>
              </a:pathLst>
            </a:custGeom>
            <a:solidFill>
              <a:srgbClr val="263F6B"/>
            </a:solidFill>
          </p:spPr>
          <p:txBody>
            <a:bodyPr/>
            <a:lstStyle/>
            <a:p>
              <a:pPr algn="ctr"/>
              <a:endParaRPr lang="en-CA" sz="2400" b="1" dirty="0">
                <a:solidFill>
                  <a:srgbClr val="FFFFFF"/>
                </a:solidFill>
                <a:latin typeface="Arial" panose="020B0604020202020204" pitchFamily="34" charset="0"/>
                <a:cs typeface="Arial" panose="020B0604020202020204" pitchFamily="34" charset="0"/>
              </a:endParaRPr>
            </a:p>
            <a:p>
              <a:pPr algn="ctr"/>
              <a:r>
                <a:rPr lang="en-CA" sz="2400" b="1" dirty="0">
                  <a:solidFill>
                    <a:srgbClr val="FFFFFF"/>
                  </a:solidFill>
                  <a:latin typeface="Arial" panose="020B0604020202020204" pitchFamily="34" charset="0"/>
                  <a:cs typeface="Arial" panose="020B0604020202020204" pitchFamily="34" charset="0"/>
                </a:rPr>
                <a:t>STRATEGY 2</a:t>
              </a:r>
            </a:p>
          </p:txBody>
        </p:sp>
        <p:sp>
          <p:nvSpPr>
            <p:cNvPr id="57" name="TextBox 47">
              <a:extLst>
                <a:ext uri="{FF2B5EF4-FFF2-40B4-BE49-F238E27FC236}">
                  <a16:creationId xmlns:a16="http://schemas.microsoft.com/office/drawing/2014/main" id="{29D2847A-2F32-5743-A60F-98E385363E3D}"/>
                </a:ext>
              </a:extLst>
            </p:cNvPr>
            <p:cNvSpPr txBox="1"/>
            <p:nvPr/>
          </p:nvSpPr>
          <p:spPr>
            <a:xfrm>
              <a:off x="0" y="-19050"/>
              <a:ext cx="1619237" cy="466844"/>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4"/>
          <p:cNvGrpSpPr/>
          <p:nvPr/>
        </p:nvGrpSpPr>
        <p:grpSpPr>
          <a:xfrm>
            <a:off x="859240" y="1895859"/>
            <a:ext cx="4678160" cy="2783615"/>
            <a:chOff x="0" y="-19050"/>
            <a:chExt cx="1619237" cy="466844"/>
          </a:xfrm>
        </p:grpSpPr>
        <p:sp>
          <p:nvSpPr>
            <p:cNvPr id="5" name="Freeform 5"/>
            <p:cNvSpPr/>
            <p:nvPr/>
          </p:nvSpPr>
          <p:spPr>
            <a:xfrm>
              <a:off x="0" y="0"/>
              <a:ext cx="1619237" cy="447794"/>
            </a:xfrm>
            <a:custGeom>
              <a:avLst/>
              <a:gdLst/>
              <a:ahLst/>
              <a:cxnLst/>
              <a:rect l="l" t="t" r="r" b="b"/>
              <a:pathLst>
                <a:path w="1619237" h="447794">
                  <a:moveTo>
                    <a:pt x="0" y="0"/>
                  </a:moveTo>
                  <a:lnTo>
                    <a:pt x="1619237" y="0"/>
                  </a:lnTo>
                  <a:lnTo>
                    <a:pt x="1619237" y="447794"/>
                  </a:lnTo>
                  <a:lnTo>
                    <a:pt x="0" y="447794"/>
                  </a:lnTo>
                  <a:close/>
                </a:path>
              </a:pathLst>
            </a:custGeom>
            <a:solidFill>
              <a:srgbClr val="263F6B"/>
            </a:solidFill>
          </p:spPr>
          <p:txBody>
            <a:bodyPr/>
            <a:lstStyle/>
            <a:p>
              <a:endParaRPr lang="en-US"/>
            </a:p>
          </p:txBody>
        </p:sp>
        <p:sp>
          <p:nvSpPr>
            <p:cNvPr id="6" name="TextBox 6"/>
            <p:cNvSpPr txBox="1"/>
            <p:nvPr/>
          </p:nvSpPr>
          <p:spPr>
            <a:xfrm>
              <a:off x="0" y="-19050"/>
              <a:ext cx="1619237" cy="466844"/>
            </a:xfrm>
            <a:prstGeom prst="rect">
              <a:avLst/>
            </a:prstGeom>
          </p:spPr>
          <p:txBody>
            <a:bodyPr lIns="50800" tIns="50800" rIns="50800" bIns="50800" rtlCol="0" anchor="ctr"/>
            <a:lstStyle/>
            <a:p>
              <a:pPr algn="ctr">
                <a:lnSpc>
                  <a:spcPts val="3250"/>
                </a:lnSpc>
              </a:pPr>
              <a:endParaRPr/>
            </a:p>
          </p:txBody>
        </p:sp>
      </p:grpSp>
      <p:grpSp>
        <p:nvGrpSpPr>
          <p:cNvPr id="7" name="Group 7"/>
          <p:cNvGrpSpPr/>
          <p:nvPr/>
        </p:nvGrpSpPr>
        <p:grpSpPr>
          <a:xfrm>
            <a:off x="6804920" y="1987567"/>
            <a:ext cx="4678160" cy="2723257"/>
            <a:chOff x="0" y="-19050"/>
            <a:chExt cx="1619237" cy="466844"/>
          </a:xfrm>
        </p:grpSpPr>
        <p:sp>
          <p:nvSpPr>
            <p:cNvPr id="8" name="Freeform 8"/>
            <p:cNvSpPr/>
            <p:nvPr/>
          </p:nvSpPr>
          <p:spPr>
            <a:xfrm>
              <a:off x="0" y="0"/>
              <a:ext cx="1619237" cy="447794"/>
            </a:xfrm>
            <a:custGeom>
              <a:avLst/>
              <a:gdLst/>
              <a:ahLst/>
              <a:cxnLst/>
              <a:rect l="l" t="t" r="r" b="b"/>
              <a:pathLst>
                <a:path w="1619237" h="447794">
                  <a:moveTo>
                    <a:pt x="0" y="0"/>
                  </a:moveTo>
                  <a:lnTo>
                    <a:pt x="1619237" y="0"/>
                  </a:lnTo>
                  <a:lnTo>
                    <a:pt x="1619237" y="447794"/>
                  </a:lnTo>
                  <a:lnTo>
                    <a:pt x="0" y="447794"/>
                  </a:lnTo>
                  <a:close/>
                </a:path>
              </a:pathLst>
            </a:custGeom>
            <a:solidFill>
              <a:srgbClr val="263F6B"/>
            </a:solidFill>
          </p:spPr>
          <p:txBody>
            <a:bodyPr/>
            <a:lstStyle/>
            <a:p>
              <a:endParaRPr lang="en-US"/>
            </a:p>
          </p:txBody>
        </p:sp>
        <p:sp>
          <p:nvSpPr>
            <p:cNvPr id="9" name="TextBox 9"/>
            <p:cNvSpPr txBox="1"/>
            <p:nvPr/>
          </p:nvSpPr>
          <p:spPr>
            <a:xfrm>
              <a:off x="0" y="-19050"/>
              <a:ext cx="1619237" cy="466844"/>
            </a:xfrm>
            <a:prstGeom prst="rect">
              <a:avLst/>
            </a:prstGeom>
          </p:spPr>
          <p:txBody>
            <a:bodyPr lIns="50800" tIns="50800" rIns="50800" bIns="50800" rtlCol="0" anchor="ctr"/>
            <a:lstStyle/>
            <a:p>
              <a:pPr algn="ctr">
                <a:lnSpc>
                  <a:spcPts val="3250"/>
                </a:lnSpc>
              </a:pPr>
              <a:endParaRPr/>
            </a:p>
          </p:txBody>
        </p:sp>
      </p:grpSp>
      <p:grpSp>
        <p:nvGrpSpPr>
          <p:cNvPr id="10" name="Group 10"/>
          <p:cNvGrpSpPr/>
          <p:nvPr/>
        </p:nvGrpSpPr>
        <p:grpSpPr>
          <a:xfrm>
            <a:off x="12750600" y="1987567"/>
            <a:ext cx="4678160" cy="2723257"/>
            <a:chOff x="0" y="-19050"/>
            <a:chExt cx="1619237" cy="466844"/>
          </a:xfrm>
        </p:grpSpPr>
        <p:sp>
          <p:nvSpPr>
            <p:cNvPr id="11" name="Freeform 11"/>
            <p:cNvSpPr/>
            <p:nvPr/>
          </p:nvSpPr>
          <p:spPr>
            <a:xfrm>
              <a:off x="0" y="0"/>
              <a:ext cx="1619237" cy="447794"/>
            </a:xfrm>
            <a:custGeom>
              <a:avLst/>
              <a:gdLst/>
              <a:ahLst/>
              <a:cxnLst/>
              <a:rect l="l" t="t" r="r" b="b"/>
              <a:pathLst>
                <a:path w="1619237" h="447794">
                  <a:moveTo>
                    <a:pt x="0" y="0"/>
                  </a:moveTo>
                  <a:lnTo>
                    <a:pt x="1619237" y="0"/>
                  </a:lnTo>
                  <a:lnTo>
                    <a:pt x="1619237" y="447794"/>
                  </a:lnTo>
                  <a:lnTo>
                    <a:pt x="0" y="447794"/>
                  </a:lnTo>
                  <a:close/>
                </a:path>
              </a:pathLst>
            </a:custGeom>
            <a:solidFill>
              <a:srgbClr val="263F6B"/>
            </a:solidFill>
          </p:spPr>
          <p:txBody>
            <a:bodyPr/>
            <a:lstStyle/>
            <a:p>
              <a:endParaRPr lang="en-US"/>
            </a:p>
          </p:txBody>
        </p:sp>
        <p:sp>
          <p:nvSpPr>
            <p:cNvPr id="12" name="TextBox 12"/>
            <p:cNvSpPr txBox="1"/>
            <p:nvPr/>
          </p:nvSpPr>
          <p:spPr>
            <a:xfrm>
              <a:off x="0" y="-19050"/>
              <a:ext cx="1619237" cy="466844"/>
            </a:xfrm>
            <a:prstGeom prst="rect">
              <a:avLst/>
            </a:prstGeom>
          </p:spPr>
          <p:txBody>
            <a:bodyPr lIns="50800" tIns="50800" rIns="50800" bIns="50800" rtlCol="0" anchor="ctr"/>
            <a:lstStyle/>
            <a:p>
              <a:pPr algn="ctr">
                <a:lnSpc>
                  <a:spcPts val="3250"/>
                </a:lnSpc>
              </a:pPr>
              <a:endParaRPr/>
            </a:p>
          </p:txBody>
        </p:sp>
      </p:grpSp>
      <p:sp>
        <p:nvSpPr>
          <p:cNvPr id="14" name="Freeform 14"/>
          <p:cNvSpPr/>
          <p:nvPr/>
        </p:nvSpPr>
        <p:spPr>
          <a:xfrm>
            <a:off x="859240" y="4967334"/>
            <a:ext cx="4678160" cy="1002910"/>
          </a:xfrm>
          <a:custGeom>
            <a:avLst/>
            <a:gdLst/>
            <a:ahLst/>
            <a:cxnLst/>
            <a:rect l="l" t="t" r="r" b="b"/>
            <a:pathLst>
              <a:path w="1619237" h="347134">
                <a:moveTo>
                  <a:pt x="0" y="0"/>
                </a:moveTo>
                <a:lnTo>
                  <a:pt x="1619237" y="0"/>
                </a:lnTo>
                <a:lnTo>
                  <a:pt x="1619237" y="347134"/>
                </a:lnTo>
                <a:lnTo>
                  <a:pt x="0" y="347134"/>
                </a:lnTo>
                <a:close/>
              </a:path>
            </a:pathLst>
          </a:custGeom>
          <a:solidFill>
            <a:srgbClr val="DFDDDD"/>
          </a:solidFill>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 by 2024</a:t>
            </a:r>
          </a:p>
        </p:txBody>
      </p:sp>
      <p:sp>
        <p:nvSpPr>
          <p:cNvPr id="26" name="TextBox 26"/>
          <p:cNvSpPr txBox="1"/>
          <p:nvPr/>
        </p:nvSpPr>
        <p:spPr>
          <a:xfrm>
            <a:off x="958904" y="3693020"/>
            <a:ext cx="4578495" cy="398122"/>
          </a:xfrm>
          <a:prstGeom prst="rect">
            <a:avLst/>
          </a:prstGeom>
        </p:spPr>
        <p:txBody>
          <a:bodyPr wrap="square" lIns="0" tIns="0" rIns="0" bIns="0" rtlCol="0" anchor="t">
            <a:spAutoFit/>
          </a:bodyPr>
          <a:lstStyle/>
          <a:p>
            <a:pPr algn="ctr">
              <a:lnSpc>
                <a:spcPts val="3091"/>
              </a:lnSpc>
            </a:pPr>
            <a:r>
              <a:rPr lang="en-US" sz="3155" b="1" spc="63" dirty="0">
                <a:solidFill>
                  <a:srgbClr val="FFFFFF"/>
                </a:solidFill>
                <a:latin typeface="Arial" panose="020B0604020202020204" pitchFamily="34" charset="0"/>
                <a:cs typeface="Arial" panose="020B0604020202020204" pitchFamily="34" charset="0"/>
              </a:rPr>
              <a:t>--</a:t>
            </a:r>
          </a:p>
        </p:txBody>
      </p:sp>
      <p:sp>
        <p:nvSpPr>
          <p:cNvPr id="27" name="TextBox 27"/>
          <p:cNvSpPr txBox="1"/>
          <p:nvPr/>
        </p:nvSpPr>
        <p:spPr>
          <a:xfrm>
            <a:off x="7033602" y="3711417"/>
            <a:ext cx="4203294" cy="397929"/>
          </a:xfrm>
          <a:prstGeom prst="rect">
            <a:avLst/>
          </a:prstGeom>
        </p:spPr>
        <p:txBody>
          <a:bodyPr lIns="0" tIns="0" rIns="0" bIns="0" rtlCol="0" anchor="t">
            <a:spAutoFit/>
          </a:bodyPr>
          <a:lstStyle/>
          <a:p>
            <a:pPr algn="ctr">
              <a:lnSpc>
                <a:spcPts val="3091"/>
              </a:lnSpc>
            </a:pPr>
            <a:r>
              <a:rPr lang="en-US" sz="3150" b="1" spc="63" dirty="0">
                <a:solidFill>
                  <a:srgbClr val="FFFFFF"/>
                </a:solidFill>
                <a:latin typeface="Arial" panose="020B0604020202020204" pitchFamily="34" charset="0"/>
                <a:cs typeface="Arial" panose="020B0604020202020204" pitchFamily="34" charset="0"/>
              </a:rPr>
              <a:t>--</a:t>
            </a:r>
            <a:endParaRPr lang="en-US" sz="3155" b="1" spc="63" dirty="0">
              <a:solidFill>
                <a:srgbClr val="FFFFFF"/>
              </a:solidFill>
              <a:latin typeface="Arial" panose="020B0604020202020204" pitchFamily="34" charset="0"/>
              <a:cs typeface="Arial" panose="020B0604020202020204" pitchFamily="34" charset="0"/>
            </a:endParaRPr>
          </a:p>
        </p:txBody>
      </p:sp>
      <p:sp>
        <p:nvSpPr>
          <p:cNvPr id="28" name="TextBox 28"/>
          <p:cNvSpPr txBox="1"/>
          <p:nvPr/>
        </p:nvSpPr>
        <p:spPr>
          <a:xfrm>
            <a:off x="12875668" y="3752291"/>
            <a:ext cx="4453428" cy="397929"/>
          </a:xfrm>
          <a:prstGeom prst="rect">
            <a:avLst/>
          </a:prstGeom>
        </p:spPr>
        <p:txBody>
          <a:bodyPr wrap="square" lIns="0" tIns="0" rIns="0" bIns="0" rtlCol="0" anchor="ctr">
            <a:spAutoFit/>
          </a:bodyPr>
          <a:lstStyle/>
          <a:p>
            <a:pPr algn="ctr">
              <a:lnSpc>
                <a:spcPts val="3091"/>
              </a:lnSpc>
            </a:pPr>
            <a:r>
              <a:rPr lang="en-US" sz="3150" b="1" spc="63" dirty="0">
                <a:solidFill>
                  <a:srgbClr val="FFFFFF"/>
                </a:solidFill>
                <a:latin typeface="Arial" panose="020B0604020202020204" pitchFamily="34" charset="0"/>
                <a:cs typeface="Arial" panose="020B0604020202020204" pitchFamily="34" charset="0"/>
              </a:rPr>
              <a:t>--</a:t>
            </a:r>
          </a:p>
        </p:txBody>
      </p:sp>
      <p:sp>
        <p:nvSpPr>
          <p:cNvPr id="59" name="AutoShape 6">
            <a:extLst>
              <a:ext uri="{FF2B5EF4-FFF2-40B4-BE49-F238E27FC236}">
                <a16:creationId xmlns:a16="http://schemas.microsoft.com/office/drawing/2014/main" id="{D996DA9F-7D6F-D7A6-2106-94EA4E127A39}"/>
              </a:ext>
            </a:extLst>
          </p:cNvPr>
          <p:cNvSpPr/>
          <p:nvPr/>
        </p:nvSpPr>
        <p:spPr>
          <a:xfrm flipV="1">
            <a:off x="534840" y="9410699"/>
            <a:ext cx="17200818" cy="9525"/>
          </a:xfrm>
          <a:prstGeom prst="line">
            <a:avLst/>
          </a:prstGeom>
          <a:ln w="38100" cap="flat">
            <a:solidFill>
              <a:srgbClr val="263F6B"/>
            </a:solidFill>
            <a:prstDash val="solid"/>
            <a:headEnd type="none" w="sm" len="sm"/>
            <a:tailEnd type="none" w="sm" len="sm"/>
          </a:ln>
        </p:spPr>
        <p:txBody>
          <a:bodyPr/>
          <a:lstStyle/>
          <a:p>
            <a:endParaRPr lang="en-US"/>
          </a:p>
        </p:txBody>
      </p:sp>
      <p:pic>
        <p:nvPicPr>
          <p:cNvPr id="60" name="Graphic 59" descr="Group of people with solid fill">
            <a:extLst>
              <a:ext uri="{FF2B5EF4-FFF2-40B4-BE49-F238E27FC236}">
                <a16:creationId xmlns:a16="http://schemas.microsoft.com/office/drawing/2014/main" id="{EDD7F12E-CA3E-63DE-6B30-C643CFF5DF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37077" y="2305707"/>
            <a:ext cx="1061446" cy="1061446"/>
          </a:xfrm>
          <a:prstGeom prst="rect">
            <a:avLst/>
          </a:prstGeom>
        </p:spPr>
      </p:pic>
      <p:pic>
        <p:nvPicPr>
          <p:cNvPr id="50" name="Graphic 49" descr="Handshake with solid fill">
            <a:extLst>
              <a:ext uri="{FF2B5EF4-FFF2-40B4-BE49-F238E27FC236}">
                <a16:creationId xmlns:a16="http://schemas.microsoft.com/office/drawing/2014/main" id="{0E1B8FEC-4CBA-2947-BA5B-30961321870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43140" y="2203355"/>
            <a:ext cx="1350515" cy="1350515"/>
          </a:xfrm>
          <a:prstGeom prst="rect">
            <a:avLst/>
          </a:prstGeom>
        </p:spPr>
      </p:pic>
      <p:pic>
        <p:nvPicPr>
          <p:cNvPr id="55" name="Graphic 54" descr="Money with solid fill">
            <a:extLst>
              <a:ext uri="{FF2B5EF4-FFF2-40B4-BE49-F238E27FC236}">
                <a16:creationId xmlns:a16="http://schemas.microsoft.com/office/drawing/2014/main" id="{25E75115-6592-8449-B742-B18F25E9AA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94345" y="2225826"/>
            <a:ext cx="1171661" cy="1171661"/>
          </a:xfrm>
          <a:prstGeom prst="rect">
            <a:avLst/>
          </a:prstGeom>
        </p:spPr>
      </p:pic>
      <p:sp>
        <p:nvSpPr>
          <p:cNvPr id="22" name="Slide Number Placeholder 21">
            <a:extLst>
              <a:ext uri="{FF2B5EF4-FFF2-40B4-BE49-F238E27FC236}">
                <a16:creationId xmlns:a16="http://schemas.microsoft.com/office/drawing/2014/main" id="{5CC9ECF9-5978-33AC-E357-CB31E56250D0}"/>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56" name="Text Placeholder 55">
            <a:extLst>
              <a:ext uri="{FF2B5EF4-FFF2-40B4-BE49-F238E27FC236}">
                <a16:creationId xmlns:a16="http://schemas.microsoft.com/office/drawing/2014/main" id="{B5D182A8-BAA0-E329-30CF-489FAB3C0565}"/>
              </a:ext>
            </a:extLst>
          </p:cNvPr>
          <p:cNvSpPr>
            <a:spLocks noGrp="1"/>
          </p:cNvSpPr>
          <p:nvPr>
            <p:ph type="body" sz="quarter" idx="14"/>
          </p:nvPr>
        </p:nvSpPr>
        <p:spPr/>
        <p:txBody>
          <a:bodyPr/>
          <a:lstStyle/>
          <a:p>
            <a:r>
              <a:rPr lang="en-US" dirty="0"/>
              <a:t>KPIs</a:t>
            </a:r>
          </a:p>
        </p:txBody>
      </p:sp>
      <p:sp>
        <p:nvSpPr>
          <p:cNvPr id="57" name="Text Placeholder 56">
            <a:extLst>
              <a:ext uri="{FF2B5EF4-FFF2-40B4-BE49-F238E27FC236}">
                <a16:creationId xmlns:a16="http://schemas.microsoft.com/office/drawing/2014/main" id="{2828F857-CA69-31AE-79A5-8C6BC87EC3CC}"/>
              </a:ext>
            </a:extLst>
          </p:cNvPr>
          <p:cNvSpPr>
            <a:spLocks noGrp="1"/>
          </p:cNvSpPr>
          <p:nvPr>
            <p:ph type="body" sz="quarter" idx="15"/>
          </p:nvPr>
        </p:nvSpPr>
        <p:spPr/>
        <p:txBody>
          <a:bodyPr/>
          <a:lstStyle/>
          <a:p>
            <a:r>
              <a:rPr lang="en-US" dirty="0"/>
              <a:t>Near-term projections</a:t>
            </a:r>
          </a:p>
        </p:txBody>
      </p:sp>
      <p:sp>
        <p:nvSpPr>
          <p:cNvPr id="58" name="Text Placeholder 57">
            <a:extLst>
              <a:ext uri="{FF2B5EF4-FFF2-40B4-BE49-F238E27FC236}">
                <a16:creationId xmlns:a16="http://schemas.microsoft.com/office/drawing/2014/main" id="{C4BDEC40-66AA-AB4A-373B-78DB1C0F7188}"/>
              </a:ext>
            </a:extLst>
          </p:cNvPr>
          <p:cNvSpPr>
            <a:spLocks noGrp="1"/>
          </p:cNvSpPr>
          <p:nvPr>
            <p:ph type="body" sz="quarter" idx="16"/>
          </p:nvPr>
        </p:nvSpPr>
        <p:spPr/>
        <p:txBody>
          <a:bodyPr/>
          <a:lstStyle/>
          <a:p>
            <a:endParaRPr lang="en-US"/>
          </a:p>
        </p:txBody>
      </p:sp>
      <p:sp>
        <p:nvSpPr>
          <p:cNvPr id="51" name="Freeform 14">
            <a:extLst>
              <a:ext uri="{FF2B5EF4-FFF2-40B4-BE49-F238E27FC236}">
                <a16:creationId xmlns:a16="http://schemas.microsoft.com/office/drawing/2014/main" id="{1FFA336C-2AE1-6044-A7D9-1D9556FEA4F7}"/>
              </a:ext>
            </a:extLst>
          </p:cNvPr>
          <p:cNvSpPr/>
          <p:nvPr/>
        </p:nvSpPr>
        <p:spPr>
          <a:xfrm>
            <a:off x="841095" y="6194867"/>
            <a:ext cx="4678160" cy="1002910"/>
          </a:xfrm>
          <a:custGeom>
            <a:avLst/>
            <a:gdLst/>
            <a:ahLst/>
            <a:cxnLst/>
            <a:rect l="l" t="t" r="r" b="b"/>
            <a:pathLst>
              <a:path w="1619237" h="347134">
                <a:moveTo>
                  <a:pt x="0" y="0"/>
                </a:moveTo>
                <a:lnTo>
                  <a:pt x="1619237" y="0"/>
                </a:lnTo>
                <a:lnTo>
                  <a:pt x="1619237" y="347134"/>
                </a:lnTo>
                <a:lnTo>
                  <a:pt x="0" y="347134"/>
                </a:lnTo>
                <a:close/>
              </a:path>
            </a:pathLst>
          </a:custGeom>
          <a:solidFill>
            <a:srgbClr val="DFDDDD"/>
          </a:solidFill>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p>
        </p:txBody>
      </p:sp>
      <p:sp>
        <p:nvSpPr>
          <p:cNvPr id="52" name="Freeform 14">
            <a:extLst>
              <a:ext uri="{FF2B5EF4-FFF2-40B4-BE49-F238E27FC236}">
                <a16:creationId xmlns:a16="http://schemas.microsoft.com/office/drawing/2014/main" id="{6B453152-88E1-904B-825B-9AC491CA4733}"/>
              </a:ext>
            </a:extLst>
          </p:cNvPr>
          <p:cNvSpPr/>
          <p:nvPr/>
        </p:nvSpPr>
        <p:spPr>
          <a:xfrm>
            <a:off x="841095" y="7405974"/>
            <a:ext cx="4678160" cy="1002910"/>
          </a:xfrm>
          <a:custGeom>
            <a:avLst/>
            <a:gdLst/>
            <a:ahLst/>
            <a:cxnLst/>
            <a:rect l="l" t="t" r="r" b="b"/>
            <a:pathLst>
              <a:path w="1619237" h="347134">
                <a:moveTo>
                  <a:pt x="0" y="0"/>
                </a:moveTo>
                <a:lnTo>
                  <a:pt x="1619237" y="0"/>
                </a:lnTo>
                <a:lnTo>
                  <a:pt x="1619237" y="347134"/>
                </a:lnTo>
                <a:lnTo>
                  <a:pt x="0" y="347134"/>
                </a:lnTo>
                <a:close/>
              </a:path>
            </a:pathLst>
          </a:custGeom>
          <a:noFill/>
          <a:ln w="28575">
            <a:solidFill>
              <a:srgbClr val="00B050"/>
            </a:solidFill>
            <a:prstDash val="dash"/>
          </a:ln>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p>
        </p:txBody>
      </p:sp>
      <p:sp>
        <p:nvSpPr>
          <p:cNvPr id="53" name="Freeform 14">
            <a:extLst>
              <a:ext uri="{FF2B5EF4-FFF2-40B4-BE49-F238E27FC236}">
                <a16:creationId xmlns:a16="http://schemas.microsoft.com/office/drawing/2014/main" id="{570CD0CC-A672-1345-A61F-B76F9FF7C12D}"/>
              </a:ext>
            </a:extLst>
          </p:cNvPr>
          <p:cNvSpPr/>
          <p:nvPr/>
        </p:nvSpPr>
        <p:spPr>
          <a:xfrm>
            <a:off x="6804920" y="4966787"/>
            <a:ext cx="4678160" cy="1002910"/>
          </a:xfrm>
          <a:custGeom>
            <a:avLst/>
            <a:gdLst/>
            <a:ahLst/>
            <a:cxnLst/>
            <a:rect l="l" t="t" r="r" b="b"/>
            <a:pathLst>
              <a:path w="1619237" h="347134">
                <a:moveTo>
                  <a:pt x="0" y="0"/>
                </a:moveTo>
                <a:lnTo>
                  <a:pt x="1619237" y="0"/>
                </a:lnTo>
                <a:lnTo>
                  <a:pt x="1619237" y="347134"/>
                </a:lnTo>
                <a:lnTo>
                  <a:pt x="0" y="347134"/>
                </a:lnTo>
                <a:close/>
              </a:path>
            </a:pathLst>
          </a:custGeom>
          <a:solidFill>
            <a:srgbClr val="DFDDDD"/>
          </a:solidFill>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 by 2024</a:t>
            </a:r>
          </a:p>
        </p:txBody>
      </p:sp>
      <p:sp>
        <p:nvSpPr>
          <p:cNvPr id="54" name="Freeform 14">
            <a:extLst>
              <a:ext uri="{FF2B5EF4-FFF2-40B4-BE49-F238E27FC236}">
                <a16:creationId xmlns:a16="http://schemas.microsoft.com/office/drawing/2014/main" id="{BC7B316D-961E-8C46-A67E-0590ED4B87FC}"/>
              </a:ext>
            </a:extLst>
          </p:cNvPr>
          <p:cNvSpPr/>
          <p:nvPr/>
        </p:nvSpPr>
        <p:spPr>
          <a:xfrm>
            <a:off x="6786775" y="6194320"/>
            <a:ext cx="4678160" cy="1002910"/>
          </a:xfrm>
          <a:custGeom>
            <a:avLst/>
            <a:gdLst/>
            <a:ahLst/>
            <a:cxnLst/>
            <a:rect l="l" t="t" r="r" b="b"/>
            <a:pathLst>
              <a:path w="1619237" h="347134">
                <a:moveTo>
                  <a:pt x="0" y="0"/>
                </a:moveTo>
                <a:lnTo>
                  <a:pt x="1619237" y="0"/>
                </a:lnTo>
                <a:lnTo>
                  <a:pt x="1619237" y="347134"/>
                </a:lnTo>
                <a:lnTo>
                  <a:pt x="0" y="347134"/>
                </a:lnTo>
                <a:close/>
              </a:path>
            </a:pathLst>
          </a:custGeom>
          <a:solidFill>
            <a:srgbClr val="DFDDDD"/>
          </a:solidFill>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p>
        </p:txBody>
      </p:sp>
      <p:sp>
        <p:nvSpPr>
          <p:cNvPr id="61" name="Freeform 14">
            <a:extLst>
              <a:ext uri="{FF2B5EF4-FFF2-40B4-BE49-F238E27FC236}">
                <a16:creationId xmlns:a16="http://schemas.microsoft.com/office/drawing/2014/main" id="{8635D40C-0CC1-3F43-8456-F75E3C477A95}"/>
              </a:ext>
            </a:extLst>
          </p:cNvPr>
          <p:cNvSpPr/>
          <p:nvPr/>
        </p:nvSpPr>
        <p:spPr>
          <a:xfrm>
            <a:off x="6786775" y="7405427"/>
            <a:ext cx="4678160" cy="1002910"/>
          </a:xfrm>
          <a:custGeom>
            <a:avLst/>
            <a:gdLst/>
            <a:ahLst/>
            <a:cxnLst/>
            <a:rect l="l" t="t" r="r" b="b"/>
            <a:pathLst>
              <a:path w="1619237" h="347134">
                <a:moveTo>
                  <a:pt x="0" y="0"/>
                </a:moveTo>
                <a:lnTo>
                  <a:pt x="1619237" y="0"/>
                </a:lnTo>
                <a:lnTo>
                  <a:pt x="1619237" y="347134"/>
                </a:lnTo>
                <a:lnTo>
                  <a:pt x="0" y="347134"/>
                </a:lnTo>
                <a:close/>
              </a:path>
            </a:pathLst>
          </a:custGeom>
          <a:noFill/>
          <a:ln w="28575">
            <a:solidFill>
              <a:srgbClr val="00B050"/>
            </a:solidFill>
            <a:prstDash val="dash"/>
          </a:ln>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p>
        </p:txBody>
      </p:sp>
      <p:sp>
        <p:nvSpPr>
          <p:cNvPr id="62" name="Freeform 14">
            <a:extLst>
              <a:ext uri="{FF2B5EF4-FFF2-40B4-BE49-F238E27FC236}">
                <a16:creationId xmlns:a16="http://schemas.microsoft.com/office/drawing/2014/main" id="{B0051D81-DB89-5C4A-A7E4-321E311023E6}"/>
              </a:ext>
            </a:extLst>
          </p:cNvPr>
          <p:cNvSpPr/>
          <p:nvPr/>
        </p:nvSpPr>
        <p:spPr>
          <a:xfrm>
            <a:off x="12786892" y="4966513"/>
            <a:ext cx="4678160" cy="1002910"/>
          </a:xfrm>
          <a:custGeom>
            <a:avLst/>
            <a:gdLst/>
            <a:ahLst/>
            <a:cxnLst/>
            <a:rect l="l" t="t" r="r" b="b"/>
            <a:pathLst>
              <a:path w="1619237" h="347134">
                <a:moveTo>
                  <a:pt x="0" y="0"/>
                </a:moveTo>
                <a:lnTo>
                  <a:pt x="1619237" y="0"/>
                </a:lnTo>
                <a:lnTo>
                  <a:pt x="1619237" y="347134"/>
                </a:lnTo>
                <a:lnTo>
                  <a:pt x="0" y="347134"/>
                </a:lnTo>
                <a:close/>
              </a:path>
            </a:pathLst>
          </a:custGeom>
          <a:solidFill>
            <a:srgbClr val="DFDDDD"/>
          </a:solidFill>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 by 2024</a:t>
            </a:r>
          </a:p>
        </p:txBody>
      </p:sp>
      <p:sp>
        <p:nvSpPr>
          <p:cNvPr id="63" name="Freeform 14">
            <a:extLst>
              <a:ext uri="{FF2B5EF4-FFF2-40B4-BE49-F238E27FC236}">
                <a16:creationId xmlns:a16="http://schemas.microsoft.com/office/drawing/2014/main" id="{3D484978-1EA4-CC4F-9045-4E53740E9E5F}"/>
              </a:ext>
            </a:extLst>
          </p:cNvPr>
          <p:cNvSpPr/>
          <p:nvPr/>
        </p:nvSpPr>
        <p:spPr>
          <a:xfrm>
            <a:off x="12768747" y="6194046"/>
            <a:ext cx="4678160" cy="1002910"/>
          </a:xfrm>
          <a:custGeom>
            <a:avLst/>
            <a:gdLst/>
            <a:ahLst/>
            <a:cxnLst/>
            <a:rect l="l" t="t" r="r" b="b"/>
            <a:pathLst>
              <a:path w="1619237" h="347134">
                <a:moveTo>
                  <a:pt x="0" y="0"/>
                </a:moveTo>
                <a:lnTo>
                  <a:pt x="1619237" y="0"/>
                </a:lnTo>
                <a:lnTo>
                  <a:pt x="1619237" y="347134"/>
                </a:lnTo>
                <a:lnTo>
                  <a:pt x="0" y="347134"/>
                </a:lnTo>
                <a:close/>
              </a:path>
            </a:pathLst>
          </a:custGeom>
          <a:solidFill>
            <a:srgbClr val="DFDDDD"/>
          </a:solidFill>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p>
        </p:txBody>
      </p:sp>
      <p:sp>
        <p:nvSpPr>
          <p:cNvPr id="64" name="Freeform 14">
            <a:extLst>
              <a:ext uri="{FF2B5EF4-FFF2-40B4-BE49-F238E27FC236}">
                <a16:creationId xmlns:a16="http://schemas.microsoft.com/office/drawing/2014/main" id="{0866AC80-5EDA-ED43-87EE-16DB39B8B0E2}"/>
              </a:ext>
            </a:extLst>
          </p:cNvPr>
          <p:cNvSpPr/>
          <p:nvPr/>
        </p:nvSpPr>
        <p:spPr>
          <a:xfrm>
            <a:off x="12768747" y="7405153"/>
            <a:ext cx="4678160" cy="1002910"/>
          </a:xfrm>
          <a:custGeom>
            <a:avLst/>
            <a:gdLst/>
            <a:ahLst/>
            <a:cxnLst/>
            <a:rect l="l" t="t" r="r" b="b"/>
            <a:pathLst>
              <a:path w="1619237" h="347134">
                <a:moveTo>
                  <a:pt x="0" y="0"/>
                </a:moveTo>
                <a:lnTo>
                  <a:pt x="1619237" y="0"/>
                </a:lnTo>
                <a:lnTo>
                  <a:pt x="1619237" y="347134"/>
                </a:lnTo>
                <a:lnTo>
                  <a:pt x="0" y="347134"/>
                </a:lnTo>
                <a:close/>
              </a:path>
            </a:pathLst>
          </a:custGeom>
          <a:noFill/>
          <a:ln w="28575">
            <a:solidFill>
              <a:srgbClr val="00B050"/>
            </a:solidFill>
            <a:prstDash val="dash"/>
          </a:ln>
        </p:spPr>
        <p:txBody>
          <a:bodyPr/>
          <a:lstStyle/>
          <a:p>
            <a:endParaRPr lang="en-US"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object 6">
            <a:extLst>
              <a:ext uri="{FF2B5EF4-FFF2-40B4-BE49-F238E27FC236}">
                <a16:creationId xmlns:a16="http://schemas.microsoft.com/office/drawing/2014/main" id="{ED7895D9-ABAB-8643-A0DC-27FEE275A264}"/>
              </a:ext>
            </a:extLst>
          </p:cNvPr>
          <p:cNvSpPr/>
          <p:nvPr/>
        </p:nvSpPr>
        <p:spPr>
          <a:xfrm>
            <a:off x="1445712" y="2551465"/>
            <a:ext cx="6057573" cy="5548531"/>
          </a:xfrm>
          <a:custGeom>
            <a:avLst/>
            <a:gdLst/>
            <a:ahLst/>
            <a:cxnLst/>
            <a:rect l="l" t="t" r="r" b="b"/>
            <a:pathLst>
              <a:path w="3792220" h="3602354">
                <a:moveTo>
                  <a:pt x="3791712" y="0"/>
                </a:moveTo>
                <a:lnTo>
                  <a:pt x="0" y="0"/>
                </a:lnTo>
                <a:lnTo>
                  <a:pt x="592455" y="2093670"/>
                </a:lnTo>
                <a:lnTo>
                  <a:pt x="1895856" y="3161817"/>
                </a:lnTo>
                <a:lnTo>
                  <a:pt x="3199257" y="3549593"/>
                </a:lnTo>
                <a:lnTo>
                  <a:pt x="3791712" y="3602151"/>
                </a:lnTo>
                <a:lnTo>
                  <a:pt x="3791712" y="0"/>
                </a:lnTo>
                <a:close/>
              </a:path>
            </a:pathLst>
          </a:custGeom>
          <a:solidFill>
            <a:srgbClr val="253F6A">
              <a:alpha val="40940"/>
            </a:srgbClr>
          </a:solidFill>
        </p:spPr>
        <p:txBody>
          <a:bodyPr wrap="square" lIns="0" tIns="0" rIns="0" bIns="0" rtlCol="0"/>
          <a:lstStyle/>
          <a:p>
            <a:endParaRPr/>
          </a:p>
        </p:txBody>
      </p:sp>
      <p:sp>
        <p:nvSpPr>
          <p:cNvPr id="102" name="object 7">
            <a:extLst>
              <a:ext uri="{FF2B5EF4-FFF2-40B4-BE49-F238E27FC236}">
                <a16:creationId xmlns:a16="http://schemas.microsoft.com/office/drawing/2014/main" id="{5B1BFDDF-AD12-3D44-B346-C8D47EA5A22B}"/>
              </a:ext>
            </a:extLst>
          </p:cNvPr>
          <p:cNvSpPr/>
          <p:nvPr/>
        </p:nvSpPr>
        <p:spPr>
          <a:xfrm>
            <a:off x="2747672" y="2551462"/>
            <a:ext cx="4755613" cy="4371363"/>
          </a:xfrm>
          <a:custGeom>
            <a:avLst/>
            <a:gdLst/>
            <a:ahLst/>
            <a:cxnLst/>
            <a:rect l="l" t="t" r="r" b="b"/>
            <a:pathLst>
              <a:path w="2687320" h="2452370">
                <a:moveTo>
                  <a:pt x="2686812" y="0"/>
                </a:moveTo>
                <a:lnTo>
                  <a:pt x="0" y="0"/>
                </a:lnTo>
                <a:lnTo>
                  <a:pt x="419814" y="1425384"/>
                </a:lnTo>
                <a:lnTo>
                  <a:pt x="1343406" y="2152586"/>
                </a:lnTo>
                <a:lnTo>
                  <a:pt x="2266997" y="2416587"/>
                </a:lnTo>
                <a:lnTo>
                  <a:pt x="2686812" y="2452370"/>
                </a:lnTo>
                <a:lnTo>
                  <a:pt x="2686812" y="0"/>
                </a:lnTo>
                <a:close/>
              </a:path>
            </a:pathLst>
          </a:custGeom>
          <a:solidFill>
            <a:srgbClr val="29416E">
              <a:alpha val="69020"/>
            </a:srgbClr>
          </a:solidFill>
        </p:spPr>
        <p:txBody>
          <a:bodyPr wrap="square" lIns="0" tIns="0" rIns="0" bIns="0" rtlCol="0"/>
          <a:lstStyle/>
          <a:p>
            <a:endParaRPr/>
          </a:p>
        </p:txBody>
      </p:sp>
      <p:sp>
        <p:nvSpPr>
          <p:cNvPr id="103" name="object 8">
            <a:extLst>
              <a:ext uri="{FF2B5EF4-FFF2-40B4-BE49-F238E27FC236}">
                <a16:creationId xmlns:a16="http://schemas.microsoft.com/office/drawing/2014/main" id="{BD2FB42F-5D54-DF49-8FFB-A72087C6B207}"/>
              </a:ext>
            </a:extLst>
          </p:cNvPr>
          <p:cNvSpPr/>
          <p:nvPr/>
        </p:nvSpPr>
        <p:spPr>
          <a:xfrm>
            <a:off x="4095211" y="2551464"/>
            <a:ext cx="3407626" cy="3082067"/>
          </a:xfrm>
          <a:custGeom>
            <a:avLst/>
            <a:gdLst/>
            <a:ahLst/>
            <a:cxnLst/>
            <a:rect l="l" t="t" r="r" b="b"/>
            <a:pathLst>
              <a:path w="1260475" h="1174114">
                <a:moveTo>
                  <a:pt x="1260348" y="0"/>
                </a:moveTo>
                <a:lnTo>
                  <a:pt x="0" y="0"/>
                </a:lnTo>
                <a:lnTo>
                  <a:pt x="196929" y="682355"/>
                </a:lnTo>
                <a:lnTo>
                  <a:pt x="630174" y="1030477"/>
                </a:lnTo>
                <a:lnTo>
                  <a:pt x="1063418" y="1156858"/>
                </a:lnTo>
                <a:lnTo>
                  <a:pt x="1260348" y="1173988"/>
                </a:lnTo>
                <a:lnTo>
                  <a:pt x="1260348" y="0"/>
                </a:lnTo>
                <a:close/>
              </a:path>
            </a:pathLst>
          </a:custGeom>
          <a:solidFill>
            <a:srgbClr val="253F6A"/>
          </a:solidFill>
        </p:spPr>
        <p:txBody>
          <a:bodyPr wrap="square" lIns="0" tIns="0" rIns="0" bIns="0" rtlCol="0"/>
          <a:lstStyle/>
          <a:p>
            <a:endParaRPr/>
          </a:p>
        </p:txBody>
      </p:sp>
      <p:sp>
        <p:nvSpPr>
          <p:cNvPr id="104" name="object 8">
            <a:extLst>
              <a:ext uri="{FF2B5EF4-FFF2-40B4-BE49-F238E27FC236}">
                <a16:creationId xmlns:a16="http://schemas.microsoft.com/office/drawing/2014/main" id="{599A7B9C-0C17-2F49-B3D2-5D156B773E40}"/>
              </a:ext>
            </a:extLst>
          </p:cNvPr>
          <p:cNvSpPr/>
          <p:nvPr/>
        </p:nvSpPr>
        <p:spPr>
          <a:xfrm>
            <a:off x="5373296" y="2551464"/>
            <a:ext cx="2129541" cy="1891726"/>
          </a:xfrm>
          <a:custGeom>
            <a:avLst/>
            <a:gdLst/>
            <a:ahLst/>
            <a:cxnLst/>
            <a:rect l="l" t="t" r="r" b="b"/>
            <a:pathLst>
              <a:path w="1260475" h="1174114">
                <a:moveTo>
                  <a:pt x="1260348" y="0"/>
                </a:moveTo>
                <a:lnTo>
                  <a:pt x="0" y="0"/>
                </a:lnTo>
                <a:lnTo>
                  <a:pt x="196929" y="682355"/>
                </a:lnTo>
                <a:lnTo>
                  <a:pt x="630174" y="1030477"/>
                </a:lnTo>
                <a:lnTo>
                  <a:pt x="1063418" y="1156858"/>
                </a:lnTo>
                <a:lnTo>
                  <a:pt x="1260348" y="1173988"/>
                </a:lnTo>
                <a:lnTo>
                  <a:pt x="1260348" y="0"/>
                </a:lnTo>
                <a:close/>
              </a:path>
            </a:pathLst>
          </a:custGeom>
          <a:solidFill>
            <a:srgbClr val="002060"/>
          </a:solidFill>
          <a:ln>
            <a:solidFill>
              <a:srgbClr val="20355A"/>
            </a:solidFill>
          </a:ln>
        </p:spPr>
        <p:txBody>
          <a:bodyPr wrap="square" lIns="0" tIns="0" rIns="0" bIns="0" rtlCol="0"/>
          <a:lstStyle/>
          <a:p>
            <a:endParaRPr/>
          </a:p>
        </p:txBody>
      </p:sp>
      <p:sp>
        <p:nvSpPr>
          <p:cNvPr id="32" name="TextBox 32"/>
          <p:cNvSpPr txBox="1"/>
          <p:nvPr/>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Strategy 1</a:t>
            </a:r>
          </a:p>
        </p:txBody>
      </p:sp>
      <p:sp>
        <p:nvSpPr>
          <p:cNvPr id="33" name="TextBox 33"/>
          <p:cNvSpPr txBox="1"/>
          <p:nvPr/>
        </p:nvSpPr>
        <p:spPr>
          <a:xfrm>
            <a:off x="8866508"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Strategy 2</a:t>
            </a:r>
          </a:p>
        </p:txBody>
      </p:sp>
      <p:sp>
        <p:nvSpPr>
          <p:cNvPr id="39" name="TextBox 39"/>
          <p:cNvSpPr txBox="1"/>
          <p:nvPr/>
        </p:nvSpPr>
        <p:spPr>
          <a:xfrm rot="-5400000">
            <a:off x="-275324" y="5045760"/>
            <a:ext cx="1869033" cy="294953"/>
          </a:xfrm>
          <a:prstGeom prst="rect">
            <a:avLst/>
          </a:prstGeom>
        </p:spPr>
        <p:txBody>
          <a:bodyPr lIns="0" tIns="0" rIns="0" bIns="0" rtlCol="0" anchor="t">
            <a:spAutoFit/>
          </a:bodyPr>
          <a:lstStyle/>
          <a:p>
            <a:pPr>
              <a:lnSpc>
                <a:spcPts val="2324"/>
              </a:lnSpc>
            </a:pPr>
            <a:r>
              <a:rPr lang="en-US" sz="2371" b="1" spc="47" dirty="0">
                <a:solidFill>
                  <a:schemeClr val="bg1">
                    <a:lumMod val="50000"/>
                  </a:schemeClr>
                </a:solidFill>
                <a:latin typeface="Arial" panose="020B0604020202020204" pitchFamily="34" charset="0"/>
                <a:cs typeface="Arial" panose="020B0604020202020204" pitchFamily="34" charset="0"/>
              </a:rPr>
              <a:t>Impact</a:t>
            </a:r>
          </a:p>
        </p:txBody>
      </p:sp>
      <p:sp>
        <p:nvSpPr>
          <p:cNvPr id="44" name="TextBox 44"/>
          <p:cNvSpPr txBox="1"/>
          <p:nvPr/>
        </p:nvSpPr>
        <p:spPr>
          <a:xfrm>
            <a:off x="3539981" y="8809703"/>
            <a:ext cx="1869033" cy="296300"/>
          </a:xfrm>
          <a:prstGeom prst="rect">
            <a:avLst/>
          </a:prstGeom>
        </p:spPr>
        <p:txBody>
          <a:bodyPr lIns="0" tIns="0" rIns="0" bIns="0" rtlCol="0" anchor="t">
            <a:spAutoFit/>
          </a:bodyPr>
          <a:lstStyle/>
          <a:p>
            <a:pPr>
              <a:lnSpc>
                <a:spcPts val="2324"/>
              </a:lnSpc>
            </a:pPr>
            <a:r>
              <a:rPr lang="en-US" sz="2371" b="1" spc="47" dirty="0">
                <a:solidFill>
                  <a:schemeClr val="bg1">
                    <a:lumMod val="50000"/>
                  </a:schemeClr>
                </a:solidFill>
                <a:latin typeface="Arial" panose="020B0604020202020204" pitchFamily="34" charset="0"/>
                <a:cs typeface="Arial" panose="020B0604020202020204" pitchFamily="34" charset="0"/>
              </a:rPr>
              <a:t>Probability</a:t>
            </a:r>
          </a:p>
        </p:txBody>
      </p:sp>
      <p:grpSp>
        <p:nvGrpSpPr>
          <p:cNvPr id="56" name="Group 56"/>
          <p:cNvGrpSpPr/>
          <p:nvPr/>
        </p:nvGrpSpPr>
        <p:grpSpPr>
          <a:xfrm>
            <a:off x="4809439" y="6206757"/>
            <a:ext cx="589193" cy="589193"/>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8BBB"/>
            </a:solidFill>
            <a:ln w="38100">
              <a:solidFill>
                <a:schemeClr val="bg1"/>
              </a:solidFill>
            </a:ln>
          </p:spPr>
          <p:txBody>
            <a:bodyPr/>
            <a:lstStyle/>
            <a:p>
              <a:endParaRPr lang="en-US"/>
            </a:p>
          </p:txBody>
        </p:sp>
        <p:sp>
          <p:nvSpPr>
            <p:cNvPr id="58" name="TextBox 58"/>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sp>
        <p:nvSpPr>
          <p:cNvPr id="60" name="Freeform 54">
            <a:extLst>
              <a:ext uri="{FF2B5EF4-FFF2-40B4-BE49-F238E27FC236}">
                <a16:creationId xmlns:a16="http://schemas.microsoft.com/office/drawing/2014/main" id="{2C45465E-3F83-5DDD-65A7-C62F3A2B1014}"/>
              </a:ext>
            </a:extLst>
          </p:cNvPr>
          <p:cNvSpPr/>
          <p:nvPr/>
        </p:nvSpPr>
        <p:spPr>
          <a:xfrm>
            <a:off x="3103603" y="3988587"/>
            <a:ext cx="589193" cy="58919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w="38100">
            <a:solidFill>
              <a:schemeClr val="bg1"/>
            </a:solidFill>
          </a:ln>
        </p:spPr>
        <p:txBody>
          <a:bodyPr lIns="91440" tIns="45720" rIns="91440" bIns="45720" anchor="t"/>
          <a:lstStyle/>
          <a:p>
            <a:endParaRPr lang="en-US"/>
          </a:p>
        </p:txBody>
      </p:sp>
      <p:sp>
        <p:nvSpPr>
          <p:cNvPr id="3" name="TextBox 42">
            <a:extLst>
              <a:ext uri="{FF2B5EF4-FFF2-40B4-BE49-F238E27FC236}">
                <a16:creationId xmlns:a16="http://schemas.microsoft.com/office/drawing/2014/main" id="{AEBE95F6-6927-A225-23F5-B0035B4ED66F}"/>
              </a:ext>
            </a:extLst>
          </p:cNvPr>
          <p:cNvSpPr txBox="1"/>
          <p:nvPr/>
        </p:nvSpPr>
        <p:spPr>
          <a:xfrm>
            <a:off x="2949607" y="4158079"/>
            <a:ext cx="897183" cy="295658"/>
          </a:xfrm>
          <a:prstGeom prst="rect">
            <a:avLst/>
          </a:prstGeom>
        </p:spPr>
        <p:txBody>
          <a:bodyPr wrap="square" lIns="0" tIns="0" rIns="0" bIns="0" rtlCol="0" anchor="t">
            <a:spAutoFit/>
          </a:bodyPr>
          <a:lstStyle/>
          <a:p>
            <a:pPr algn="ctr">
              <a:lnSpc>
                <a:spcPts val="2324"/>
              </a:lnSpc>
            </a:pPr>
            <a:r>
              <a:rPr lang="en-US" sz="2350" b="1" spc="47" dirty="0">
                <a:solidFill>
                  <a:srgbClr val="FFFFFF"/>
                </a:solidFill>
                <a:latin typeface="Arial" panose="020B0604020202020204" pitchFamily="34" charset="0"/>
                <a:cs typeface="Arial" panose="020B0604020202020204" pitchFamily="34" charset="0"/>
              </a:rPr>
              <a:t>1</a:t>
            </a:r>
            <a:endParaRPr lang="en-US" b="1" dirty="0">
              <a:solidFill>
                <a:srgbClr val="FFFFFF"/>
              </a:solidFill>
              <a:latin typeface="Arial" panose="020B0604020202020204" pitchFamily="34" charset="0"/>
              <a:cs typeface="Arial" panose="020B0604020202020204" pitchFamily="34" charset="0"/>
            </a:endParaRPr>
          </a:p>
        </p:txBody>
      </p:sp>
      <p:sp>
        <p:nvSpPr>
          <p:cNvPr id="66" name="Freeform 54">
            <a:extLst>
              <a:ext uri="{FF2B5EF4-FFF2-40B4-BE49-F238E27FC236}">
                <a16:creationId xmlns:a16="http://schemas.microsoft.com/office/drawing/2014/main" id="{AF01B352-81D6-10F9-0DF3-24A670E185E9}"/>
              </a:ext>
            </a:extLst>
          </p:cNvPr>
          <p:cNvSpPr/>
          <p:nvPr/>
        </p:nvSpPr>
        <p:spPr>
          <a:xfrm>
            <a:off x="2068433" y="2910284"/>
            <a:ext cx="589193" cy="58919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w="38100">
            <a:solidFill>
              <a:schemeClr val="bg1"/>
            </a:solidFill>
          </a:ln>
        </p:spPr>
        <p:txBody>
          <a:bodyPr lIns="91440" tIns="45720" rIns="91440" bIns="45720" anchor="t"/>
          <a:lstStyle/>
          <a:p>
            <a:endParaRPr lang="en-US"/>
          </a:p>
        </p:txBody>
      </p:sp>
      <p:sp>
        <p:nvSpPr>
          <p:cNvPr id="67" name="TextBox 42">
            <a:extLst>
              <a:ext uri="{FF2B5EF4-FFF2-40B4-BE49-F238E27FC236}">
                <a16:creationId xmlns:a16="http://schemas.microsoft.com/office/drawing/2014/main" id="{403D2726-7291-09AD-DC3E-E8F08406A404}"/>
              </a:ext>
            </a:extLst>
          </p:cNvPr>
          <p:cNvSpPr txBox="1"/>
          <p:nvPr/>
        </p:nvSpPr>
        <p:spPr>
          <a:xfrm>
            <a:off x="1531382" y="3084902"/>
            <a:ext cx="1663294" cy="295658"/>
          </a:xfrm>
          <a:prstGeom prst="rect">
            <a:avLst/>
          </a:prstGeom>
        </p:spPr>
        <p:txBody>
          <a:bodyPr wrap="square" lIns="0" tIns="0" rIns="0" bIns="0" rtlCol="0" anchor="t">
            <a:spAutoFit/>
          </a:bodyPr>
          <a:lstStyle/>
          <a:p>
            <a:pPr algn="ctr">
              <a:lnSpc>
                <a:spcPts val="2324"/>
              </a:lnSpc>
            </a:pPr>
            <a:r>
              <a:rPr lang="en-US" sz="2350" b="1" spc="47" dirty="0">
                <a:solidFill>
                  <a:srgbClr val="FFFFFF"/>
                </a:solidFill>
                <a:latin typeface="Arial" panose="020B0604020202020204" pitchFamily="34" charset="0"/>
                <a:cs typeface="Arial" panose="020B0604020202020204" pitchFamily="34" charset="0"/>
              </a:rPr>
              <a:t>2</a:t>
            </a:r>
          </a:p>
        </p:txBody>
      </p:sp>
      <p:sp>
        <p:nvSpPr>
          <p:cNvPr id="68" name="TextBox 42">
            <a:extLst>
              <a:ext uri="{FF2B5EF4-FFF2-40B4-BE49-F238E27FC236}">
                <a16:creationId xmlns:a16="http://schemas.microsoft.com/office/drawing/2014/main" id="{CFC68712-2DB7-A56E-DE95-39E683E98E78}"/>
              </a:ext>
            </a:extLst>
          </p:cNvPr>
          <p:cNvSpPr txBox="1"/>
          <p:nvPr/>
        </p:nvSpPr>
        <p:spPr>
          <a:xfrm>
            <a:off x="4662189" y="6380081"/>
            <a:ext cx="883691" cy="295658"/>
          </a:xfrm>
          <a:prstGeom prst="rect">
            <a:avLst/>
          </a:prstGeom>
        </p:spPr>
        <p:txBody>
          <a:bodyPr wrap="square" lIns="0" tIns="0" rIns="0" bIns="0" rtlCol="0" anchor="t">
            <a:spAutoFit/>
          </a:bodyPr>
          <a:lstStyle/>
          <a:p>
            <a:pPr algn="ctr">
              <a:lnSpc>
                <a:spcPts val="2324"/>
              </a:lnSpc>
            </a:pPr>
            <a:r>
              <a:rPr lang="en-US" sz="2350" b="1" spc="47" dirty="0">
                <a:solidFill>
                  <a:srgbClr val="FFFFFF"/>
                </a:solidFill>
                <a:latin typeface="Arial" panose="020B0604020202020204" pitchFamily="34" charset="0"/>
                <a:cs typeface="Arial" panose="020B0604020202020204" pitchFamily="34" charset="0"/>
              </a:rPr>
              <a:t>3</a:t>
            </a:r>
          </a:p>
        </p:txBody>
      </p:sp>
      <p:sp>
        <p:nvSpPr>
          <p:cNvPr id="62" name="Freeform 54">
            <a:extLst>
              <a:ext uri="{FF2B5EF4-FFF2-40B4-BE49-F238E27FC236}">
                <a16:creationId xmlns:a16="http://schemas.microsoft.com/office/drawing/2014/main" id="{FED04F3F-AAE5-7545-86A9-862E007F472E}"/>
              </a:ext>
            </a:extLst>
          </p:cNvPr>
          <p:cNvSpPr/>
          <p:nvPr/>
        </p:nvSpPr>
        <p:spPr>
          <a:xfrm>
            <a:off x="8119394" y="3812087"/>
            <a:ext cx="589193" cy="58919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p:spPr>
        <p:txBody>
          <a:bodyPr lIns="91440" tIns="45720" rIns="91440" bIns="45720" anchor="t"/>
          <a:lstStyle/>
          <a:p>
            <a:endParaRPr lang="en-US"/>
          </a:p>
        </p:txBody>
      </p:sp>
      <p:sp>
        <p:nvSpPr>
          <p:cNvPr id="63" name="TextBox 42">
            <a:extLst>
              <a:ext uri="{FF2B5EF4-FFF2-40B4-BE49-F238E27FC236}">
                <a16:creationId xmlns:a16="http://schemas.microsoft.com/office/drawing/2014/main" id="{CDEE38E4-C123-E044-9FA6-1190E1D5AC52}"/>
              </a:ext>
            </a:extLst>
          </p:cNvPr>
          <p:cNvSpPr txBox="1"/>
          <p:nvPr/>
        </p:nvSpPr>
        <p:spPr>
          <a:xfrm>
            <a:off x="8310317" y="4000931"/>
            <a:ext cx="1321457" cy="294953"/>
          </a:xfrm>
          <a:prstGeom prst="rect">
            <a:avLst/>
          </a:prstGeom>
        </p:spPr>
        <p:txBody>
          <a:bodyPr wrap="square" lIns="0" tIns="0" rIns="0" bIns="0" rtlCol="0" anchor="t">
            <a:spAutoFit/>
          </a:bodyPr>
          <a:lstStyle/>
          <a:p>
            <a:pPr>
              <a:lnSpc>
                <a:spcPts val="2324"/>
              </a:lnSpc>
            </a:pPr>
            <a:r>
              <a:rPr lang="en-US" sz="2350" b="1" spc="47" dirty="0">
                <a:solidFill>
                  <a:srgbClr val="FFFFFF"/>
                </a:solidFill>
                <a:latin typeface="Arial" panose="020B0604020202020204" pitchFamily="34" charset="0"/>
                <a:cs typeface="Arial" panose="020B0604020202020204" pitchFamily="34" charset="0"/>
              </a:rPr>
              <a:t>1</a:t>
            </a:r>
            <a:endParaRPr lang="en-US" b="1" dirty="0">
              <a:solidFill>
                <a:srgbClr val="FFFFFF"/>
              </a:solidFill>
              <a:latin typeface="Arial" panose="020B0604020202020204" pitchFamily="34" charset="0"/>
              <a:cs typeface="Arial" panose="020B0604020202020204" pitchFamily="34" charset="0"/>
            </a:endParaRPr>
          </a:p>
        </p:txBody>
      </p:sp>
      <p:sp>
        <p:nvSpPr>
          <p:cNvPr id="64" name="Freeform 54">
            <a:extLst>
              <a:ext uri="{FF2B5EF4-FFF2-40B4-BE49-F238E27FC236}">
                <a16:creationId xmlns:a16="http://schemas.microsoft.com/office/drawing/2014/main" id="{4E821172-ED1F-5349-B9D3-C920A207AAE8}"/>
              </a:ext>
            </a:extLst>
          </p:cNvPr>
          <p:cNvSpPr/>
          <p:nvPr/>
        </p:nvSpPr>
        <p:spPr>
          <a:xfrm>
            <a:off x="8121737" y="5687987"/>
            <a:ext cx="589193" cy="58919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p:spPr>
        <p:txBody>
          <a:bodyPr lIns="91440" tIns="45720" rIns="91440" bIns="45720" anchor="t"/>
          <a:lstStyle/>
          <a:p>
            <a:endParaRPr lang="en-US"/>
          </a:p>
        </p:txBody>
      </p:sp>
      <p:sp>
        <p:nvSpPr>
          <p:cNvPr id="65" name="TextBox 42">
            <a:extLst>
              <a:ext uri="{FF2B5EF4-FFF2-40B4-BE49-F238E27FC236}">
                <a16:creationId xmlns:a16="http://schemas.microsoft.com/office/drawing/2014/main" id="{6BC65847-DCEA-BB41-BAA5-B8F1F475C22C}"/>
              </a:ext>
            </a:extLst>
          </p:cNvPr>
          <p:cNvSpPr txBox="1"/>
          <p:nvPr/>
        </p:nvSpPr>
        <p:spPr>
          <a:xfrm>
            <a:off x="8343805" y="5859788"/>
            <a:ext cx="1869033" cy="299697"/>
          </a:xfrm>
          <a:prstGeom prst="rect">
            <a:avLst/>
          </a:prstGeom>
        </p:spPr>
        <p:txBody>
          <a:bodyPr lIns="0" tIns="0" rIns="0" bIns="0" rtlCol="0" anchor="t">
            <a:spAutoFit/>
          </a:bodyPr>
          <a:lstStyle/>
          <a:p>
            <a:pPr>
              <a:lnSpc>
                <a:spcPts val="2324"/>
              </a:lnSpc>
            </a:pPr>
            <a:r>
              <a:rPr lang="en-US" sz="2350" b="1" spc="47">
                <a:solidFill>
                  <a:srgbClr val="FFFFFF"/>
                </a:solidFill>
                <a:latin typeface="Arial" panose="020B0604020202020204" pitchFamily="34" charset="0"/>
                <a:cs typeface="Arial" panose="020B0604020202020204" pitchFamily="34" charset="0"/>
              </a:rPr>
              <a:t>2</a:t>
            </a:r>
          </a:p>
        </p:txBody>
      </p:sp>
      <p:grpSp>
        <p:nvGrpSpPr>
          <p:cNvPr id="69" name="Group 56">
            <a:extLst>
              <a:ext uri="{FF2B5EF4-FFF2-40B4-BE49-F238E27FC236}">
                <a16:creationId xmlns:a16="http://schemas.microsoft.com/office/drawing/2014/main" id="{2064B2F0-0839-4847-A2B9-D857E3BF8FDF}"/>
              </a:ext>
            </a:extLst>
          </p:cNvPr>
          <p:cNvGrpSpPr/>
          <p:nvPr/>
        </p:nvGrpSpPr>
        <p:grpSpPr>
          <a:xfrm>
            <a:off x="8113002" y="7613267"/>
            <a:ext cx="589193" cy="589193"/>
            <a:chOff x="0" y="0"/>
            <a:chExt cx="812800" cy="812800"/>
          </a:xfrm>
        </p:grpSpPr>
        <p:sp>
          <p:nvSpPr>
            <p:cNvPr id="70" name="Freeform 57">
              <a:extLst>
                <a:ext uri="{FF2B5EF4-FFF2-40B4-BE49-F238E27FC236}">
                  <a16:creationId xmlns:a16="http://schemas.microsoft.com/office/drawing/2014/main" id="{A49B39B7-DEE6-4D4F-910E-3EDD4210C3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8BBB"/>
            </a:solidFill>
          </p:spPr>
          <p:txBody>
            <a:bodyPr/>
            <a:lstStyle/>
            <a:p>
              <a:endParaRPr lang="en-US"/>
            </a:p>
          </p:txBody>
        </p:sp>
        <p:sp>
          <p:nvSpPr>
            <p:cNvPr id="71" name="TextBox 58">
              <a:extLst>
                <a:ext uri="{FF2B5EF4-FFF2-40B4-BE49-F238E27FC236}">
                  <a16:creationId xmlns:a16="http://schemas.microsoft.com/office/drawing/2014/main" id="{4D020734-9437-9D48-BA2E-170D4191045B}"/>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sp>
        <p:nvSpPr>
          <p:cNvPr id="72" name="TextBox 42">
            <a:extLst>
              <a:ext uri="{FF2B5EF4-FFF2-40B4-BE49-F238E27FC236}">
                <a16:creationId xmlns:a16="http://schemas.microsoft.com/office/drawing/2014/main" id="{135061E2-A725-3647-A169-320651DD7A67}"/>
              </a:ext>
            </a:extLst>
          </p:cNvPr>
          <p:cNvSpPr txBox="1"/>
          <p:nvPr/>
        </p:nvSpPr>
        <p:spPr>
          <a:xfrm>
            <a:off x="8328298" y="7800299"/>
            <a:ext cx="1869033" cy="299697"/>
          </a:xfrm>
          <a:prstGeom prst="rect">
            <a:avLst/>
          </a:prstGeom>
        </p:spPr>
        <p:txBody>
          <a:bodyPr lIns="0" tIns="0" rIns="0" bIns="0" rtlCol="0" anchor="t">
            <a:spAutoFit/>
          </a:bodyPr>
          <a:lstStyle/>
          <a:p>
            <a:pPr>
              <a:lnSpc>
                <a:spcPts val="2324"/>
              </a:lnSpc>
            </a:pPr>
            <a:r>
              <a:rPr lang="en-US" sz="2350" b="1" spc="47">
                <a:solidFill>
                  <a:srgbClr val="FFFFFF"/>
                </a:solidFill>
                <a:latin typeface="Arial" panose="020B0604020202020204" pitchFamily="34" charset="0"/>
                <a:cs typeface="Arial" panose="020B0604020202020204" pitchFamily="34" charset="0"/>
              </a:rPr>
              <a:t>3</a:t>
            </a:r>
          </a:p>
        </p:txBody>
      </p:sp>
      <p:sp>
        <p:nvSpPr>
          <p:cNvPr id="74" name="Freeform 5">
            <a:extLst>
              <a:ext uri="{FF2B5EF4-FFF2-40B4-BE49-F238E27FC236}">
                <a16:creationId xmlns:a16="http://schemas.microsoft.com/office/drawing/2014/main" id="{204C4646-7FBC-C942-9636-B44121CC7EC8}"/>
              </a:ext>
            </a:extLst>
          </p:cNvPr>
          <p:cNvSpPr/>
          <p:nvPr/>
        </p:nvSpPr>
        <p:spPr>
          <a:xfrm>
            <a:off x="8867948" y="3356541"/>
            <a:ext cx="3956086" cy="1510509"/>
          </a:xfrm>
          <a:custGeom>
            <a:avLst/>
            <a:gdLst/>
            <a:ahLst/>
            <a:cxnLst/>
            <a:rect l="l" t="t" r="r" b="b"/>
            <a:pathLst>
              <a:path w="1369308" h="522828">
                <a:moveTo>
                  <a:pt x="0" y="0"/>
                </a:moveTo>
                <a:lnTo>
                  <a:pt x="1369308" y="0"/>
                </a:lnTo>
                <a:lnTo>
                  <a:pt x="1369308" y="522828"/>
                </a:lnTo>
                <a:lnTo>
                  <a:pt x="0" y="522828"/>
                </a:lnTo>
                <a:close/>
              </a:path>
            </a:pathLst>
          </a:custGeom>
          <a:solidFill>
            <a:srgbClr val="DFDDDD"/>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grpSp>
        <p:nvGrpSpPr>
          <p:cNvPr id="76" name="Group 7">
            <a:extLst>
              <a:ext uri="{FF2B5EF4-FFF2-40B4-BE49-F238E27FC236}">
                <a16:creationId xmlns:a16="http://schemas.microsoft.com/office/drawing/2014/main" id="{D6A6DBA5-5938-6442-9542-E04ECB5F9228}"/>
              </a:ext>
            </a:extLst>
          </p:cNvPr>
          <p:cNvGrpSpPr/>
          <p:nvPr/>
        </p:nvGrpSpPr>
        <p:grpSpPr>
          <a:xfrm>
            <a:off x="13798514" y="2054793"/>
            <a:ext cx="3956086" cy="815973"/>
            <a:chOff x="0" y="0"/>
            <a:chExt cx="1619237" cy="333980"/>
          </a:xfrm>
        </p:grpSpPr>
        <p:sp>
          <p:nvSpPr>
            <p:cNvPr id="77" name="Freeform 8">
              <a:extLst>
                <a:ext uri="{FF2B5EF4-FFF2-40B4-BE49-F238E27FC236}">
                  <a16:creationId xmlns:a16="http://schemas.microsoft.com/office/drawing/2014/main" id="{315863B7-1730-324F-B3AC-A09FC223C975}"/>
                </a:ext>
              </a:extLst>
            </p:cNvPr>
            <p:cNvSpPr/>
            <p:nvPr/>
          </p:nvSpPr>
          <p:spPr>
            <a:xfrm>
              <a:off x="0" y="0"/>
              <a:ext cx="1619237" cy="333980"/>
            </a:xfrm>
            <a:custGeom>
              <a:avLst/>
              <a:gdLst/>
              <a:ahLst/>
              <a:cxnLst/>
              <a:rect l="l" t="t" r="r" b="b"/>
              <a:pathLst>
                <a:path w="1619237" h="333980">
                  <a:moveTo>
                    <a:pt x="0" y="0"/>
                  </a:moveTo>
                  <a:lnTo>
                    <a:pt x="1619237" y="0"/>
                  </a:lnTo>
                  <a:lnTo>
                    <a:pt x="1619237" y="333980"/>
                  </a:lnTo>
                  <a:lnTo>
                    <a:pt x="0" y="333980"/>
                  </a:lnTo>
                  <a:close/>
                </a:path>
              </a:pathLst>
            </a:custGeom>
            <a:solidFill>
              <a:srgbClr val="263F6B"/>
            </a:solidFill>
          </p:spPr>
          <p:txBody>
            <a:bodyPr/>
            <a:lstStyle/>
            <a:p>
              <a:endParaRPr lang="en-CA"/>
            </a:p>
          </p:txBody>
        </p:sp>
        <p:sp>
          <p:nvSpPr>
            <p:cNvPr id="78" name="TextBox 9">
              <a:extLst>
                <a:ext uri="{FF2B5EF4-FFF2-40B4-BE49-F238E27FC236}">
                  <a16:creationId xmlns:a16="http://schemas.microsoft.com/office/drawing/2014/main" id="{3536AEB4-9716-C145-98F9-47686BB3E0C9}"/>
                </a:ext>
              </a:extLst>
            </p:cNvPr>
            <p:cNvSpPr txBox="1"/>
            <p:nvPr/>
          </p:nvSpPr>
          <p:spPr>
            <a:xfrm>
              <a:off x="0" y="-19050"/>
              <a:ext cx="1619237" cy="353030"/>
            </a:xfrm>
            <a:prstGeom prst="rect">
              <a:avLst/>
            </a:prstGeom>
          </p:spPr>
          <p:txBody>
            <a:bodyPr lIns="50800" tIns="50800" rIns="50800" bIns="50800" rtlCol="0" anchor="ctr"/>
            <a:lstStyle/>
            <a:p>
              <a:pPr algn="ctr">
                <a:lnSpc>
                  <a:spcPts val="3250"/>
                </a:lnSpc>
              </a:pPr>
              <a:endParaRPr/>
            </a:p>
          </p:txBody>
        </p:sp>
      </p:grpSp>
      <p:grpSp>
        <p:nvGrpSpPr>
          <p:cNvPr id="79" name="Group 10">
            <a:extLst>
              <a:ext uri="{FF2B5EF4-FFF2-40B4-BE49-F238E27FC236}">
                <a16:creationId xmlns:a16="http://schemas.microsoft.com/office/drawing/2014/main" id="{30004E44-DAE9-054A-BC91-7180692D1D8A}"/>
              </a:ext>
            </a:extLst>
          </p:cNvPr>
          <p:cNvGrpSpPr/>
          <p:nvPr/>
        </p:nvGrpSpPr>
        <p:grpSpPr>
          <a:xfrm>
            <a:off x="8867948" y="2054793"/>
            <a:ext cx="3956086" cy="815973"/>
            <a:chOff x="0" y="0"/>
            <a:chExt cx="1619237" cy="333980"/>
          </a:xfrm>
        </p:grpSpPr>
        <p:sp>
          <p:nvSpPr>
            <p:cNvPr id="80" name="Freeform 11">
              <a:extLst>
                <a:ext uri="{FF2B5EF4-FFF2-40B4-BE49-F238E27FC236}">
                  <a16:creationId xmlns:a16="http://schemas.microsoft.com/office/drawing/2014/main" id="{54EE2414-03FE-CB41-9116-6BB0B830B1AB}"/>
                </a:ext>
              </a:extLst>
            </p:cNvPr>
            <p:cNvSpPr/>
            <p:nvPr/>
          </p:nvSpPr>
          <p:spPr>
            <a:xfrm>
              <a:off x="0" y="0"/>
              <a:ext cx="1619237" cy="333980"/>
            </a:xfrm>
            <a:custGeom>
              <a:avLst/>
              <a:gdLst/>
              <a:ahLst/>
              <a:cxnLst/>
              <a:rect l="l" t="t" r="r" b="b"/>
              <a:pathLst>
                <a:path w="1619237" h="333980">
                  <a:moveTo>
                    <a:pt x="0" y="0"/>
                  </a:moveTo>
                  <a:lnTo>
                    <a:pt x="1619237" y="0"/>
                  </a:lnTo>
                  <a:lnTo>
                    <a:pt x="1619237" y="333980"/>
                  </a:lnTo>
                  <a:lnTo>
                    <a:pt x="0" y="333980"/>
                  </a:lnTo>
                  <a:close/>
                </a:path>
              </a:pathLst>
            </a:custGeom>
            <a:solidFill>
              <a:srgbClr val="263F6B"/>
            </a:solidFill>
          </p:spPr>
          <p:txBody>
            <a:bodyPr/>
            <a:lstStyle/>
            <a:p>
              <a:endParaRPr lang="en-CA" dirty="0"/>
            </a:p>
          </p:txBody>
        </p:sp>
        <p:sp>
          <p:nvSpPr>
            <p:cNvPr id="81" name="TextBox 12">
              <a:extLst>
                <a:ext uri="{FF2B5EF4-FFF2-40B4-BE49-F238E27FC236}">
                  <a16:creationId xmlns:a16="http://schemas.microsoft.com/office/drawing/2014/main" id="{F161DBA1-A155-8242-A06B-456A21F1ACF0}"/>
                </a:ext>
              </a:extLst>
            </p:cNvPr>
            <p:cNvSpPr txBox="1"/>
            <p:nvPr/>
          </p:nvSpPr>
          <p:spPr>
            <a:xfrm>
              <a:off x="0" y="-19050"/>
              <a:ext cx="1619237" cy="353030"/>
            </a:xfrm>
            <a:prstGeom prst="rect">
              <a:avLst/>
            </a:prstGeom>
          </p:spPr>
          <p:txBody>
            <a:bodyPr lIns="50800" tIns="50800" rIns="50800" bIns="50800" rtlCol="0" anchor="ctr"/>
            <a:lstStyle/>
            <a:p>
              <a:pPr algn="ctr">
                <a:lnSpc>
                  <a:spcPts val="3250"/>
                </a:lnSpc>
              </a:pPr>
              <a:endParaRPr/>
            </a:p>
          </p:txBody>
        </p:sp>
      </p:grpSp>
      <p:sp>
        <p:nvSpPr>
          <p:cNvPr id="85" name="Freeform 16">
            <a:extLst>
              <a:ext uri="{FF2B5EF4-FFF2-40B4-BE49-F238E27FC236}">
                <a16:creationId xmlns:a16="http://schemas.microsoft.com/office/drawing/2014/main" id="{0C7BA69E-0FCC-0E4B-B5F5-A52EFBF72A55}"/>
              </a:ext>
            </a:extLst>
          </p:cNvPr>
          <p:cNvSpPr/>
          <p:nvPr/>
        </p:nvSpPr>
        <p:spPr>
          <a:xfrm>
            <a:off x="13002831" y="3650663"/>
            <a:ext cx="616886" cy="922265"/>
          </a:xfrm>
          <a:custGeom>
            <a:avLst/>
            <a:gdLst/>
            <a:ahLst/>
            <a:cxnLst/>
            <a:rect l="l" t="t" r="r" b="b"/>
            <a:pathLst>
              <a:path w="616886" h="922265">
                <a:moveTo>
                  <a:pt x="0" y="0"/>
                </a:moveTo>
                <a:lnTo>
                  <a:pt x="616887" y="0"/>
                </a:lnTo>
                <a:lnTo>
                  <a:pt x="616887" y="922265"/>
                </a:lnTo>
                <a:lnTo>
                  <a:pt x="0" y="9222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89" name="Freeform 23">
            <a:extLst>
              <a:ext uri="{FF2B5EF4-FFF2-40B4-BE49-F238E27FC236}">
                <a16:creationId xmlns:a16="http://schemas.microsoft.com/office/drawing/2014/main" id="{648F080B-751B-BA4A-B0BC-A5785D0947FD}"/>
              </a:ext>
            </a:extLst>
          </p:cNvPr>
          <p:cNvSpPr/>
          <p:nvPr/>
        </p:nvSpPr>
        <p:spPr>
          <a:xfrm>
            <a:off x="13002831" y="5542397"/>
            <a:ext cx="616886" cy="922265"/>
          </a:xfrm>
          <a:custGeom>
            <a:avLst/>
            <a:gdLst/>
            <a:ahLst/>
            <a:cxnLst/>
            <a:rect l="l" t="t" r="r" b="b"/>
            <a:pathLst>
              <a:path w="616886" h="922265">
                <a:moveTo>
                  <a:pt x="0" y="0"/>
                </a:moveTo>
                <a:lnTo>
                  <a:pt x="616887" y="0"/>
                </a:lnTo>
                <a:lnTo>
                  <a:pt x="616887" y="922265"/>
                </a:lnTo>
                <a:lnTo>
                  <a:pt x="0" y="9222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96" name="Freeform 30">
            <a:extLst>
              <a:ext uri="{FF2B5EF4-FFF2-40B4-BE49-F238E27FC236}">
                <a16:creationId xmlns:a16="http://schemas.microsoft.com/office/drawing/2014/main" id="{42998946-812E-354B-B492-DBB6110ABF92}"/>
              </a:ext>
            </a:extLst>
          </p:cNvPr>
          <p:cNvSpPr/>
          <p:nvPr/>
        </p:nvSpPr>
        <p:spPr>
          <a:xfrm>
            <a:off x="13002831" y="7433907"/>
            <a:ext cx="616886" cy="922265"/>
          </a:xfrm>
          <a:custGeom>
            <a:avLst/>
            <a:gdLst/>
            <a:ahLst/>
            <a:cxnLst/>
            <a:rect l="l" t="t" r="r" b="b"/>
            <a:pathLst>
              <a:path w="616886" h="922265">
                <a:moveTo>
                  <a:pt x="0" y="0"/>
                </a:moveTo>
                <a:lnTo>
                  <a:pt x="616887" y="0"/>
                </a:lnTo>
                <a:lnTo>
                  <a:pt x="616887" y="922264"/>
                </a:lnTo>
                <a:lnTo>
                  <a:pt x="0" y="9222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97" name="TextBox 37">
            <a:extLst>
              <a:ext uri="{FF2B5EF4-FFF2-40B4-BE49-F238E27FC236}">
                <a16:creationId xmlns:a16="http://schemas.microsoft.com/office/drawing/2014/main" id="{241733A3-47A9-554D-9A61-51D182ABAAFE}"/>
              </a:ext>
            </a:extLst>
          </p:cNvPr>
          <p:cNvSpPr txBox="1"/>
          <p:nvPr/>
        </p:nvSpPr>
        <p:spPr>
          <a:xfrm>
            <a:off x="13999299" y="2308007"/>
            <a:ext cx="3554516" cy="333425"/>
          </a:xfrm>
          <a:prstGeom prst="rect">
            <a:avLst/>
          </a:prstGeom>
        </p:spPr>
        <p:txBody>
          <a:bodyPr lIns="0" tIns="0" rIns="0" bIns="0" rtlCol="0" anchor="t">
            <a:spAutoFit/>
          </a:bodyPr>
          <a:lstStyle/>
          <a:p>
            <a:pPr algn="ctr">
              <a:lnSpc>
                <a:spcPts val="2614"/>
              </a:lnSpc>
            </a:pPr>
            <a:r>
              <a:rPr lang="en-US" sz="2668" b="1" spc="53">
                <a:solidFill>
                  <a:srgbClr val="FFFFFF"/>
                </a:solidFill>
                <a:latin typeface="Arial" panose="020B0604020202020204" pitchFamily="34" charset="0"/>
                <a:cs typeface="Arial" panose="020B0604020202020204" pitchFamily="34" charset="0"/>
              </a:rPr>
              <a:t>MITIGATIONS</a:t>
            </a:r>
          </a:p>
        </p:txBody>
      </p:sp>
      <p:sp>
        <p:nvSpPr>
          <p:cNvPr id="98" name="TextBox 38">
            <a:extLst>
              <a:ext uri="{FF2B5EF4-FFF2-40B4-BE49-F238E27FC236}">
                <a16:creationId xmlns:a16="http://schemas.microsoft.com/office/drawing/2014/main" id="{D8373971-576F-BC4E-83EE-498B205548FA}"/>
              </a:ext>
            </a:extLst>
          </p:cNvPr>
          <p:cNvSpPr txBox="1"/>
          <p:nvPr/>
        </p:nvSpPr>
        <p:spPr>
          <a:xfrm>
            <a:off x="9068734" y="2308007"/>
            <a:ext cx="3554516" cy="333425"/>
          </a:xfrm>
          <a:prstGeom prst="rect">
            <a:avLst/>
          </a:prstGeom>
        </p:spPr>
        <p:txBody>
          <a:bodyPr lIns="0" tIns="0" rIns="0" bIns="0" rtlCol="0" anchor="t">
            <a:spAutoFit/>
          </a:bodyPr>
          <a:lstStyle/>
          <a:p>
            <a:pPr algn="ctr">
              <a:lnSpc>
                <a:spcPts val="2614"/>
              </a:lnSpc>
            </a:pPr>
            <a:r>
              <a:rPr lang="en-US" sz="2668" b="1" spc="53">
                <a:solidFill>
                  <a:srgbClr val="FFFFFF"/>
                </a:solidFill>
                <a:latin typeface="Arial" panose="020B0604020202020204" pitchFamily="34" charset="0"/>
                <a:cs typeface="Arial" panose="020B0604020202020204" pitchFamily="34" charset="0"/>
              </a:rPr>
              <a:t>RISKS</a:t>
            </a:r>
          </a:p>
        </p:txBody>
      </p:sp>
      <p:sp>
        <p:nvSpPr>
          <p:cNvPr id="8" name="Slide Number Placeholder 7">
            <a:extLst>
              <a:ext uri="{FF2B5EF4-FFF2-40B4-BE49-F238E27FC236}">
                <a16:creationId xmlns:a16="http://schemas.microsoft.com/office/drawing/2014/main" id="{D945B4F4-CDF6-6471-4D1A-B24835469E85}"/>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16" name="Text Placeholder 15">
            <a:extLst>
              <a:ext uri="{FF2B5EF4-FFF2-40B4-BE49-F238E27FC236}">
                <a16:creationId xmlns:a16="http://schemas.microsoft.com/office/drawing/2014/main" id="{E0B88FC5-39D3-D772-97A0-EEE223A67FAE}"/>
              </a:ext>
            </a:extLst>
          </p:cNvPr>
          <p:cNvSpPr>
            <a:spLocks noGrp="1"/>
          </p:cNvSpPr>
          <p:nvPr>
            <p:ph type="body" sz="quarter" idx="14"/>
          </p:nvPr>
        </p:nvSpPr>
        <p:spPr/>
        <p:txBody>
          <a:bodyPr/>
          <a:lstStyle/>
          <a:p>
            <a:r>
              <a:rPr lang="en-US" dirty="0"/>
              <a:t>Risks &amp; Mitigations</a:t>
            </a:r>
          </a:p>
        </p:txBody>
      </p:sp>
      <p:sp>
        <p:nvSpPr>
          <p:cNvPr id="17" name="Text Placeholder 16">
            <a:extLst>
              <a:ext uri="{FF2B5EF4-FFF2-40B4-BE49-F238E27FC236}">
                <a16:creationId xmlns:a16="http://schemas.microsoft.com/office/drawing/2014/main" id="{11AEC44C-AB9A-DFF3-A12C-DDC1B9A335A7}"/>
              </a:ext>
            </a:extLst>
          </p:cNvPr>
          <p:cNvSpPr>
            <a:spLocks noGrp="1"/>
          </p:cNvSpPr>
          <p:nvPr>
            <p:ph type="body" sz="quarter" idx="15"/>
          </p:nvPr>
        </p:nvSpPr>
        <p:spPr/>
        <p:txBody>
          <a:bodyPr/>
          <a:lstStyle/>
          <a:p>
            <a:r>
              <a:rPr lang="en-US" dirty="0"/>
              <a:t>Key Risks</a:t>
            </a:r>
          </a:p>
        </p:txBody>
      </p:sp>
      <p:sp>
        <p:nvSpPr>
          <p:cNvPr id="18" name="Text Placeholder 17">
            <a:extLst>
              <a:ext uri="{FF2B5EF4-FFF2-40B4-BE49-F238E27FC236}">
                <a16:creationId xmlns:a16="http://schemas.microsoft.com/office/drawing/2014/main" id="{1480ABF7-FC2A-F101-EA7B-59CE9D7075F0}"/>
              </a:ext>
            </a:extLst>
          </p:cNvPr>
          <p:cNvSpPr>
            <a:spLocks noGrp="1"/>
          </p:cNvSpPr>
          <p:nvPr>
            <p:ph type="body" sz="quarter" idx="16"/>
          </p:nvPr>
        </p:nvSpPr>
        <p:spPr/>
        <p:txBody>
          <a:bodyPr/>
          <a:lstStyle/>
          <a:p>
            <a:endParaRPr lang="en-US"/>
          </a:p>
        </p:txBody>
      </p:sp>
      <p:cxnSp>
        <p:nvCxnSpPr>
          <p:cNvPr id="105" name="Straight Arrow Connector 104">
            <a:extLst>
              <a:ext uri="{FF2B5EF4-FFF2-40B4-BE49-F238E27FC236}">
                <a16:creationId xmlns:a16="http://schemas.microsoft.com/office/drawing/2014/main" id="{B1E28C3E-77FF-8146-A473-120B9AD8B619}"/>
              </a:ext>
            </a:extLst>
          </p:cNvPr>
          <p:cNvCxnSpPr>
            <a:cxnSpLocks/>
          </p:cNvCxnSpPr>
          <p:nvPr/>
        </p:nvCxnSpPr>
        <p:spPr>
          <a:xfrm flipV="1">
            <a:off x="973098" y="2538032"/>
            <a:ext cx="0" cy="6098830"/>
          </a:xfrm>
          <a:prstGeom prst="straightConnector1">
            <a:avLst/>
          </a:prstGeom>
          <a:ln w="762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95B76C1F-4B5F-0C46-8322-CDD4D622AA68}"/>
              </a:ext>
            </a:extLst>
          </p:cNvPr>
          <p:cNvCxnSpPr>
            <a:cxnSpLocks/>
          </p:cNvCxnSpPr>
          <p:nvPr/>
        </p:nvCxnSpPr>
        <p:spPr>
          <a:xfrm>
            <a:off x="951668" y="8611165"/>
            <a:ext cx="6551169" cy="0"/>
          </a:xfrm>
          <a:prstGeom prst="straightConnector1">
            <a:avLst/>
          </a:prstGeom>
          <a:ln w="762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7" name="Freeform 5">
            <a:extLst>
              <a:ext uri="{FF2B5EF4-FFF2-40B4-BE49-F238E27FC236}">
                <a16:creationId xmlns:a16="http://schemas.microsoft.com/office/drawing/2014/main" id="{43CAF034-027E-884C-B444-DF52027F7E8C}"/>
              </a:ext>
            </a:extLst>
          </p:cNvPr>
          <p:cNvSpPr/>
          <p:nvPr/>
        </p:nvSpPr>
        <p:spPr>
          <a:xfrm>
            <a:off x="8878837" y="5310616"/>
            <a:ext cx="3956086" cy="1510509"/>
          </a:xfrm>
          <a:custGeom>
            <a:avLst/>
            <a:gdLst/>
            <a:ahLst/>
            <a:cxnLst/>
            <a:rect l="l" t="t" r="r" b="b"/>
            <a:pathLst>
              <a:path w="1369308" h="522828">
                <a:moveTo>
                  <a:pt x="0" y="0"/>
                </a:moveTo>
                <a:lnTo>
                  <a:pt x="1369308" y="0"/>
                </a:lnTo>
                <a:lnTo>
                  <a:pt x="1369308" y="522828"/>
                </a:lnTo>
                <a:lnTo>
                  <a:pt x="0" y="522828"/>
                </a:lnTo>
                <a:close/>
              </a:path>
            </a:pathLst>
          </a:custGeom>
          <a:solidFill>
            <a:srgbClr val="DFDDDD"/>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108" name="Freeform 5">
            <a:extLst>
              <a:ext uri="{FF2B5EF4-FFF2-40B4-BE49-F238E27FC236}">
                <a16:creationId xmlns:a16="http://schemas.microsoft.com/office/drawing/2014/main" id="{176FDAC5-9A3C-0C47-9A0E-485FEC56E5E0}"/>
              </a:ext>
            </a:extLst>
          </p:cNvPr>
          <p:cNvSpPr/>
          <p:nvPr/>
        </p:nvSpPr>
        <p:spPr>
          <a:xfrm>
            <a:off x="8880992" y="7194641"/>
            <a:ext cx="3956086" cy="1510509"/>
          </a:xfrm>
          <a:custGeom>
            <a:avLst/>
            <a:gdLst/>
            <a:ahLst/>
            <a:cxnLst/>
            <a:rect l="l" t="t" r="r" b="b"/>
            <a:pathLst>
              <a:path w="1369308" h="522828">
                <a:moveTo>
                  <a:pt x="0" y="0"/>
                </a:moveTo>
                <a:lnTo>
                  <a:pt x="1369308" y="0"/>
                </a:lnTo>
                <a:lnTo>
                  <a:pt x="1369308" y="522828"/>
                </a:lnTo>
                <a:lnTo>
                  <a:pt x="0" y="522828"/>
                </a:lnTo>
                <a:close/>
              </a:path>
            </a:pathLst>
          </a:custGeom>
          <a:solidFill>
            <a:srgbClr val="DFDDDD"/>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109" name="Freeform 5">
            <a:extLst>
              <a:ext uri="{FF2B5EF4-FFF2-40B4-BE49-F238E27FC236}">
                <a16:creationId xmlns:a16="http://schemas.microsoft.com/office/drawing/2014/main" id="{5DDEE332-1CC3-6D4A-A11B-682453ACA82F}"/>
              </a:ext>
            </a:extLst>
          </p:cNvPr>
          <p:cNvSpPr/>
          <p:nvPr/>
        </p:nvSpPr>
        <p:spPr>
          <a:xfrm>
            <a:off x="13820198" y="3348836"/>
            <a:ext cx="3956086" cy="1510509"/>
          </a:xfrm>
          <a:custGeom>
            <a:avLst/>
            <a:gdLst/>
            <a:ahLst/>
            <a:cxnLst/>
            <a:rect l="l" t="t" r="r" b="b"/>
            <a:pathLst>
              <a:path w="1369308" h="522828">
                <a:moveTo>
                  <a:pt x="0" y="0"/>
                </a:moveTo>
                <a:lnTo>
                  <a:pt x="1369308" y="0"/>
                </a:lnTo>
                <a:lnTo>
                  <a:pt x="1369308" y="522828"/>
                </a:lnTo>
                <a:lnTo>
                  <a:pt x="0" y="522828"/>
                </a:lnTo>
                <a:close/>
              </a:path>
            </a:pathLst>
          </a:custGeom>
          <a:solidFill>
            <a:srgbClr val="DFDDDD"/>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110" name="Freeform 5">
            <a:extLst>
              <a:ext uri="{FF2B5EF4-FFF2-40B4-BE49-F238E27FC236}">
                <a16:creationId xmlns:a16="http://schemas.microsoft.com/office/drawing/2014/main" id="{74BCCBBB-4D03-0248-923A-C74371F65B72}"/>
              </a:ext>
            </a:extLst>
          </p:cNvPr>
          <p:cNvSpPr/>
          <p:nvPr/>
        </p:nvSpPr>
        <p:spPr>
          <a:xfrm>
            <a:off x="13787625" y="5337415"/>
            <a:ext cx="3956086" cy="1510509"/>
          </a:xfrm>
          <a:custGeom>
            <a:avLst/>
            <a:gdLst/>
            <a:ahLst/>
            <a:cxnLst/>
            <a:rect l="l" t="t" r="r" b="b"/>
            <a:pathLst>
              <a:path w="1369308" h="522828">
                <a:moveTo>
                  <a:pt x="0" y="0"/>
                </a:moveTo>
                <a:lnTo>
                  <a:pt x="1369308" y="0"/>
                </a:lnTo>
                <a:lnTo>
                  <a:pt x="1369308" y="522828"/>
                </a:lnTo>
                <a:lnTo>
                  <a:pt x="0" y="522828"/>
                </a:lnTo>
                <a:close/>
              </a:path>
            </a:pathLst>
          </a:custGeom>
          <a:solidFill>
            <a:srgbClr val="DFDDDD"/>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111" name="Freeform 5">
            <a:extLst>
              <a:ext uri="{FF2B5EF4-FFF2-40B4-BE49-F238E27FC236}">
                <a16:creationId xmlns:a16="http://schemas.microsoft.com/office/drawing/2014/main" id="{24DBF96B-67BE-D141-8996-3E9086B9DEA1}"/>
              </a:ext>
            </a:extLst>
          </p:cNvPr>
          <p:cNvSpPr/>
          <p:nvPr/>
        </p:nvSpPr>
        <p:spPr>
          <a:xfrm>
            <a:off x="13798514" y="7211611"/>
            <a:ext cx="3956086" cy="1510509"/>
          </a:xfrm>
          <a:custGeom>
            <a:avLst/>
            <a:gdLst/>
            <a:ahLst/>
            <a:cxnLst/>
            <a:rect l="l" t="t" r="r" b="b"/>
            <a:pathLst>
              <a:path w="1369308" h="522828">
                <a:moveTo>
                  <a:pt x="0" y="0"/>
                </a:moveTo>
                <a:lnTo>
                  <a:pt x="1369308" y="0"/>
                </a:lnTo>
                <a:lnTo>
                  <a:pt x="1369308" y="522828"/>
                </a:lnTo>
                <a:lnTo>
                  <a:pt x="0" y="522828"/>
                </a:lnTo>
                <a:close/>
              </a:path>
            </a:pathLst>
          </a:custGeom>
          <a:solidFill>
            <a:srgbClr val="DFDDDD"/>
          </a:solidFill>
        </p:spPr>
        <p:txBody>
          <a:bodyPr/>
          <a:lstStyle/>
          <a:p>
            <a:pPr algn="ctr"/>
            <a:endParaRPr lang="en-CA" dirty="0">
              <a:latin typeface="Arial" panose="020B0604020202020204" pitchFamily="34" charset="0"/>
              <a:cs typeface="Arial" panose="020B0604020202020204" pitchFamily="34" charset="0"/>
            </a:endParaRPr>
          </a:p>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318862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EF0391-7245-D25B-6418-A68FFCA33A08}"/>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3" name="Text Placeholder 2">
            <a:extLst>
              <a:ext uri="{FF2B5EF4-FFF2-40B4-BE49-F238E27FC236}">
                <a16:creationId xmlns:a16="http://schemas.microsoft.com/office/drawing/2014/main" id="{3567F60A-7964-825B-FD01-481EF908C2B2}"/>
              </a:ext>
            </a:extLst>
          </p:cNvPr>
          <p:cNvSpPr>
            <a:spLocks noGrp="1"/>
          </p:cNvSpPr>
          <p:nvPr>
            <p:ph type="body" sz="quarter" idx="14"/>
          </p:nvPr>
        </p:nvSpPr>
        <p:spPr/>
        <p:txBody>
          <a:bodyPr/>
          <a:lstStyle/>
          <a:p>
            <a:r>
              <a:rPr lang="en-US"/>
              <a:t>Timeline</a:t>
            </a:r>
          </a:p>
        </p:txBody>
      </p:sp>
      <p:sp>
        <p:nvSpPr>
          <p:cNvPr id="4" name="Text Placeholder 3">
            <a:extLst>
              <a:ext uri="{FF2B5EF4-FFF2-40B4-BE49-F238E27FC236}">
                <a16:creationId xmlns:a16="http://schemas.microsoft.com/office/drawing/2014/main" id="{8FBA4499-31FC-DFEF-5357-17E0E2C7BDB8}"/>
              </a:ext>
            </a:extLst>
          </p:cNvPr>
          <p:cNvSpPr>
            <a:spLocks noGrp="1"/>
          </p:cNvSpPr>
          <p:nvPr>
            <p:ph type="body" sz="quarter" idx="15"/>
          </p:nvPr>
        </p:nvSpPr>
        <p:spPr/>
        <p:txBody>
          <a:bodyPr/>
          <a:lstStyle/>
          <a:p>
            <a:r>
              <a:rPr lang="en-US"/>
              <a:t>5-Year Plan</a:t>
            </a:r>
          </a:p>
        </p:txBody>
      </p:sp>
      <p:sp>
        <p:nvSpPr>
          <p:cNvPr id="5" name="Text Placeholder 4">
            <a:extLst>
              <a:ext uri="{FF2B5EF4-FFF2-40B4-BE49-F238E27FC236}">
                <a16:creationId xmlns:a16="http://schemas.microsoft.com/office/drawing/2014/main" id="{78D206A5-42E7-0365-B1F8-B857F1033B33}"/>
              </a:ext>
            </a:extLst>
          </p:cNvPr>
          <p:cNvSpPr>
            <a:spLocks noGrp="1"/>
          </p:cNvSpPr>
          <p:nvPr>
            <p:ph type="body" sz="quarter" idx="16"/>
          </p:nvPr>
        </p:nvSpPr>
        <p:spPr/>
        <p:txBody>
          <a:bodyPr/>
          <a:lstStyle/>
          <a:p>
            <a:endParaRPr lang="en-US"/>
          </a:p>
        </p:txBody>
      </p:sp>
      <p:cxnSp>
        <p:nvCxnSpPr>
          <p:cNvPr id="6" name="Straight Connector 3">
            <a:extLst>
              <a:ext uri="{FF2B5EF4-FFF2-40B4-BE49-F238E27FC236}">
                <a16:creationId xmlns:a16="http://schemas.microsoft.com/office/drawing/2014/main" id="{6296FD2A-9D81-C114-FA31-6FDAB9651497}"/>
              </a:ext>
            </a:extLst>
          </p:cNvPr>
          <p:cNvCxnSpPr>
            <a:cxnSpLocks/>
          </p:cNvCxnSpPr>
          <p:nvPr/>
        </p:nvCxnSpPr>
        <p:spPr>
          <a:xfrm>
            <a:off x="11998767" y="2637965"/>
            <a:ext cx="0" cy="6310835"/>
          </a:xfrm>
          <a:prstGeom prst="line">
            <a:avLst/>
          </a:prstGeom>
          <a:ln w="12700">
            <a:solidFill>
              <a:srgbClr val="7C8AB8"/>
            </a:solidFill>
          </a:ln>
        </p:spPr>
        <p:style>
          <a:lnRef idx="1">
            <a:schemeClr val="accent1"/>
          </a:lnRef>
          <a:fillRef idx="0">
            <a:schemeClr val="accent1"/>
          </a:fillRef>
          <a:effectRef idx="0">
            <a:schemeClr val="accent1"/>
          </a:effectRef>
          <a:fontRef idx="minor">
            <a:schemeClr val="tx1"/>
          </a:fontRef>
        </p:style>
      </p:cxnSp>
      <p:cxnSp>
        <p:nvCxnSpPr>
          <p:cNvPr id="7" name="Straight Connector 3">
            <a:extLst>
              <a:ext uri="{FF2B5EF4-FFF2-40B4-BE49-F238E27FC236}">
                <a16:creationId xmlns:a16="http://schemas.microsoft.com/office/drawing/2014/main" id="{ED80857B-0E36-7196-0114-F2BC4964403D}"/>
              </a:ext>
            </a:extLst>
          </p:cNvPr>
          <p:cNvCxnSpPr>
            <a:cxnSpLocks/>
          </p:cNvCxnSpPr>
          <p:nvPr/>
        </p:nvCxnSpPr>
        <p:spPr>
          <a:xfrm>
            <a:off x="7965803" y="2708080"/>
            <a:ext cx="0" cy="6310835"/>
          </a:xfrm>
          <a:prstGeom prst="line">
            <a:avLst/>
          </a:prstGeom>
          <a:ln w="12700">
            <a:solidFill>
              <a:srgbClr val="7C8AB8"/>
            </a:solidFill>
          </a:ln>
        </p:spPr>
        <p:style>
          <a:lnRef idx="1">
            <a:schemeClr val="accent1"/>
          </a:lnRef>
          <a:fillRef idx="0">
            <a:schemeClr val="accent1"/>
          </a:fillRef>
          <a:effectRef idx="0">
            <a:schemeClr val="accent1"/>
          </a:effectRef>
          <a:fontRef idx="minor">
            <a:schemeClr val="tx1"/>
          </a:fontRef>
        </p:style>
      </p:cxnSp>
      <p:cxnSp>
        <p:nvCxnSpPr>
          <p:cNvPr id="8" name="Straight Connector 3">
            <a:extLst>
              <a:ext uri="{FF2B5EF4-FFF2-40B4-BE49-F238E27FC236}">
                <a16:creationId xmlns:a16="http://schemas.microsoft.com/office/drawing/2014/main" id="{4B712C9F-5C13-27CB-3AE6-8EF1D7A0CA83}"/>
              </a:ext>
            </a:extLst>
          </p:cNvPr>
          <p:cNvCxnSpPr>
            <a:cxnSpLocks/>
          </p:cNvCxnSpPr>
          <p:nvPr/>
        </p:nvCxnSpPr>
        <p:spPr>
          <a:xfrm>
            <a:off x="5968079" y="2708080"/>
            <a:ext cx="0" cy="6310835"/>
          </a:xfrm>
          <a:prstGeom prst="line">
            <a:avLst/>
          </a:prstGeom>
          <a:ln w="12700">
            <a:solidFill>
              <a:srgbClr val="7C8AB8"/>
            </a:solidFill>
          </a:ln>
        </p:spPr>
        <p:style>
          <a:lnRef idx="1">
            <a:schemeClr val="accent1"/>
          </a:lnRef>
          <a:fillRef idx="0">
            <a:schemeClr val="accent1"/>
          </a:fillRef>
          <a:effectRef idx="0">
            <a:schemeClr val="accent1"/>
          </a:effectRef>
          <a:fontRef idx="minor">
            <a:schemeClr val="tx1"/>
          </a:fontRef>
        </p:style>
      </p:cxnSp>
      <p:cxnSp>
        <p:nvCxnSpPr>
          <p:cNvPr id="9" name="Straight Connector 3">
            <a:extLst>
              <a:ext uri="{FF2B5EF4-FFF2-40B4-BE49-F238E27FC236}">
                <a16:creationId xmlns:a16="http://schemas.microsoft.com/office/drawing/2014/main" id="{A8A2BAAD-36F3-E75A-8364-6AB41F755B78}"/>
              </a:ext>
            </a:extLst>
          </p:cNvPr>
          <p:cNvCxnSpPr>
            <a:cxnSpLocks/>
          </p:cNvCxnSpPr>
          <p:nvPr/>
        </p:nvCxnSpPr>
        <p:spPr>
          <a:xfrm>
            <a:off x="9982484" y="2650064"/>
            <a:ext cx="0" cy="6310836"/>
          </a:xfrm>
          <a:prstGeom prst="line">
            <a:avLst/>
          </a:prstGeom>
          <a:ln w="12700">
            <a:solidFill>
              <a:srgbClr val="7C8AB8"/>
            </a:solidFill>
          </a:ln>
        </p:spPr>
        <p:style>
          <a:lnRef idx="1">
            <a:schemeClr val="accent1"/>
          </a:lnRef>
          <a:fillRef idx="0">
            <a:schemeClr val="accent1"/>
          </a:fillRef>
          <a:effectRef idx="0">
            <a:schemeClr val="accent1"/>
          </a:effectRef>
          <a:fontRef idx="minor">
            <a:schemeClr val="tx1"/>
          </a:fontRef>
        </p:style>
      </p:cxnSp>
      <p:grpSp>
        <p:nvGrpSpPr>
          <p:cNvPr id="10" name="Group 39">
            <a:extLst>
              <a:ext uri="{FF2B5EF4-FFF2-40B4-BE49-F238E27FC236}">
                <a16:creationId xmlns:a16="http://schemas.microsoft.com/office/drawing/2014/main" id="{16561983-046A-E483-D218-9B80D01625AC}"/>
              </a:ext>
            </a:extLst>
          </p:cNvPr>
          <p:cNvGrpSpPr/>
          <p:nvPr/>
        </p:nvGrpSpPr>
        <p:grpSpPr>
          <a:xfrm>
            <a:off x="4160514" y="1693980"/>
            <a:ext cx="1672872" cy="710567"/>
            <a:chOff x="2757466" y="1110190"/>
            <a:chExt cx="1261896" cy="382192"/>
          </a:xfrm>
          <a:solidFill>
            <a:srgbClr val="263E6B"/>
          </a:solidFill>
        </p:grpSpPr>
        <p:sp>
          <p:nvSpPr>
            <p:cNvPr id="11" name="object 20">
              <a:extLst>
                <a:ext uri="{FF2B5EF4-FFF2-40B4-BE49-F238E27FC236}">
                  <a16:creationId xmlns:a16="http://schemas.microsoft.com/office/drawing/2014/main" id="{B75F5267-59AE-5D7F-C4E1-4BAD9744A725}"/>
                </a:ext>
              </a:extLst>
            </p:cNvPr>
            <p:cNvSpPr txBox="1"/>
            <p:nvPr/>
          </p:nvSpPr>
          <p:spPr>
            <a:xfrm>
              <a:off x="3424427"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Q3</a:t>
              </a:r>
              <a:endParaRPr sz="1500" b="1">
                <a:solidFill>
                  <a:schemeClr val="bg1"/>
                </a:solidFill>
                <a:latin typeface="Arial" panose="020B0604020202020204" pitchFamily="34" charset="0"/>
                <a:cs typeface="Arial" panose="020B0604020202020204" pitchFamily="34" charset="0"/>
              </a:endParaRPr>
            </a:p>
          </p:txBody>
        </p:sp>
        <p:sp>
          <p:nvSpPr>
            <p:cNvPr id="12" name="object 20">
              <a:extLst>
                <a:ext uri="{FF2B5EF4-FFF2-40B4-BE49-F238E27FC236}">
                  <a16:creationId xmlns:a16="http://schemas.microsoft.com/office/drawing/2014/main" id="{53FAF5F7-C7CF-3B16-7BC9-3B3E2234529A}"/>
                </a:ext>
              </a:extLst>
            </p:cNvPr>
            <p:cNvSpPr txBox="1"/>
            <p:nvPr/>
          </p:nvSpPr>
          <p:spPr>
            <a:xfrm>
              <a:off x="275884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Q1</a:t>
              </a:r>
              <a:endParaRPr sz="1500" b="1">
                <a:solidFill>
                  <a:schemeClr val="bg1"/>
                </a:solidFill>
                <a:latin typeface="Arial" panose="020B0604020202020204" pitchFamily="34" charset="0"/>
                <a:cs typeface="Arial" panose="020B0604020202020204" pitchFamily="34" charset="0"/>
              </a:endParaRPr>
            </a:p>
          </p:txBody>
        </p:sp>
        <p:sp>
          <p:nvSpPr>
            <p:cNvPr id="13" name="object 20">
              <a:extLst>
                <a:ext uri="{FF2B5EF4-FFF2-40B4-BE49-F238E27FC236}">
                  <a16:creationId xmlns:a16="http://schemas.microsoft.com/office/drawing/2014/main" id="{118C401F-4341-0BA9-A36D-3FF8FD7B071C}"/>
                </a:ext>
              </a:extLst>
            </p:cNvPr>
            <p:cNvSpPr txBox="1"/>
            <p:nvPr/>
          </p:nvSpPr>
          <p:spPr>
            <a:xfrm>
              <a:off x="375466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Q4</a:t>
              </a:r>
              <a:endParaRPr sz="1500" b="1">
                <a:solidFill>
                  <a:schemeClr val="bg1"/>
                </a:solidFill>
                <a:latin typeface="Arial" panose="020B0604020202020204" pitchFamily="34" charset="0"/>
                <a:cs typeface="Arial" panose="020B0604020202020204" pitchFamily="34" charset="0"/>
              </a:endParaRPr>
            </a:p>
          </p:txBody>
        </p:sp>
        <p:sp>
          <p:nvSpPr>
            <p:cNvPr id="14" name="object 20">
              <a:extLst>
                <a:ext uri="{FF2B5EF4-FFF2-40B4-BE49-F238E27FC236}">
                  <a16:creationId xmlns:a16="http://schemas.microsoft.com/office/drawing/2014/main" id="{0E24B125-B944-5FC3-EC96-E82512950AF2}"/>
                </a:ext>
              </a:extLst>
            </p:cNvPr>
            <p:cNvSpPr txBox="1"/>
            <p:nvPr/>
          </p:nvSpPr>
          <p:spPr>
            <a:xfrm>
              <a:off x="3092059"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Q2</a:t>
              </a:r>
              <a:endParaRPr sz="1500" b="1">
                <a:solidFill>
                  <a:schemeClr val="bg1"/>
                </a:solidFill>
                <a:latin typeface="Arial" panose="020B0604020202020204" pitchFamily="34" charset="0"/>
                <a:cs typeface="Arial" panose="020B0604020202020204" pitchFamily="34" charset="0"/>
              </a:endParaRPr>
            </a:p>
          </p:txBody>
        </p:sp>
        <p:sp>
          <p:nvSpPr>
            <p:cNvPr id="15" name="object 14">
              <a:extLst>
                <a:ext uri="{FF2B5EF4-FFF2-40B4-BE49-F238E27FC236}">
                  <a16:creationId xmlns:a16="http://schemas.microsoft.com/office/drawing/2014/main" id="{D6120626-E79A-1AAB-40C8-B30BCDFA3E70}"/>
                </a:ext>
              </a:extLst>
            </p:cNvPr>
            <p:cNvSpPr txBox="1"/>
            <p:nvPr/>
          </p:nvSpPr>
          <p:spPr>
            <a:xfrm>
              <a:off x="2757466" y="1110190"/>
              <a:ext cx="1261786" cy="182616"/>
            </a:xfrm>
            <a:prstGeom prst="rect">
              <a:avLst/>
            </a:prstGeom>
            <a:grpFill/>
          </p:spPr>
          <p:txBody>
            <a:bodyPr vert="horz" wrap="square" lIns="0" tIns="61913" rIns="0" bIns="0" rtlCol="0">
              <a:spAutoFit/>
            </a:bodyPr>
            <a:lstStyle/>
            <a:p>
              <a:pPr marL="953" algn="ctr">
                <a:spcBef>
                  <a:spcPts val="488"/>
                </a:spcBef>
              </a:pPr>
              <a:r>
                <a:rPr lang="en-CA" b="1">
                  <a:solidFill>
                    <a:schemeClr val="bg1"/>
                  </a:solidFill>
                  <a:latin typeface="Arial" panose="020B0604020202020204" pitchFamily="34" charset="0"/>
                  <a:cs typeface="Arial" panose="020B0604020202020204" pitchFamily="34" charset="0"/>
                </a:rPr>
                <a:t>2024</a:t>
              </a:r>
              <a:endParaRPr b="1">
                <a:solidFill>
                  <a:schemeClr val="bg1"/>
                </a:solidFill>
                <a:latin typeface="Arial" panose="020B0604020202020204" pitchFamily="34" charset="0"/>
                <a:cs typeface="Arial" panose="020B0604020202020204" pitchFamily="34" charset="0"/>
              </a:endParaRPr>
            </a:p>
          </p:txBody>
        </p:sp>
      </p:grpSp>
      <p:sp>
        <p:nvSpPr>
          <p:cNvPr id="16" name="Rectangle 69">
            <a:extLst>
              <a:ext uri="{FF2B5EF4-FFF2-40B4-BE49-F238E27FC236}">
                <a16:creationId xmlns:a16="http://schemas.microsoft.com/office/drawing/2014/main" id="{BFD04694-E17C-0CC5-49B3-FA43EDEAAD6B}"/>
              </a:ext>
            </a:extLst>
          </p:cNvPr>
          <p:cNvSpPr/>
          <p:nvPr/>
        </p:nvSpPr>
        <p:spPr>
          <a:xfrm rot="16200000">
            <a:off x="-501644" y="4158485"/>
            <a:ext cx="2433228" cy="731553"/>
          </a:xfrm>
          <a:prstGeom prst="rect">
            <a:avLst/>
          </a:prstGeom>
          <a:solidFill>
            <a:srgbClr val="263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b="1" dirty="0">
                <a:solidFill>
                  <a:schemeClr val="bg1"/>
                </a:solidFill>
                <a:latin typeface="Arial" panose="020B0604020202020204" pitchFamily="34" charset="0"/>
                <a:cs typeface="Arial" panose="020B0604020202020204" pitchFamily="34" charset="0"/>
              </a:rPr>
              <a:t>Strategy 1</a:t>
            </a:r>
          </a:p>
        </p:txBody>
      </p:sp>
      <p:grpSp>
        <p:nvGrpSpPr>
          <p:cNvPr id="17" name="Group 86">
            <a:extLst>
              <a:ext uri="{FF2B5EF4-FFF2-40B4-BE49-F238E27FC236}">
                <a16:creationId xmlns:a16="http://schemas.microsoft.com/office/drawing/2014/main" id="{9E3CE5B7-1DB2-6698-C23B-89FAC747ECF7}"/>
              </a:ext>
            </a:extLst>
          </p:cNvPr>
          <p:cNvGrpSpPr/>
          <p:nvPr/>
        </p:nvGrpSpPr>
        <p:grpSpPr>
          <a:xfrm>
            <a:off x="6115669" y="1684366"/>
            <a:ext cx="1672872" cy="710567"/>
            <a:chOff x="2757466" y="1110190"/>
            <a:chExt cx="1261896" cy="382192"/>
          </a:xfrm>
          <a:solidFill>
            <a:srgbClr val="263E6B"/>
          </a:solidFill>
        </p:grpSpPr>
        <p:sp>
          <p:nvSpPr>
            <p:cNvPr id="18" name="object 20">
              <a:extLst>
                <a:ext uri="{FF2B5EF4-FFF2-40B4-BE49-F238E27FC236}">
                  <a16:creationId xmlns:a16="http://schemas.microsoft.com/office/drawing/2014/main" id="{35C4639B-7969-DA7A-E2EE-2142D3A349FF}"/>
                </a:ext>
              </a:extLst>
            </p:cNvPr>
            <p:cNvSpPr txBox="1"/>
            <p:nvPr/>
          </p:nvSpPr>
          <p:spPr>
            <a:xfrm>
              <a:off x="3424427"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Q3</a:t>
              </a:r>
              <a:endParaRPr sz="1500" b="1">
                <a:solidFill>
                  <a:schemeClr val="bg1"/>
                </a:solidFill>
                <a:latin typeface="Arial" panose="020B0604020202020204" pitchFamily="34" charset="0"/>
                <a:cs typeface="Arial" panose="020B0604020202020204" pitchFamily="34" charset="0"/>
              </a:endParaRPr>
            </a:p>
          </p:txBody>
        </p:sp>
        <p:sp>
          <p:nvSpPr>
            <p:cNvPr id="19" name="object 20">
              <a:extLst>
                <a:ext uri="{FF2B5EF4-FFF2-40B4-BE49-F238E27FC236}">
                  <a16:creationId xmlns:a16="http://schemas.microsoft.com/office/drawing/2014/main" id="{1E668106-8530-7270-9395-8DF166A75FF7}"/>
                </a:ext>
              </a:extLst>
            </p:cNvPr>
            <p:cNvSpPr txBox="1"/>
            <p:nvPr/>
          </p:nvSpPr>
          <p:spPr>
            <a:xfrm>
              <a:off x="275884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Q1</a:t>
              </a:r>
              <a:endParaRPr sz="1500" b="1">
                <a:solidFill>
                  <a:schemeClr val="bg1"/>
                </a:solidFill>
                <a:latin typeface="Arial" panose="020B0604020202020204" pitchFamily="34" charset="0"/>
                <a:cs typeface="Arial" panose="020B0604020202020204" pitchFamily="34" charset="0"/>
              </a:endParaRPr>
            </a:p>
          </p:txBody>
        </p:sp>
        <p:sp>
          <p:nvSpPr>
            <p:cNvPr id="20" name="object 20">
              <a:extLst>
                <a:ext uri="{FF2B5EF4-FFF2-40B4-BE49-F238E27FC236}">
                  <a16:creationId xmlns:a16="http://schemas.microsoft.com/office/drawing/2014/main" id="{798F73D0-8372-64CE-63CF-E8A720FC9354}"/>
                </a:ext>
              </a:extLst>
            </p:cNvPr>
            <p:cNvSpPr txBox="1"/>
            <p:nvPr/>
          </p:nvSpPr>
          <p:spPr>
            <a:xfrm>
              <a:off x="375466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Q4</a:t>
              </a:r>
              <a:endParaRPr sz="1500" b="1">
                <a:solidFill>
                  <a:schemeClr val="bg1"/>
                </a:solidFill>
                <a:latin typeface="Arial" panose="020B0604020202020204" pitchFamily="34" charset="0"/>
                <a:cs typeface="Arial" panose="020B0604020202020204" pitchFamily="34" charset="0"/>
              </a:endParaRPr>
            </a:p>
          </p:txBody>
        </p:sp>
        <p:sp>
          <p:nvSpPr>
            <p:cNvPr id="21" name="object 20">
              <a:extLst>
                <a:ext uri="{FF2B5EF4-FFF2-40B4-BE49-F238E27FC236}">
                  <a16:creationId xmlns:a16="http://schemas.microsoft.com/office/drawing/2014/main" id="{83B1E0A3-CFB8-B949-4E47-99170DE54305}"/>
                </a:ext>
              </a:extLst>
            </p:cNvPr>
            <p:cNvSpPr txBox="1"/>
            <p:nvPr/>
          </p:nvSpPr>
          <p:spPr>
            <a:xfrm>
              <a:off x="3092059"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Q2</a:t>
              </a:r>
              <a:endParaRPr sz="1500" b="1">
                <a:solidFill>
                  <a:schemeClr val="bg1"/>
                </a:solidFill>
                <a:latin typeface="Arial" panose="020B0604020202020204" pitchFamily="34" charset="0"/>
                <a:cs typeface="Arial" panose="020B0604020202020204" pitchFamily="34" charset="0"/>
              </a:endParaRPr>
            </a:p>
          </p:txBody>
        </p:sp>
        <p:sp>
          <p:nvSpPr>
            <p:cNvPr id="22" name="object 14">
              <a:extLst>
                <a:ext uri="{FF2B5EF4-FFF2-40B4-BE49-F238E27FC236}">
                  <a16:creationId xmlns:a16="http://schemas.microsoft.com/office/drawing/2014/main" id="{A38B57D9-AB42-D872-7A81-74A7A4975F9A}"/>
                </a:ext>
              </a:extLst>
            </p:cNvPr>
            <p:cNvSpPr txBox="1"/>
            <p:nvPr/>
          </p:nvSpPr>
          <p:spPr>
            <a:xfrm>
              <a:off x="2757466" y="1110190"/>
              <a:ext cx="1261786" cy="182616"/>
            </a:xfrm>
            <a:prstGeom prst="rect">
              <a:avLst/>
            </a:prstGeom>
            <a:grpFill/>
          </p:spPr>
          <p:txBody>
            <a:bodyPr vert="horz" wrap="square" lIns="0" tIns="61913" rIns="0" bIns="0" rtlCol="0">
              <a:spAutoFit/>
            </a:bodyPr>
            <a:lstStyle/>
            <a:p>
              <a:pPr marL="953" algn="ctr">
                <a:spcBef>
                  <a:spcPts val="488"/>
                </a:spcBef>
              </a:pPr>
              <a:r>
                <a:rPr lang="en-CA" b="1">
                  <a:solidFill>
                    <a:schemeClr val="bg1"/>
                  </a:solidFill>
                  <a:latin typeface="Arial" panose="020B0604020202020204" pitchFamily="34" charset="0"/>
                  <a:cs typeface="Arial" panose="020B0604020202020204" pitchFamily="34" charset="0"/>
                </a:rPr>
                <a:t>2025</a:t>
              </a:r>
              <a:endParaRPr b="1">
                <a:solidFill>
                  <a:schemeClr val="bg1"/>
                </a:solidFill>
                <a:latin typeface="Arial" panose="020B0604020202020204" pitchFamily="34" charset="0"/>
                <a:cs typeface="Arial" panose="020B0604020202020204" pitchFamily="34" charset="0"/>
              </a:endParaRPr>
            </a:p>
          </p:txBody>
        </p:sp>
      </p:grpSp>
      <p:grpSp>
        <p:nvGrpSpPr>
          <p:cNvPr id="23" name="Group 92">
            <a:extLst>
              <a:ext uri="{FF2B5EF4-FFF2-40B4-BE49-F238E27FC236}">
                <a16:creationId xmlns:a16="http://schemas.microsoft.com/office/drawing/2014/main" id="{63443E96-A26E-CEF1-EDD9-6A8EA983CD69}"/>
              </a:ext>
            </a:extLst>
          </p:cNvPr>
          <p:cNvGrpSpPr/>
          <p:nvPr/>
        </p:nvGrpSpPr>
        <p:grpSpPr>
          <a:xfrm>
            <a:off x="8117249" y="1681765"/>
            <a:ext cx="1672872" cy="710567"/>
            <a:chOff x="2757466" y="1110190"/>
            <a:chExt cx="1261896" cy="382192"/>
          </a:xfrm>
          <a:solidFill>
            <a:srgbClr val="263E6B"/>
          </a:solidFill>
        </p:grpSpPr>
        <p:sp>
          <p:nvSpPr>
            <p:cNvPr id="24" name="object 20">
              <a:extLst>
                <a:ext uri="{FF2B5EF4-FFF2-40B4-BE49-F238E27FC236}">
                  <a16:creationId xmlns:a16="http://schemas.microsoft.com/office/drawing/2014/main" id="{88186F51-D7F5-C297-6D47-34B9AC5C7393}"/>
                </a:ext>
              </a:extLst>
            </p:cNvPr>
            <p:cNvSpPr txBox="1"/>
            <p:nvPr/>
          </p:nvSpPr>
          <p:spPr>
            <a:xfrm>
              <a:off x="3424427"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Q3</a:t>
              </a:r>
              <a:endParaRPr sz="1500" b="1">
                <a:solidFill>
                  <a:schemeClr val="bg1"/>
                </a:solidFill>
                <a:latin typeface="Arial" panose="020B0604020202020204" pitchFamily="34" charset="0"/>
                <a:cs typeface="Arial" panose="020B0604020202020204" pitchFamily="34" charset="0"/>
              </a:endParaRPr>
            </a:p>
          </p:txBody>
        </p:sp>
        <p:sp>
          <p:nvSpPr>
            <p:cNvPr id="25" name="object 20">
              <a:extLst>
                <a:ext uri="{FF2B5EF4-FFF2-40B4-BE49-F238E27FC236}">
                  <a16:creationId xmlns:a16="http://schemas.microsoft.com/office/drawing/2014/main" id="{4A1A5231-CE15-3C37-91E1-F30C94FC3670}"/>
                </a:ext>
              </a:extLst>
            </p:cNvPr>
            <p:cNvSpPr txBox="1"/>
            <p:nvPr/>
          </p:nvSpPr>
          <p:spPr>
            <a:xfrm>
              <a:off x="275884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Q1</a:t>
              </a:r>
              <a:endParaRPr sz="1500" b="1">
                <a:solidFill>
                  <a:schemeClr val="bg1"/>
                </a:solidFill>
                <a:latin typeface="Arial" panose="020B0604020202020204" pitchFamily="34" charset="0"/>
                <a:cs typeface="Arial" panose="020B0604020202020204" pitchFamily="34" charset="0"/>
              </a:endParaRPr>
            </a:p>
          </p:txBody>
        </p:sp>
        <p:sp>
          <p:nvSpPr>
            <p:cNvPr id="26" name="object 20">
              <a:extLst>
                <a:ext uri="{FF2B5EF4-FFF2-40B4-BE49-F238E27FC236}">
                  <a16:creationId xmlns:a16="http://schemas.microsoft.com/office/drawing/2014/main" id="{9712BAF6-C9B3-3A56-3599-2844C881295F}"/>
                </a:ext>
              </a:extLst>
            </p:cNvPr>
            <p:cNvSpPr txBox="1"/>
            <p:nvPr/>
          </p:nvSpPr>
          <p:spPr>
            <a:xfrm>
              <a:off x="375466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Q4</a:t>
              </a:r>
              <a:endParaRPr sz="1500" b="1">
                <a:solidFill>
                  <a:schemeClr val="bg1"/>
                </a:solidFill>
                <a:latin typeface="Arial" panose="020B0604020202020204" pitchFamily="34" charset="0"/>
                <a:cs typeface="Arial" panose="020B0604020202020204" pitchFamily="34" charset="0"/>
              </a:endParaRPr>
            </a:p>
          </p:txBody>
        </p:sp>
        <p:sp>
          <p:nvSpPr>
            <p:cNvPr id="27" name="object 20">
              <a:extLst>
                <a:ext uri="{FF2B5EF4-FFF2-40B4-BE49-F238E27FC236}">
                  <a16:creationId xmlns:a16="http://schemas.microsoft.com/office/drawing/2014/main" id="{565FBA0A-BBB9-E35C-14F3-249B34AE4340}"/>
                </a:ext>
              </a:extLst>
            </p:cNvPr>
            <p:cNvSpPr txBox="1"/>
            <p:nvPr/>
          </p:nvSpPr>
          <p:spPr>
            <a:xfrm>
              <a:off x="3092059"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Q2</a:t>
              </a:r>
              <a:endParaRPr sz="1500" b="1">
                <a:solidFill>
                  <a:schemeClr val="bg1"/>
                </a:solidFill>
                <a:latin typeface="Arial" panose="020B0604020202020204" pitchFamily="34" charset="0"/>
                <a:cs typeface="Arial" panose="020B0604020202020204" pitchFamily="34" charset="0"/>
              </a:endParaRPr>
            </a:p>
          </p:txBody>
        </p:sp>
        <p:sp>
          <p:nvSpPr>
            <p:cNvPr id="28" name="object 14">
              <a:extLst>
                <a:ext uri="{FF2B5EF4-FFF2-40B4-BE49-F238E27FC236}">
                  <a16:creationId xmlns:a16="http://schemas.microsoft.com/office/drawing/2014/main" id="{72746E25-F386-B748-F255-4265913DF94E}"/>
                </a:ext>
              </a:extLst>
            </p:cNvPr>
            <p:cNvSpPr txBox="1"/>
            <p:nvPr/>
          </p:nvSpPr>
          <p:spPr>
            <a:xfrm>
              <a:off x="2757466" y="1110190"/>
              <a:ext cx="1261786" cy="182616"/>
            </a:xfrm>
            <a:prstGeom prst="rect">
              <a:avLst/>
            </a:prstGeom>
            <a:grpFill/>
          </p:spPr>
          <p:txBody>
            <a:bodyPr vert="horz" wrap="square" lIns="0" tIns="61913" rIns="0" bIns="0" rtlCol="0">
              <a:spAutoFit/>
            </a:bodyPr>
            <a:lstStyle/>
            <a:p>
              <a:pPr marL="953" algn="ctr">
                <a:spcBef>
                  <a:spcPts val="488"/>
                </a:spcBef>
              </a:pPr>
              <a:r>
                <a:rPr lang="en-CA" b="1">
                  <a:solidFill>
                    <a:schemeClr val="bg1"/>
                  </a:solidFill>
                  <a:latin typeface="Arial" panose="020B0604020202020204" pitchFamily="34" charset="0"/>
                  <a:cs typeface="Arial" panose="020B0604020202020204" pitchFamily="34" charset="0"/>
                </a:rPr>
                <a:t>2026</a:t>
              </a:r>
              <a:endParaRPr b="1">
                <a:solidFill>
                  <a:schemeClr val="bg1"/>
                </a:solidFill>
                <a:latin typeface="Arial" panose="020B0604020202020204" pitchFamily="34" charset="0"/>
                <a:cs typeface="Arial" panose="020B0604020202020204" pitchFamily="34" charset="0"/>
              </a:endParaRPr>
            </a:p>
          </p:txBody>
        </p:sp>
      </p:grpSp>
      <p:grpSp>
        <p:nvGrpSpPr>
          <p:cNvPr id="29" name="Group 98">
            <a:extLst>
              <a:ext uri="{FF2B5EF4-FFF2-40B4-BE49-F238E27FC236}">
                <a16:creationId xmlns:a16="http://schemas.microsoft.com/office/drawing/2014/main" id="{D4B76DF5-9B9E-4F10-76F3-90ECD9769A26}"/>
              </a:ext>
            </a:extLst>
          </p:cNvPr>
          <p:cNvGrpSpPr/>
          <p:nvPr/>
        </p:nvGrpSpPr>
        <p:grpSpPr>
          <a:xfrm>
            <a:off x="10132789" y="1681765"/>
            <a:ext cx="1672872" cy="710567"/>
            <a:chOff x="2757466" y="1110190"/>
            <a:chExt cx="1261896" cy="382192"/>
          </a:xfrm>
          <a:solidFill>
            <a:srgbClr val="263E6B"/>
          </a:solidFill>
        </p:grpSpPr>
        <p:sp>
          <p:nvSpPr>
            <p:cNvPr id="30" name="object 20">
              <a:extLst>
                <a:ext uri="{FF2B5EF4-FFF2-40B4-BE49-F238E27FC236}">
                  <a16:creationId xmlns:a16="http://schemas.microsoft.com/office/drawing/2014/main" id="{00A2681F-3F4C-5A09-E6CF-EDF730209150}"/>
                </a:ext>
              </a:extLst>
            </p:cNvPr>
            <p:cNvSpPr txBox="1"/>
            <p:nvPr/>
          </p:nvSpPr>
          <p:spPr>
            <a:xfrm>
              <a:off x="3424427"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Q3</a:t>
              </a:r>
              <a:endParaRPr sz="1500" b="1">
                <a:solidFill>
                  <a:schemeClr val="bg1"/>
                </a:solidFill>
                <a:latin typeface="Arial" panose="020B0604020202020204" pitchFamily="34" charset="0"/>
                <a:cs typeface="Arial" panose="020B0604020202020204" pitchFamily="34" charset="0"/>
              </a:endParaRPr>
            </a:p>
          </p:txBody>
        </p:sp>
        <p:sp>
          <p:nvSpPr>
            <p:cNvPr id="31" name="object 20">
              <a:extLst>
                <a:ext uri="{FF2B5EF4-FFF2-40B4-BE49-F238E27FC236}">
                  <a16:creationId xmlns:a16="http://schemas.microsoft.com/office/drawing/2014/main" id="{760199A8-62B1-7630-5450-A8D4E988CEC4}"/>
                </a:ext>
              </a:extLst>
            </p:cNvPr>
            <p:cNvSpPr txBox="1"/>
            <p:nvPr/>
          </p:nvSpPr>
          <p:spPr>
            <a:xfrm>
              <a:off x="275884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Q1</a:t>
              </a:r>
              <a:endParaRPr sz="1500" b="1">
                <a:solidFill>
                  <a:schemeClr val="bg1"/>
                </a:solidFill>
                <a:latin typeface="Arial" panose="020B0604020202020204" pitchFamily="34" charset="0"/>
                <a:cs typeface="Arial" panose="020B0604020202020204" pitchFamily="34" charset="0"/>
              </a:endParaRPr>
            </a:p>
          </p:txBody>
        </p:sp>
        <p:sp>
          <p:nvSpPr>
            <p:cNvPr id="32" name="object 20">
              <a:extLst>
                <a:ext uri="{FF2B5EF4-FFF2-40B4-BE49-F238E27FC236}">
                  <a16:creationId xmlns:a16="http://schemas.microsoft.com/office/drawing/2014/main" id="{6168B22E-A946-512C-52B1-2F6165006E3F}"/>
                </a:ext>
              </a:extLst>
            </p:cNvPr>
            <p:cNvSpPr txBox="1"/>
            <p:nvPr/>
          </p:nvSpPr>
          <p:spPr>
            <a:xfrm>
              <a:off x="375466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Q4</a:t>
              </a:r>
              <a:endParaRPr sz="1500" b="1">
                <a:solidFill>
                  <a:schemeClr val="bg1"/>
                </a:solidFill>
                <a:latin typeface="Arial" panose="020B0604020202020204" pitchFamily="34" charset="0"/>
                <a:cs typeface="Arial" panose="020B0604020202020204" pitchFamily="34" charset="0"/>
              </a:endParaRPr>
            </a:p>
          </p:txBody>
        </p:sp>
        <p:sp>
          <p:nvSpPr>
            <p:cNvPr id="33" name="object 20">
              <a:extLst>
                <a:ext uri="{FF2B5EF4-FFF2-40B4-BE49-F238E27FC236}">
                  <a16:creationId xmlns:a16="http://schemas.microsoft.com/office/drawing/2014/main" id="{FC973A54-71E7-75C8-0294-27478CE66BC0}"/>
                </a:ext>
              </a:extLst>
            </p:cNvPr>
            <p:cNvSpPr txBox="1"/>
            <p:nvPr/>
          </p:nvSpPr>
          <p:spPr>
            <a:xfrm>
              <a:off x="3092058"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Q2</a:t>
              </a:r>
              <a:endParaRPr sz="1500" b="1">
                <a:solidFill>
                  <a:schemeClr val="bg1"/>
                </a:solidFill>
                <a:latin typeface="Arial" panose="020B0604020202020204" pitchFamily="34" charset="0"/>
                <a:cs typeface="Arial" panose="020B0604020202020204" pitchFamily="34" charset="0"/>
              </a:endParaRPr>
            </a:p>
          </p:txBody>
        </p:sp>
        <p:sp>
          <p:nvSpPr>
            <p:cNvPr id="34" name="object 14">
              <a:extLst>
                <a:ext uri="{FF2B5EF4-FFF2-40B4-BE49-F238E27FC236}">
                  <a16:creationId xmlns:a16="http://schemas.microsoft.com/office/drawing/2014/main" id="{F421E7B0-9E4E-D444-73E4-E811B01B114C}"/>
                </a:ext>
              </a:extLst>
            </p:cNvPr>
            <p:cNvSpPr txBox="1"/>
            <p:nvPr/>
          </p:nvSpPr>
          <p:spPr>
            <a:xfrm>
              <a:off x="2757466" y="1110190"/>
              <a:ext cx="1261786" cy="182616"/>
            </a:xfrm>
            <a:prstGeom prst="rect">
              <a:avLst/>
            </a:prstGeom>
            <a:grpFill/>
          </p:spPr>
          <p:txBody>
            <a:bodyPr vert="horz" wrap="square" lIns="0" tIns="61913" rIns="0" bIns="0" rtlCol="0">
              <a:spAutoFit/>
            </a:bodyPr>
            <a:lstStyle/>
            <a:p>
              <a:pPr marL="953" algn="ctr">
                <a:spcBef>
                  <a:spcPts val="488"/>
                </a:spcBef>
              </a:pPr>
              <a:r>
                <a:rPr lang="en-CA" b="1">
                  <a:solidFill>
                    <a:schemeClr val="bg1"/>
                  </a:solidFill>
                  <a:latin typeface="Arial" panose="020B0604020202020204" pitchFamily="34" charset="0"/>
                  <a:cs typeface="Arial" panose="020B0604020202020204" pitchFamily="34" charset="0"/>
                </a:rPr>
                <a:t>2027</a:t>
              </a:r>
              <a:endParaRPr b="1">
                <a:solidFill>
                  <a:schemeClr val="bg1"/>
                </a:solidFill>
                <a:latin typeface="Arial" panose="020B0604020202020204" pitchFamily="34" charset="0"/>
                <a:cs typeface="Arial" panose="020B0604020202020204" pitchFamily="34" charset="0"/>
              </a:endParaRPr>
            </a:p>
          </p:txBody>
        </p:sp>
      </p:grpSp>
      <p:pic>
        <p:nvPicPr>
          <p:cNvPr id="35" name="Graphic 130" descr="Marker with solid fill">
            <a:extLst>
              <a:ext uri="{FF2B5EF4-FFF2-40B4-BE49-F238E27FC236}">
                <a16:creationId xmlns:a16="http://schemas.microsoft.com/office/drawing/2014/main" id="{EFF38D99-15F6-AC31-047E-37C8E38CA9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9023" y="2406219"/>
            <a:ext cx="356717" cy="463491"/>
          </a:xfrm>
          <a:prstGeom prst="rect">
            <a:avLst/>
          </a:prstGeom>
        </p:spPr>
      </p:pic>
      <p:sp>
        <p:nvSpPr>
          <p:cNvPr id="36" name="Rectangle 110">
            <a:extLst>
              <a:ext uri="{FF2B5EF4-FFF2-40B4-BE49-F238E27FC236}">
                <a16:creationId xmlns:a16="http://schemas.microsoft.com/office/drawing/2014/main" id="{1B238958-0C9C-7F89-8C36-14D1146D7779}"/>
              </a:ext>
            </a:extLst>
          </p:cNvPr>
          <p:cNvSpPr/>
          <p:nvPr/>
        </p:nvSpPr>
        <p:spPr>
          <a:xfrm>
            <a:off x="14721983" y="6091293"/>
            <a:ext cx="3046440" cy="741897"/>
          </a:xfrm>
          <a:prstGeom prst="rect">
            <a:avLst/>
          </a:prstGeom>
          <a:solidFill>
            <a:srgbClr val="263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b="1">
                <a:solidFill>
                  <a:schemeClr val="bg1"/>
                </a:solidFill>
                <a:latin typeface="Arial" panose="020B0604020202020204" pitchFamily="34" charset="0"/>
                <a:cs typeface="Arial" panose="020B0604020202020204" pitchFamily="34" charset="0"/>
              </a:rPr>
              <a:t>Must-Win Battles</a:t>
            </a:r>
          </a:p>
        </p:txBody>
      </p:sp>
      <p:sp>
        <p:nvSpPr>
          <p:cNvPr id="37" name="Rectangle 110">
            <a:extLst>
              <a:ext uri="{FF2B5EF4-FFF2-40B4-BE49-F238E27FC236}">
                <a16:creationId xmlns:a16="http://schemas.microsoft.com/office/drawing/2014/main" id="{D8A2C552-0EC9-DB36-AEFF-E44B4079D234}"/>
              </a:ext>
            </a:extLst>
          </p:cNvPr>
          <p:cNvSpPr/>
          <p:nvPr/>
        </p:nvSpPr>
        <p:spPr>
          <a:xfrm>
            <a:off x="14721983" y="1661903"/>
            <a:ext cx="3046440" cy="741897"/>
          </a:xfrm>
          <a:prstGeom prst="rect">
            <a:avLst/>
          </a:prstGeom>
          <a:solidFill>
            <a:srgbClr val="263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b="1">
                <a:solidFill>
                  <a:schemeClr val="bg1"/>
                </a:solidFill>
                <a:latin typeface="Arial" panose="020B0604020202020204" pitchFamily="34" charset="0"/>
                <a:cs typeface="Arial" panose="020B0604020202020204" pitchFamily="34" charset="0"/>
              </a:rPr>
              <a:t>Immediate Next Steps</a:t>
            </a:r>
          </a:p>
        </p:txBody>
      </p:sp>
      <p:sp>
        <p:nvSpPr>
          <p:cNvPr id="38" name="Rectangle 110">
            <a:extLst>
              <a:ext uri="{FF2B5EF4-FFF2-40B4-BE49-F238E27FC236}">
                <a16:creationId xmlns:a16="http://schemas.microsoft.com/office/drawing/2014/main" id="{4CECDC49-D56B-60B1-AB55-CCBA6FCDA055}"/>
              </a:ext>
            </a:extLst>
          </p:cNvPr>
          <p:cNvSpPr/>
          <p:nvPr/>
        </p:nvSpPr>
        <p:spPr>
          <a:xfrm>
            <a:off x="14721983" y="6975024"/>
            <a:ext cx="3046440" cy="74189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50" dirty="0">
                <a:solidFill>
                  <a:schemeClr val="tx1"/>
                </a:solidFill>
                <a:latin typeface="Arial"/>
                <a:cs typeface="Arial"/>
              </a:rPr>
              <a:t>--</a:t>
            </a:r>
            <a:endParaRPr lang="en-US" sz="2250" dirty="0">
              <a:solidFill>
                <a:schemeClr val="tx1"/>
              </a:solidFill>
              <a:latin typeface="Arial" panose="020B0604020202020204" pitchFamily="34" charset="0"/>
              <a:cs typeface="Arial" panose="020B0604020202020204" pitchFamily="34" charset="0"/>
            </a:endParaRPr>
          </a:p>
        </p:txBody>
      </p:sp>
      <p:sp>
        <p:nvSpPr>
          <p:cNvPr id="39" name="Rectangle 110">
            <a:extLst>
              <a:ext uri="{FF2B5EF4-FFF2-40B4-BE49-F238E27FC236}">
                <a16:creationId xmlns:a16="http://schemas.microsoft.com/office/drawing/2014/main" id="{EDC43692-BDD0-A8BC-9A2C-AA0AD209CF30}"/>
              </a:ext>
            </a:extLst>
          </p:cNvPr>
          <p:cNvSpPr/>
          <p:nvPr/>
        </p:nvSpPr>
        <p:spPr>
          <a:xfrm>
            <a:off x="14721983" y="7854860"/>
            <a:ext cx="3046440" cy="633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dirty="0">
                <a:solidFill>
                  <a:schemeClr val="tx1"/>
                </a:solidFill>
                <a:latin typeface="Arial" panose="020B0604020202020204" pitchFamily="34" charset="0"/>
                <a:cs typeface="Arial" panose="020B0604020202020204" pitchFamily="34" charset="0"/>
              </a:rPr>
              <a:t>--</a:t>
            </a:r>
          </a:p>
        </p:txBody>
      </p:sp>
      <p:sp>
        <p:nvSpPr>
          <p:cNvPr id="40" name="Rectangle 110">
            <a:extLst>
              <a:ext uri="{FF2B5EF4-FFF2-40B4-BE49-F238E27FC236}">
                <a16:creationId xmlns:a16="http://schemas.microsoft.com/office/drawing/2014/main" id="{1CF97D0B-50EB-1407-419F-C10EEBE0C8DD}"/>
              </a:ext>
            </a:extLst>
          </p:cNvPr>
          <p:cNvSpPr/>
          <p:nvPr/>
        </p:nvSpPr>
        <p:spPr>
          <a:xfrm>
            <a:off x="14721983" y="2551002"/>
            <a:ext cx="3046440" cy="74189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50" dirty="0">
                <a:solidFill>
                  <a:schemeClr val="tx1"/>
                </a:solidFill>
                <a:latin typeface="Arial"/>
                <a:cs typeface="Arial"/>
              </a:rPr>
              <a:t>--</a:t>
            </a:r>
            <a:endParaRPr lang="en-US" sz="2250" dirty="0">
              <a:solidFill>
                <a:schemeClr val="tx1"/>
              </a:solidFill>
              <a:latin typeface="Arial" panose="020B0604020202020204" pitchFamily="34" charset="0"/>
              <a:cs typeface="Arial" panose="020B0604020202020204" pitchFamily="34" charset="0"/>
            </a:endParaRPr>
          </a:p>
        </p:txBody>
      </p:sp>
      <p:sp>
        <p:nvSpPr>
          <p:cNvPr id="41" name="Rectangle 110">
            <a:extLst>
              <a:ext uri="{FF2B5EF4-FFF2-40B4-BE49-F238E27FC236}">
                <a16:creationId xmlns:a16="http://schemas.microsoft.com/office/drawing/2014/main" id="{50A16CCD-E5F0-AD8E-891B-8D68B512ED93}"/>
              </a:ext>
            </a:extLst>
          </p:cNvPr>
          <p:cNvSpPr/>
          <p:nvPr/>
        </p:nvSpPr>
        <p:spPr>
          <a:xfrm>
            <a:off x="14721983" y="3426942"/>
            <a:ext cx="3046440" cy="91529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dirty="0">
                <a:solidFill>
                  <a:schemeClr val="tx1"/>
                </a:solidFill>
                <a:latin typeface="Arial" panose="020B0604020202020204" pitchFamily="34" charset="0"/>
                <a:cs typeface="Arial" panose="020B0604020202020204" pitchFamily="34" charset="0"/>
              </a:rPr>
              <a:t>--</a:t>
            </a:r>
          </a:p>
        </p:txBody>
      </p:sp>
      <p:sp>
        <p:nvSpPr>
          <p:cNvPr id="42" name="Rectangle 110">
            <a:extLst>
              <a:ext uri="{FF2B5EF4-FFF2-40B4-BE49-F238E27FC236}">
                <a16:creationId xmlns:a16="http://schemas.microsoft.com/office/drawing/2014/main" id="{429334C4-1BAB-CA73-CBB6-36BAC088C776}"/>
              </a:ext>
            </a:extLst>
          </p:cNvPr>
          <p:cNvSpPr/>
          <p:nvPr/>
        </p:nvSpPr>
        <p:spPr>
          <a:xfrm>
            <a:off x="14721983" y="4484074"/>
            <a:ext cx="3046440" cy="10054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50" dirty="0">
                <a:solidFill>
                  <a:schemeClr val="tx1"/>
                </a:solidFill>
                <a:latin typeface="Arial"/>
                <a:cs typeface="Arial"/>
              </a:rPr>
              <a:t>--</a:t>
            </a:r>
            <a:endParaRPr lang="en-US" sz="2250" dirty="0">
              <a:solidFill>
                <a:schemeClr val="tx1"/>
              </a:solidFill>
              <a:latin typeface="Arial" panose="020B0604020202020204" pitchFamily="34" charset="0"/>
              <a:cs typeface="Arial" panose="020B0604020202020204" pitchFamily="34" charset="0"/>
            </a:endParaRPr>
          </a:p>
        </p:txBody>
      </p:sp>
      <p:sp>
        <p:nvSpPr>
          <p:cNvPr id="43" name="Rectangle 110">
            <a:extLst>
              <a:ext uri="{FF2B5EF4-FFF2-40B4-BE49-F238E27FC236}">
                <a16:creationId xmlns:a16="http://schemas.microsoft.com/office/drawing/2014/main" id="{22EA9CF3-7BA5-3C78-54E7-E8DEB7681668}"/>
              </a:ext>
            </a:extLst>
          </p:cNvPr>
          <p:cNvSpPr/>
          <p:nvPr/>
        </p:nvSpPr>
        <p:spPr>
          <a:xfrm>
            <a:off x="14721983" y="8630523"/>
            <a:ext cx="3046440" cy="633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dirty="0">
                <a:solidFill>
                  <a:schemeClr val="tx1"/>
                </a:solidFill>
                <a:latin typeface="Arial" panose="020B0604020202020204" pitchFamily="34" charset="0"/>
                <a:cs typeface="Arial" panose="020B0604020202020204" pitchFamily="34" charset="0"/>
              </a:rPr>
              <a:t>--</a:t>
            </a:r>
          </a:p>
        </p:txBody>
      </p:sp>
      <p:sp>
        <p:nvSpPr>
          <p:cNvPr id="44" name="Rectangle 75">
            <a:extLst>
              <a:ext uri="{FF2B5EF4-FFF2-40B4-BE49-F238E27FC236}">
                <a16:creationId xmlns:a16="http://schemas.microsoft.com/office/drawing/2014/main" id="{3D20401A-3C76-4110-4028-BBA33E929BB1}"/>
              </a:ext>
            </a:extLst>
          </p:cNvPr>
          <p:cNvSpPr/>
          <p:nvPr/>
        </p:nvSpPr>
        <p:spPr>
          <a:xfrm>
            <a:off x="1195189" y="4578284"/>
            <a:ext cx="2768904" cy="1160780"/>
          </a:xfrm>
          <a:prstGeom prst="rect">
            <a:avLst/>
          </a:prstGeom>
          <a:solidFill>
            <a:srgbClr val="DFD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rgbClr val="263E6B"/>
                </a:solidFill>
                <a:latin typeface="Arial" panose="020B0604020202020204" pitchFamily="34" charset="0"/>
                <a:cs typeface="Arial" panose="020B0604020202020204" pitchFamily="34" charset="0"/>
              </a:rPr>
              <a:t>Key Task 2</a:t>
            </a:r>
          </a:p>
        </p:txBody>
      </p:sp>
      <p:sp>
        <p:nvSpPr>
          <p:cNvPr id="45" name="Rectangle 69">
            <a:extLst>
              <a:ext uri="{FF2B5EF4-FFF2-40B4-BE49-F238E27FC236}">
                <a16:creationId xmlns:a16="http://schemas.microsoft.com/office/drawing/2014/main" id="{D8AB1D52-2D54-FF13-EE7A-5033C11EB68D}"/>
              </a:ext>
            </a:extLst>
          </p:cNvPr>
          <p:cNvSpPr/>
          <p:nvPr/>
        </p:nvSpPr>
        <p:spPr>
          <a:xfrm rot="16200000">
            <a:off x="-501644" y="7088664"/>
            <a:ext cx="2433228" cy="731553"/>
          </a:xfrm>
          <a:prstGeom prst="rect">
            <a:avLst/>
          </a:prstGeom>
          <a:solidFill>
            <a:srgbClr val="263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50" b="1" dirty="0">
                <a:solidFill>
                  <a:schemeClr val="bg1"/>
                </a:solidFill>
                <a:latin typeface="Arial" panose="020B0604020202020204" pitchFamily="34" charset="0"/>
                <a:cs typeface="Arial" panose="020B0604020202020204" pitchFamily="34" charset="0"/>
              </a:rPr>
              <a:t>Strategy 2</a:t>
            </a:r>
          </a:p>
        </p:txBody>
      </p:sp>
      <p:sp>
        <p:nvSpPr>
          <p:cNvPr id="46" name="Rectangle 75">
            <a:extLst>
              <a:ext uri="{FF2B5EF4-FFF2-40B4-BE49-F238E27FC236}">
                <a16:creationId xmlns:a16="http://schemas.microsoft.com/office/drawing/2014/main" id="{76CC2A6D-1561-6923-7081-5ADFAD539DE2}"/>
              </a:ext>
            </a:extLst>
          </p:cNvPr>
          <p:cNvSpPr/>
          <p:nvPr/>
        </p:nvSpPr>
        <p:spPr>
          <a:xfrm>
            <a:off x="1157130" y="6237828"/>
            <a:ext cx="2806083" cy="1152892"/>
          </a:xfrm>
          <a:prstGeom prst="rect">
            <a:avLst/>
          </a:prstGeom>
          <a:solidFill>
            <a:srgbClr val="DFDDD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100" b="1" dirty="0">
                <a:solidFill>
                  <a:srgbClr val="263E6B"/>
                </a:solidFill>
                <a:latin typeface="Arial"/>
                <a:cs typeface="Arial"/>
              </a:rPr>
              <a:t>Key Task 1</a:t>
            </a:r>
          </a:p>
        </p:txBody>
      </p:sp>
      <p:sp>
        <p:nvSpPr>
          <p:cNvPr id="47" name="Rectangle 75">
            <a:extLst>
              <a:ext uri="{FF2B5EF4-FFF2-40B4-BE49-F238E27FC236}">
                <a16:creationId xmlns:a16="http://schemas.microsoft.com/office/drawing/2014/main" id="{99ADF04B-8B2D-B131-0801-76F3C3826307}"/>
              </a:ext>
            </a:extLst>
          </p:cNvPr>
          <p:cNvSpPr/>
          <p:nvPr/>
        </p:nvSpPr>
        <p:spPr>
          <a:xfrm>
            <a:off x="1157130" y="7511911"/>
            <a:ext cx="2806083" cy="1152893"/>
          </a:xfrm>
          <a:prstGeom prst="rect">
            <a:avLst/>
          </a:prstGeom>
          <a:solidFill>
            <a:srgbClr val="DFDDD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100" b="1" dirty="0">
                <a:solidFill>
                  <a:srgbClr val="263E6B"/>
                </a:solidFill>
                <a:latin typeface="Arial"/>
                <a:cs typeface="Arial"/>
              </a:rPr>
              <a:t>Key Task 2</a:t>
            </a:r>
            <a:endParaRPr lang="en-US" dirty="0"/>
          </a:p>
        </p:txBody>
      </p:sp>
      <p:grpSp>
        <p:nvGrpSpPr>
          <p:cNvPr id="48" name="Group 98">
            <a:extLst>
              <a:ext uri="{FF2B5EF4-FFF2-40B4-BE49-F238E27FC236}">
                <a16:creationId xmlns:a16="http://schemas.microsoft.com/office/drawing/2014/main" id="{EB4020CB-7EB2-5C3A-B028-D3FC1415CABA}"/>
              </a:ext>
            </a:extLst>
          </p:cNvPr>
          <p:cNvGrpSpPr/>
          <p:nvPr/>
        </p:nvGrpSpPr>
        <p:grpSpPr>
          <a:xfrm>
            <a:off x="12137761" y="1681763"/>
            <a:ext cx="1672872" cy="710567"/>
            <a:chOff x="2757466" y="1110190"/>
            <a:chExt cx="1261896" cy="382192"/>
          </a:xfrm>
          <a:solidFill>
            <a:srgbClr val="263E6B"/>
          </a:solidFill>
        </p:grpSpPr>
        <p:sp>
          <p:nvSpPr>
            <p:cNvPr id="49" name="object 20">
              <a:extLst>
                <a:ext uri="{FF2B5EF4-FFF2-40B4-BE49-F238E27FC236}">
                  <a16:creationId xmlns:a16="http://schemas.microsoft.com/office/drawing/2014/main" id="{8315D106-6D49-F402-9157-A2B0B6E748F9}"/>
                </a:ext>
              </a:extLst>
            </p:cNvPr>
            <p:cNvSpPr txBox="1"/>
            <p:nvPr/>
          </p:nvSpPr>
          <p:spPr>
            <a:xfrm>
              <a:off x="3424427"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Q3</a:t>
              </a:r>
              <a:endParaRPr sz="1500" b="1">
                <a:solidFill>
                  <a:schemeClr val="bg1"/>
                </a:solidFill>
                <a:latin typeface="Arial" panose="020B0604020202020204" pitchFamily="34" charset="0"/>
                <a:cs typeface="Arial" panose="020B0604020202020204" pitchFamily="34" charset="0"/>
              </a:endParaRPr>
            </a:p>
          </p:txBody>
        </p:sp>
        <p:sp>
          <p:nvSpPr>
            <p:cNvPr id="50" name="object 20">
              <a:extLst>
                <a:ext uri="{FF2B5EF4-FFF2-40B4-BE49-F238E27FC236}">
                  <a16:creationId xmlns:a16="http://schemas.microsoft.com/office/drawing/2014/main" id="{E9FEA426-3EA7-E69A-E3CE-B78FFD93220C}"/>
                </a:ext>
              </a:extLst>
            </p:cNvPr>
            <p:cNvSpPr txBox="1"/>
            <p:nvPr/>
          </p:nvSpPr>
          <p:spPr>
            <a:xfrm>
              <a:off x="275884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Q1</a:t>
              </a:r>
              <a:endParaRPr sz="1500" b="1">
                <a:solidFill>
                  <a:schemeClr val="bg1"/>
                </a:solidFill>
                <a:latin typeface="Arial" panose="020B0604020202020204" pitchFamily="34" charset="0"/>
                <a:cs typeface="Arial" panose="020B0604020202020204" pitchFamily="34" charset="0"/>
              </a:endParaRPr>
            </a:p>
          </p:txBody>
        </p:sp>
        <p:sp>
          <p:nvSpPr>
            <p:cNvPr id="51" name="object 20">
              <a:extLst>
                <a:ext uri="{FF2B5EF4-FFF2-40B4-BE49-F238E27FC236}">
                  <a16:creationId xmlns:a16="http://schemas.microsoft.com/office/drawing/2014/main" id="{82B242C7-E811-5095-AA2D-1A4DE5BF4336}"/>
                </a:ext>
              </a:extLst>
            </p:cNvPr>
            <p:cNvSpPr txBox="1"/>
            <p:nvPr/>
          </p:nvSpPr>
          <p:spPr>
            <a:xfrm>
              <a:off x="3754666"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Q4</a:t>
              </a:r>
              <a:endParaRPr sz="1500" b="1">
                <a:solidFill>
                  <a:schemeClr val="bg1"/>
                </a:solidFill>
                <a:latin typeface="Arial" panose="020B0604020202020204" pitchFamily="34" charset="0"/>
                <a:cs typeface="Arial" panose="020B0604020202020204" pitchFamily="34" charset="0"/>
              </a:endParaRPr>
            </a:p>
          </p:txBody>
        </p:sp>
        <p:sp>
          <p:nvSpPr>
            <p:cNvPr id="52" name="object 20">
              <a:extLst>
                <a:ext uri="{FF2B5EF4-FFF2-40B4-BE49-F238E27FC236}">
                  <a16:creationId xmlns:a16="http://schemas.microsoft.com/office/drawing/2014/main" id="{F2CE6656-44C0-FFA0-DD94-E79FCB522AD7}"/>
                </a:ext>
              </a:extLst>
            </p:cNvPr>
            <p:cNvSpPr txBox="1"/>
            <p:nvPr/>
          </p:nvSpPr>
          <p:spPr>
            <a:xfrm>
              <a:off x="3092058" y="1334081"/>
              <a:ext cx="264696" cy="158301"/>
            </a:xfrm>
            <a:prstGeom prst="rect">
              <a:avLst/>
            </a:prstGeom>
            <a:solidFill>
              <a:srgbClr val="949494"/>
            </a:solidFill>
          </p:spPr>
          <p:txBody>
            <a:bodyPr vert="horz" wrap="square" lIns="0" tIns="62865" rIns="0" bIns="0" rtlCol="0">
              <a:spAutoFit/>
            </a:bodyPr>
            <a:lstStyle/>
            <a:p>
              <a:pPr algn="ctr">
                <a:spcBef>
                  <a:spcPts val="495"/>
                </a:spcBef>
              </a:pPr>
              <a:r>
                <a:rPr lang="en-CA" sz="1500" b="1">
                  <a:solidFill>
                    <a:schemeClr val="bg1"/>
                  </a:solidFill>
                  <a:latin typeface="Arial" panose="020B0604020202020204" pitchFamily="34" charset="0"/>
                  <a:cs typeface="Arial" panose="020B0604020202020204" pitchFamily="34" charset="0"/>
                </a:rPr>
                <a:t>Q2</a:t>
              </a:r>
              <a:endParaRPr sz="1500" b="1">
                <a:solidFill>
                  <a:schemeClr val="bg1"/>
                </a:solidFill>
                <a:latin typeface="Arial" panose="020B0604020202020204" pitchFamily="34" charset="0"/>
                <a:cs typeface="Arial" panose="020B0604020202020204" pitchFamily="34" charset="0"/>
              </a:endParaRPr>
            </a:p>
          </p:txBody>
        </p:sp>
        <p:sp>
          <p:nvSpPr>
            <p:cNvPr id="53" name="object 14">
              <a:extLst>
                <a:ext uri="{FF2B5EF4-FFF2-40B4-BE49-F238E27FC236}">
                  <a16:creationId xmlns:a16="http://schemas.microsoft.com/office/drawing/2014/main" id="{E4EEA350-C39B-044D-FBA4-F41E2DE9AE28}"/>
                </a:ext>
              </a:extLst>
            </p:cNvPr>
            <p:cNvSpPr txBox="1"/>
            <p:nvPr/>
          </p:nvSpPr>
          <p:spPr>
            <a:xfrm>
              <a:off x="2757466" y="1110190"/>
              <a:ext cx="1261786" cy="182616"/>
            </a:xfrm>
            <a:prstGeom prst="rect">
              <a:avLst/>
            </a:prstGeom>
            <a:grpFill/>
          </p:spPr>
          <p:txBody>
            <a:bodyPr vert="horz" wrap="square" lIns="0" tIns="61913" rIns="0" bIns="0" rtlCol="0">
              <a:spAutoFit/>
            </a:bodyPr>
            <a:lstStyle/>
            <a:p>
              <a:pPr marL="953" algn="ctr">
                <a:spcBef>
                  <a:spcPts val="488"/>
                </a:spcBef>
              </a:pPr>
              <a:r>
                <a:rPr lang="en-CA" b="1">
                  <a:solidFill>
                    <a:schemeClr val="bg1"/>
                  </a:solidFill>
                  <a:latin typeface="Arial" panose="020B0604020202020204" pitchFamily="34" charset="0"/>
                  <a:cs typeface="Arial" panose="020B0604020202020204" pitchFamily="34" charset="0"/>
                </a:rPr>
                <a:t>2028</a:t>
              </a:r>
              <a:endParaRPr b="1">
                <a:solidFill>
                  <a:schemeClr val="bg1"/>
                </a:solidFill>
                <a:latin typeface="Arial" panose="020B0604020202020204" pitchFamily="34" charset="0"/>
                <a:cs typeface="Arial" panose="020B0604020202020204" pitchFamily="34" charset="0"/>
              </a:endParaRPr>
            </a:p>
          </p:txBody>
        </p:sp>
      </p:grpSp>
      <p:sp>
        <p:nvSpPr>
          <p:cNvPr id="54" name="Rectangle 75">
            <a:extLst>
              <a:ext uri="{FF2B5EF4-FFF2-40B4-BE49-F238E27FC236}">
                <a16:creationId xmlns:a16="http://schemas.microsoft.com/office/drawing/2014/main" id="{08F085C0-384A-1BE0-2001-7922322485B6}"/>
              </a:ext>
            </a:extLst>
          </p:cNvPr>
          <p:cNvSpPr/>
          <p:nvPr/>
        </p:nvSpPr>
        <p:spPr>
          <a:xfrm>
            <a:off x="4136932" y="3320792"/>
            <a:ext cx="1258664" cy="1144188"/>
          </a:xfrm>
          <a:prstGeom prst="rect">
            <a:avLst/>
          </a:prstGeom>
          <a:solidFill>
            <a:srgbClr val="2A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Arial" panose="020B0604020202020204" pitchFamily="34" charset="0"/>
                <a:cs typeface="Arial" panose="020B0604020202020204" pitchFamily="34" charset="0"/>
              </a:rPr>
              <a:t>--</a:t>
            </a:r>
          </a:p>
        </p:txBody>
      </p:sp>
      <p:sp>
        <p:nvSpPr>
          <p:cNvPr id="55" name="Rectangle 75">
            <a:extLst>
              <a:ext uri="{FF2B5EF4-FFF2-40B4-BE49-F238E27FC236}">
                <a16:creationId xmlns:a16="http://schemas.microsoft.com/office/drawing/2014/main" id="{08E59620-5F0B-84D5-1DC8-9918133F1C47}"/>
              </a:ext>
            </a:extLst>
          </p:cNvPr>
          <p:cNvSpPr/>
          <p:nvPr/>
        </p:nvSpPr>
        <p:spPr>
          <a:xfrm>
            <a:off x="1171577" y="3304200"/>
            <a:ext cx="2810099" cy="1160780"/>
          </a:xfrm>
          <a:prstGeom prst="rect">
            <a:avLst/>
          </a:prstGeom>
          <a:solidFill>
            <a:srgbClr val="DFD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rgbClr val="263E6B"/>
                </a:solidFill>
                <a:latin typeface="Arial" panose="020B0604020202020204" pitchFamily="34" charset="0"/>
                <a:cs typeface="Arial" panose="020B0604020202020204" pitchFamily="34" charset="0"/>
              </a:rPr>
              <a:t>Key Task 1</a:t>
            </a:r>
          </a:p>
        </p:txBody>
      </p:sp>
      <p:sp>
        <p:nvSpPr>
          <p:cNvPr id="56" name="Rectangle 75">
            <a:extLst>
              <a:ext uri="{FF2B5EF4-FFF2-40B4-BE49-F238E27FC236}">
                <a16:creationId xmlns:a16="http://schemas.microsoft.com/office/drawing/2014/main" id="{2342B7D5-2280-DD39-C847-3B81CF9A61EB}"/>
              </a:ext>
            </a:extLst>
          </p:cNvPr>
          <p:cNvSpPr/>
          <p:nvPr/>
        </p:nvSpPr>
        <p:spPr>
          <a:xfrm>
            <a:off x="5490227" y="3308885"/>
            <a:ext cx="1844452" cy="52730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57" name="Rectangle 75">
            <a:extLst>
              <a:ext uri="{FF2B5EF4-FFF2-40B4-BE49-F238E27FC236}">
                <a16:creationId xmlns:a16="http://schemas.microsoft.com/office/drawing/2014/main" id="{FAFEAF01-2BE9-D2BF-CD1A-7BC7C2B346E1}"/>
              </a:ext>
            </a:extLst>
          </p:cNvPr>
          <p:cNvSpPr/>
          <p:nvPr/>
        </p:nvSpPr>
        <p:spPr>
          <a:xfrm>
            <a:off x="7436568" y="3296136"/>
            <a:ext cx="6373159" cy="559963"/>
          </a:xfrm>
          <a:prstGeom prst="rect">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58" name="Rectangle 75">
            <a:extLst>
              <a:ext uri="{FF2B5EF4-FFF2-40B4-BE49-F238E27FC236}">
                <a16:creationId xmlns:a16="http://schemas.microsoft.com/office/drawing/2014/main" id="{FEDB1D25-3BDF-500C-6762-749D9AF5870F}"/>
              </a:ext>
            </a:extLst>
          </p:cNvPr>
          <p:cNvSpPr/>
          <p:nvPr/>
        </p:nvSpPr>
        <p:spPr>
          <a:xfrm>
            <a:off x="11515483" y="3929371"/>
            <a:ext cx="2301652" cy="543635"/>
          </a:xfrm>
          <a:prstGeom prst="rect">
            <a:avLst/>
          </a:prstGeom>
          <a:solidFill>
            <a:srgbClr val="2A8BB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59" name="Rectangle 75">
            <a:extLst>
              <a:ext uri="{FF2B5EF4-FFF2-40B4-BE49-F238E27FC236}">
                <a16:creationId xmlns:a16="http://schemas.microsoft.com/office/drawing/2014/main" id="{69FDE735-ED79-C0AD-DAC1-992ED07EB83F}"/>
              </a:ext>
            </a:extLst>
          </p:cNvPr>
          <p:cNvSpPr/>
          <p:nvPr/>
        </p:nvSpPr>
        <p:spPr>
          <a:xfrm>
            <a:off x="4153260" y="4594420"/>
            <a:ext cx="1258664" cy="1144188"/>
          </a:xfrm>
          <a:prstGeom prst="rect">
            <a:avLst/>
          </a:prstGeom>
          <a:solidFill>
            <a:srgbClr val="2A8BB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60" name="Rectangle 75">
            <a:extLst>
              <a:ext uri="{FF2B5EF4-FFF2-40B4-BE49-F238E27FC236}">
                <a16:creationId xmlns:a16="http://schemas.microsoft.com/office/drawing/2014/main" id="{01618D60-E806-2C16-9557-047E86FE9D79}"/>
              </a:ext>
            </a:extLst>
          </p:cNvPr>
          <p:cNvSpPr/>
          <p:nvPr/>
        </p:nvSpPr>
        <p:spPr>
          <a:xfrm>
            <a:off x="5490227" y="4582512"/>
            <a:ext cx="8326895" cy="52730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p>
        </p:txBody>
      </p:sp>
      <p:sp>
        <p:nvSpPr>
          <p:cNvPr id="61" name="Rectangle 75">
            <a:extLst>
              <a:ext uri="{FF2B5EF4-FFF2-40B4-BE49-F238E27FC236}">
                <a16:creationId xmlns:a16="http://schemas.microsoft.com/office/drawing/2014/main" id="{50D03638-2103-8588-AD35-6E29DAEFA4CB}"/>
              </a:ext>
            </a:extLst>
          </p:cNvPr>
          <p:cNvSpPr/>
          <p:nvPr/>
        </p:nvSpPr>
        <p:spPr>
          <a:xfrm>
            <a:off x="8922468" y="5173922"/>
            <a:ext cx="2356332" cy="543635"/>
          </a:xfrm>
          <a:prstGeom prst="rect">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62" name="Rectangle 75">
            <a:extLst>
              <a:ext uri="{FF2B5EF4-FFF2-40B4-BE49-F238E27FC236}">
                <a16:creationId xmlns:a16="http://schemas.microsoft.com/office/drawing/2014/main" id="{347C1F46-342F-D4F8-D8AE-292F67CCA160}"/>
              </a:ext>
            </a:extLst>
          </p:cNvPr>
          <p:cNvSpPr/>
          <p:nvPr/>
        </p:nvSpPr>
        <p:spPr>
          <a:xfrm>
            <a:off x="11368513" y="5170343"/>
            <a:ext cx="2448608" cy="527306"/>
          </a:xfrm>
          <a:prstGeom prst="rect">
            <a:avLst/>
          </a:prstGeom>
          <a:solidFill>
            <a:srgbClr val="2A8BB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63" name="Rectangle 75">
            <a:extLst>
              <a:ext uri="{FF2B5EF4-FFF2-40B4-BE49-F238E27FC236}">
                <a16:creationId xmlns:a16="http://schemas.microsoft.com/office/drawing/2014/main" id="{80FBD1F3-3A2D-80F3-C214-6D0CB42651EE}"/>
              </a:ext>
            </a:extLst>
          </p:cNvPr>
          <p:cNvSpPr/>
          <p:nvPr/>
        </p:nvSpPr>
        <p:spPr>
          <a:xfrm>
            <a:off x="6092088" y="6226762"/>
            <a:ext cx="1258662" cy="1144188"/>
          </a:xfrm>
          <a:prstGeom prst="rect">
            <a:avLst/>
          </a:prstGeom>
          <a:solidFill>
            <a:srgbClr val="2A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Arial" panose="020B0604020202020204" pitchFamily="34" charset="0"/>
                <a:cs typeface="Arial" panose="020B0604020202020204" pitchFamily="34" charset="0"/>
              </a:rPr>
              <a:t>--</a:t>
            </a:r>
          </a:p>
        </p:txBody>
      </p:sp>
      <p:sp>
        <p:nvSpPr>
          <p:cNvPr id="64" name="Rectangle 75">
            <a:extLst>
              <a:ext uri="{FF2B5EF4-FFF2-40B4-BE49-F238E27FC236}">
                <a16:creationId xmlns:a16="http://schemas.microsoft.com/office/drawing/2014/main" id="{60ADFBFC-0305-22E5-5D2A-E3D8828FCD8E}"/>
              </a:ext>
            </a:extLst>
          </p:cNvPr>
          <p:cNvSpPr/>
          <p:nvPr/>
        </p:nvSpPr>
        <p:spPr>
          <a:xfrm>
            <a:off x="5044692" y="7505835"/>
            <a:ext cx="1229873" cy="1165754"/>
          </a:xfrm>
          <a:prstGeom prst="rect">
            <a:avLst/>
          </a:prstGeom>
          <a:solidFill>
            <a:srgbClr val="2A8BB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dirty="0">
              <a:solidFill>
                <a:schemeClr val="bg1"/>
              </a:solidFill>
            </a:endParaRPr>
          </a:p>
        </p:txBody>
      </p:sp>
      <p:sp>
        <p:nvSpPr>
          <p:cNvPr id="65" name="Rectangle 75">
            <a:extLst>
              <a:ext uri="{FF2B5EF4-FFF2-40B4-BE49-F238E27FC236}">
                <a16:creationId xmlns:a16="http://schemas.microsoft.com/office/drawing/2014/main" id="{0139565C-CAAF-5B76-20FF-F933725D4E6C}"/>
              </a:ext>
            </a:extLst>
          </p:cNvPr>
          <p:cNvSpPr/>
          <p:nvPr/>
        </p:nvSpPr>
        <p:spPr>
          <a:xfrm>
            <a:off x="6396000" y="7515493"/>
            <a:ext cx="7399556" cy="52730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p>
        </p:txBody>
      </p:sp>
      <p:sp>
        <p:nvSpPr>
          <p:cNvPr id="66" name="Rectangle 75">
            <a:extLst>
              <a:ext uri="{FF2B5EF4-FFF2-40B4-BE49-F238E27FC236}">
                <a16:creationId xmlns:a16="http://schemas.microsoft.com/office/drawing/2014/main" id="{56B9A95C-D1B6-C913-A945-7A979664FB8A}"/>
              </a:ext>
            </a:extLst>
          </p:cNvPr>
          <p:cNvSpPr/>
          <p:nvPr/>
        </p:nvSpPr>
        <p:spPr>
          <a:xfrm>
            <a:off x="7436568" y="6232208"/>
            <a:ext cx="6370606" cy="52730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p>
        </p:txBody>
      </p:sp>
      <p:sp>
        <p:nvSpPr>
          <p:cNvPr id="67" name="Rectangle 75">
            <a:extLst>
              <a:ext uri="{FF2B5EF4-FFF2-40B4-BE49-F238E27FC236}">
                <a16:creationId xmlns:a16="http://schemas.microsoft.com/office/drawing/2014/main" id="{75ECD8C7-B18A-6DA3-A8CC-16444925FCDF}"/>
              </a:ext>
            </a:extLst>
          </p:cNvPr>
          <p:cNvSpPr/>
          <p:nvPr/>
        </p:nvSpPr>
        <p:spPr>
          <a:xfrm>
            <a:off x="8752095" y="8083796"/>
            <a:ext cx="1240443" cy="516831"/>
          </a:xfrm>
          <a:prstGeom prst="rect">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bg1"/>
                </a:solidFill>
                <a:latin typeface="Arial"/>
                <a:cs typeface="Arial"/>
              </a:rPr>
              <a:t>--</a:t>
            </a:r>
            <a:endParaRPr lang="en-US" sz="1200" dirty="0">
              <a:solidFill>
                <a:schemeClr val="bg1"/>
              </a:solidFill>
              <a:ea typeface="Calibri"/>
              <a:cs typeface="Calibri"/>
            </a:endParaRPr>
          </a:p>
        </p:txBody>
      </p:sp>
      <p:sp>
        <p:nvSpPr>
          <p:cNvPr id="68" name="Rectangle 75">
            <a:extLst>
              <a:ext uri="{FF2B5EF4-FFF2-40B4-BE49-F238E27FC236}">
                <a16:creationId xmlns:a16="http://schemas.microsoft.com/office/drawing/2014/main" id="{6843E37F-CB9E-6CF3-C1E3-E75E0F40E127}"/>
              </a:ext>
            </a:extLst>
          </p:cNvPr>
          <p:cNvSpPr/>
          <p:nvPr/>
        </p:nvSpPr>
        <p:spPr>
          <a:xfrm>
            <a:off x="10268637" y="6827315"/>
            <a:ext cx="3534196" cy="543635"/>
          </a:xfrm>
          <a:prstGeom prst="rect">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bg1"/>
                </a:solidFill>
                <a:latin typeface="Arial"/>
                <a:cs typeface="Arial"/>
              </a:rPr>
              <a:t>--</a:t>
            </a:r>
            <a:endParaRPr lang="en-US" sz="1400" dirty="0">
              <a:solidFill>
                <a:schemeClr val="bg1"/>
              </a:solidFill>
              <a:latin typeface="Arial" panose="020B0604020202020204" pitchFamily="34" charset="0"/>
              <a:cs typeface="Arial" panose="020B0604020202020204" pitchFamily="34" charset="0"/>
            </a:endParaRPr>
          </a:p>
        </p:txBody>
      </p:sp>
      <p:sp>
        <p:nvSpPr>
          <p:cNvPr id="69" name="Rectangle 75">
            <a:extLst>
              <a:ext uri="{FF2B5EF4-FFF2-40B4-BE49-F238E27FC236}">
                <a16:creationId xmlns:a16="http://schemas.microsoft.com/office/drawing/2014/main" id="{F6DFFA5A-18A3-CEEA-105B-DA79D8B19FCE}"/>
              </a:ext>
            </a:extLst>
          </p:cNvPr>
          <p:cNvSpPr/>
          <p:nvPr/>
        </p:nvSpPr>
        <p:spPr>
          <a:xfrm>
            <a:off x="12590850" y="8083796"/>
            <a:ext cx="1240443" cy="516831"/>
          </a:xfrm>
          <a:prstGeom prst="rect">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bg1"/>
                </a:solidFill>
                <a:latin typeface="Arial"/>
                <a:cs typeface="Arial"/>
              </a:rPr>
              <a:t>--</a:t>
            </a:r>
            <a:endParaRPr lang="en-US" sz="1200" dirty="0">
              <a:solidFill>
                <a:schemeClr val="bg1"/>
              </a:solidFill>
              <a:ea typeface="Calibri"/>
              <a:cs typeface="Calibri"/>
            </a:endParaRPr>
          </a:p>
        </p:txBody>
      </p:sp>
      <p:grpSp>
        <p:nvGrpSpPr>
          <p:cNvPr id="70" name="Group 69">
            <a:extLst>
              <a:ext uri="{FF2B5EF4-FFF2-40B4-BE49-F238E27FC236}">
                <a16:creationId xmlns:a16="http://schemas.microsoft.com/office/drawing/2014/main" id="{577C319B-71DC-E191-D979-E478D14DC975}"/>
              </a:ext>
            </a:extLst>
          </p:cNvPr>
          <p:cNvGrpSpPr/>
          <p:nvPr/>
        </p:nvGrpSpPr>
        <p:grpSpPr>
          <a:xfrm>
            <a:off x="4229391" y="361891"/>
            <a:ext cx="735071" cy="735071"/>
            <a:chOff x="4376348" y="410877"/>
            <a:chExt cx="812800" cy="812800"/>
          </a:xfrm>
        </p:grpSpPr>
        <p:sp>
          <p:nvSpPr>
            <p:cNvPr id="71" name="Freeform 11">
              <a:extLst>
                <a:ext uri="{FF2B5EF4-FFF2-40B4-BE49-F238E27FC236}">
                  <a16:creationId xmlns:a16="http://schemas.microsoft.com/office/drawing/2014/main" id="{744638C2-E754-2C1D-88B6-0E2C2A7319D9}"/>
                </a:ext>
              </a:extLst>
            </p:cNvPr>
            <p:cNvSpPr/>
            <p:nvPr/>
          </p:nvSpPr>
          <p:spPr>
            <a:xfrm>
              <a:off x="4376348" y="410877"/>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2" name="TextBox 12">
              <a:extLst>
                <a:ext uri="{FF2B5EF4-FFF2-40B4-BE49-F238E27FC236}">
                  <a16:creationId xmlns:a16="http://schemas.microsoft.com/office/drawing/2014/main" id="{77BA70B5-07B8-4928-2E17-F1006C0308FB}"/>
                </a:ext>
              </a:extLst>
            </p:cNvPr>
            <p:cNvSpPr txBox="1"/>
            <p:nvPr/>
          </p:nvSpPr>
          <p:spPr>
            <a:xfrm>
              <a:off x="4452548" y="468027"/>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50"/>
                </a:lnSpc>
              </a:pPr>
              <a:endParaRPr/>
            </a:p>
          </p:txBody>
        </p:sp>
      </p:grpSp>
      <p:sp>
        <p:nvSpPr>
          <p:cNvPr id="73" name="Freeform 17">
            <a:extLst>
              <a:ext uri="{FF2B5EF4-FFF2-40B4-BE49-F238E27FC236}">
                <a16:creationId xmlns:a16="http://schemas.microsoft.com/office/drawing/2014/main" id="{18009D21-5C2A-18A9-28E3-F3CA7BA9B0F4}"/>
              </a:ext>
            </a:extLst>
          </p:cNvPr>
          <p:cNvSpPr/>
          <p:nvPr/>
        </p:nvSpPr>
        <p:spPr>
          <a:xfrm>
            <a:off x="12176322" y="361891"/>
            <a:ext cx="735071" cy="73507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49494"/>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4" name="TextBox 33">
            <a:extLst>
              <a:ext uri="{FF2B5EF4-FFF2-40B4-BE49-F238E27FC236}">
                <a16:creationId xmlns:a16="http://schemas.microsoft.com/office/drawing/2014/main" id="{2B5EDA37-4DD8-5665-C40E-D040B23E69D4}"/>
              </a:ext>
            </a:extLst>
          </p:cNvPr>
          <p:cNvSpPr txBox="1"/>
          <p:nvPr/>
        </p:nvSpPr>
        <p:spPr>
          <a:xfrm>
            <a:off x="5168045" y="601040"/>
            <a:ext cx="1869033" cy="2949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324"/>
              </a:lnSpc>
            </a:pPr>
            <a:r>
              <a:rPr lang="en-US" sz="2371" b="1" spc="47">
                <a:solidFill>
                  <a:srgbClr val="263F6B"/>
                </a:solidFill>
                <a:latin typeface="Arial" panose="020B0604020202020204" pitchFamily="34" charset="0"/>
                <a:cs typeface="Arial" panose="020B0604020202020204" pitchFamily="34" charset="0"/>
              </a:rPr>
              <a:t>Develop</a:t>
            </a:r>
          </a:p>
        </p:txBody>
      </p:sp>
      <p:sp>
        <p:nvSpPr>
          <p:cNvPr id="75" name="TextBox 34">
            <a:extLst>
              <a:ext uri="{FF2B5EF4-FFF2-40B4-BE49-F238E27FC236}">
                <a16:creationId xmlns:a16="http://schemas.microsoft.com/office/drawing/2014/main" id="{F65F09D5-AA99-978A-34DA-624A0F214922}"/>
              </a:ext>
            </a:extLst>
          </p:cNvPr>
          <p:cNvSpPr txBox="1"/>
          <p:nvPr/>
        </p:nvSpPr>
        <p:spPr>
          <a:xfrm>
            <a:off x="9088508" y="601040"/>
            <a:ext cx="1869033" cy="2949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324"/>
              </a:lnSpc>
            </a:pPr>
            <a:r>
              <a:rPr lang="en-US" sz="2371" b="1" spc="47">
                <a:solidFill>
                  <a:srgbClr val="263F6B"/>
                </a:solidFill>
                <a:latin typeface="Arial" panose="020B0604020202020204" pitchFamily="34" charset="0"/>
                <a:cs typeface="Arial" panose="020B0604020202020204" pitchFamily="34" charset="0"/>
              </a:rPr>
              <a:t>Implement</a:t>
            </a:r>
          </a:p>
        </p:txBody>
      </p:sp>
      <p:sp>
        <p:nvSpPr>
          <p:cNvPr id="76" name="TextBox 35">
            <a:extLst>
              <a:ext uri="{FF2B5EF4-FFF2-40B4-BE49-F238E27FC236}">
                <a16:creationId xmlns:a16="http://schemas.microsoft.com/office/drawing/2014/main" id="{0A81646B-7F7E-6EFD-0237-BA47490A5A05}"/>
              </a:ext>
            </a:extLst>
          </p:cNvPr>
          <p:cNvSpPr txBox="1"/>
          <p:nvPr/>
        </p:nvSpPr>
        <p:spPr>
          <a:xfrm>
            <a:off x="13000804" y="601040"/>
            <a:ext cx="1869033" cy="2949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324"/>
              </a:lnSpc>
            </a:pPr>
            <a:r>
              <a:rPr lang="en-US" sz="2371" b="1" spc="47">
                <a:solidFill>
                  <a:srgbClr val="263F6B"/>
                </a:solidFill>
                <a:latin typeface="Arial" panose="020B0604020202020204" pitchFamily="34" charset="0"/>
                <a:cs typeface="Arial" panose="020B0604020202020204" pitchFamily="34" charset="0"/>
              </a:rPr>
              <a:t>Evaluate</a:t>
            </a:r>
          </a:p>
        </p:txBody>
      </p:sp>
      <p:sp>
        <p:nvSpPr>
          <p:cNvPr id="77" name="Freeform 17">
            <a:extLst>
              <a:ext uri="{FF2B5EF4-FFF2-40B4-BE49-F238E27FC236}">
                <a16:creationId xmlns:a16="http://schemas.microsoft.com/office/drawing/2014/main" id="{B5BB3459-AABF-5F10-3B90-588808A9F26A}"/>
              </a:ext>
            </a:extLst>
          </p:cNvPr>
          <p:cNvSpPr/>
          <p:nvPr/>
        </p:nvSpPr>
        <p:spPr>
          <a:xfrm>
            <a:off x="8192150" y="361891"/>
            <a:ext cx="735071" cy="73507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5E43"/>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Tree>
    <p:extLst>
      <p:ext uri="{BB962C8B-B14F-4D97-AF65-F5344CB8AC3E}">
        <p14:creationId xmlns:p14="http://schemas.microsoft.com/office/powerpoint/2010/main" val="2962165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5"/>
          <p:cNvSpPr txBox="1"/>
          <p:nvPr/>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Strategy 1</a:t>
            </a:r>
          </a:p>
        </p:txBody>
      </p:sp>
      <p:sp>
        <p:nvSpPr>
          <p:cNvPr id="6" name="TextBox 6"/>
          <p:cNvSpPr txBox="1"/>
          <p:nvPr/>
        </p:nvSpPr>
        <p:spPr>
          <a:xfrm>
            <a:off x="8866508"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Strategy 2</a:t>
            </a:r>
          </a:p>
        </p:txBody>
      </p:sp>
      <p:sp>
        <p:nvSpPr>
          <p:cNvPr id="10" name="TextBox 10"/>
          <p:cNvSpPr txBox="1"/>
          <p:nvPr/>
        </p:nvSpPr>
        <p:spPr>
          <a:xfrm>
            <a:off x="8681788" y="1941778"/>
            <a:ext cx="9088897" cy="410369"/>
          </a:xfrm>
          <a:prstGeom prst="rect">
            <a:avLst/>
          </a:prstGeom>
        </p:spPr>
        <p:txBody>
          <a:bodyPr wrap="square" lIns="0" tIns="0" rIns="0" bIns="0" rtlCol="0" anchor="t">
            <a:spAutoFit/>
          </a:bodyPr>
          <a:lstStyle/>
          <a:p>
            <a:pPr algn="ctr">
              <a:lnSpc>
                <a:spcPts val="3157"/>
              </a:lnSpc>
            </a:pPr>
            <a:r>
              <a:rPr lang="en-US" sz="3222" spc="64">
                <a:solidFill>
                  <a:srgbClr val="2D8BBA"/>
                </a:solidFill>
                <a:latin typeface="Arial" panose="020B0604020202020204" pitchFamily="34" charset="0"/>
                <a:cs typeface="Arial" panose="020B0604020202020204" pitchFamily="34" charset="0"/>
              </a:rPr>
              <a:t>Projected Expenses</a:t>
            </a:r>
          </a:p>
        </p:txBody>
      </p:sp>
      <p:sp>
        <p:nvSpPr>
          <p:cNvPr id="31" name="Rectangle 30">
            <a:extLst>
              <a:ext uri="{FF2B5EF4-FFF2-40B4-BE49-F238E27FC236}">
                <a16:creationId xmlns:a16="http://schemas.microsoft.com/office/drawing/2014/main" id="{1DFC6F09-FED4-374D-9A2A-FC6623593C9B}"/>
              </a:ext>
            </a:extLst>
          </p:cNvPr>
          <p:cNvSpPr/>
          <p:nvPr/>
        </p:nvSpPr>
        <p:spPr>
          <a:xfrm>
            <a:off x="517317" y="4934203"/>
            <a:ext cx="6570194" cy="643353"/>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700" b="1">
                <a:latin typeface="Arial" panose="020B0604020202020204" pitchFamily="34" charset="0"/>
                <a:cs typeface="Arial" panose="020B0604020202020204" pitchFamily="34" charset="0"/>
              </a:rPr>
              <a:t>Cost Drivers</a:t>
            </a:r>
          </a:p>
        </p:txBody>
      </p:sp>
      <p:sp>
        <p:nvSpPr>
          <p:cNvPr id="32" name="Rectangle 31">
            <a:extLst>
              <a:ext uri="{FF2B5EF4-FFF2-40B4-BE49-F238E27FC236}">
                <a16:creationId xmlns:a16="http://schemas.microsoft.com/office/drawing/2014/main" id="{B1ED71A5-81F8-354A-9AFD-CE9C95A87225}"/>
              </a:ext>
            </a:extLst>
          </p:cNvPr>
          <p:cNvSpPr/>
          <p:nvPr/>
        </p:nvSpPr>
        <p:spPr>
          <a:xfrm>
            <a:off x="517315" y="1917054"/>
            <a:ext cx="6607385" cy="550628"/>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CA" sz="3000" b="1" dirty="0">
                <a:latin typeface="Arial" panose="020B0604020202020204" pitchFamily="34" charset="0"/>
                <a:cs typeface="Arial" panose="020B0604020202020204" pitchFamily="34" charset="0"/>
              </a:rPr>
              <a:t>Key Assumptions</a:t>
            </a:r>
          </a:p>
        </p:txBody>
      </p:sp>
      <p:sp>
        <p:nvSpPr>
          <p:cNvPr id="33" name="TextBox 32">
            <a:extLst>
              <a:ext uri="{FF2B5EF4-FFF2-40B4-BE49-F238E27FC236}">
                <a16:creationId xmlns:a16="http://schemas.microsoft.com/office/drawing/2014/main" id="{CFC526C8-4648-8143-B5EE-F32DE1872591}"/>
              </a:ext>
            </a:extLst>
          </p:cNvPr>
          <p:cNvSpPr txBox="1"/>
          <p:nvPr/>
        </p:nvSpPr>
        <p:spPr>
          <a:xfrm>
            <a:off x="1770130" y="6039422"/>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35" name="TextBox 34">
            <a:extLst>
              <a:ext uri="{FF2B5EF4-FFF2-40B4-BE49-F238E27FC236}">
                <a16:creationId xmlns:a16="http://schemas.microsoft.com/office/drawing/2014/main" id="{D7660349-975F-7248-A5E3-3935D0388991}"/>
              </a:ext>
            </a:extLst>
          </p:cNvPr>
          <p:cNvSpPr txBox="1"/>
          <p:nvPr/>
        </p:nvSpPr>
        <p:spPr>
          <a:xfrm>
            <a:off x="1770130" y="7129629"/>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37" name="TextBox 36">
            <a:extLst>
              <a:ext uri="{FF2B5EF4-FFF2-40B4-BE49-F238E27FC236}">
                <a16:creationId xmlns:a16="http://schemas.microsoft.com/office/drawing/2014/main" id="{C00709CC-18DB-F046-BCA7-FCDC7192CA81}"/>
              </a:ext>
            </a:extLst>
          </p:cNvPr>
          <p:cNvSpPr txBox="1"/>
          <p:nvPr/>
        </p:nvSpPr>
        <p:spPr>
          <a:xfrm>
            <a:off x="1586632" y="2843116"/>
            <a:ext cx="6242911"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38" name="Oval 37">
            <a:extLst>
              <a:ext uri="{FF2B5EF4-FFF2-40B4-BE49-F238E27FC236}">
                <a16:creationId xmlns:a16="http://schemas.microsoft.com/office/drawing/2014/main" id="{8FDD46EA-401E-E645-AF4D-1AAACA350528}"/>
              </a:ext>
            </a:extLst>
          </p:cNvPr>
          <p:cNvSpPr/>
          <p:nvPr/>
        </p:nvSpPr>
        <p:spPr>
          <a:xfrm>
            <a:off x="533400" y="2819809"/>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a:solidFill>
                  <a:schemeClr val="bg1"/>
                </a:solidFill>
                <a:latin typeface="Arial" panose="020B0604020202020204" pitchFamily="34" charset="0"/>
                <a:cs typeface="Arial" panose="020B0604020202020204" pitchFamily="34" charset="0"/>
              </a:rPr>
              <a:t>1</a:t>
            </a:r>
          </a:p>
        </p:txBody>
      </p:sp>
      <p:sp>
        <p:nvSpPr>
          <p:cNvPr id="41" name="TextBox 40">
            <a:extLst>
              <a:ext uri="{FF2B5EF4-FFF2-40B4-BE49-F238E27FC236}">
                <a16:creationId xmlns:a16="http://schemas.microsoft.com/office/drawing/2014/main" id="{833272D0-3621-844F-9F4A-DBD5D5656AE5}"/>
              </a:ext>
            </a:extLst>
          </p:cNvPr>
          <p:cNvSpPr txBox="1"/>
          <p:nvPr/>
        </p:nvSpPr>
        <p:spPr>
          <a:xfrm>
            <a:off x="1770130" y="8273147"/>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53" name="TextBox 52">
            <a:extLst>
              <a:ext uri="{FF2B5EF4-FFF2-40B4-BE49-F238E27FC236}">
                <a16:creationId xmlns:a16="http://schemas.microsoft.com/office/drawing/2014/main" id="{F44C4CBC-F512-184D-AE3A-C003A940C20A}"/>
              </a:ext>
            </a:extLst>
          </p:cNvPr>
          <p:cNvSpPr txBox="1"/>
          <p:nvPr/>
        </p:nvSpPr>
        <p:spPr>
          <a:xfrm>
            <a:off x="1648414" y="4038556"/>
            <a:ext cx="6242911"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55" name="TextBox 54">
            <a:extLst>
              <a:ext uri="{FF2B5EF4-FFF2-40B4-BE49-F238E27FC236}">
                <a16:creationId xmlns:a16="http://schemas.microsoft.com/office/drawing/2014/main" id="{035299DE-E7FE-6143-8ED4-512C6425CCB1}"/>
              </a:ext>
            </a:extLst>
          </p:cNvPr>
          <p:cNvSpPr txBox="1"/>
          <p:nvPr/>
        </p:nvSpPr>
        <p:spPr>
          <a:xfrm>
            <a:off x="10896600" y="3567255"/>
            <a:ext cx="6242911" cy="1246495"/>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dirty="0">
                <a:solidFill>
                  <a:srgbClr val="21335A"/>
                </a:solidFill>
                <a:latin typeface="Arial" panose="020B0604020202020204" pitchFamily="34" charset="0"/>
                <a:cs typeface="Arial" panose="020B0604020202020204" pitchFamily="34" charset="0"/>
              </a:rPr>
              <a:t>Note:</a:t>
            </a:r>
          </a:p>
          <a:p>
            <a:pPr marL="342900" indent="-342900">
              <a:buFontTx/>
              <a:buChar char="-"/>
            </a:pPr>
            <a:r>
              <a:rPr lang="en-US" sz="2400" dirty="0">
                <a:solidFill>
                  <a:srgbClr val="21335A"/>
                </a:solidFill>
                <a:latin typeface="Arial" panose="020B0604020202020204" pitchFamily="34" charset="0"/>
                <a:cs typeface="Arial" panose="020B0604020202020204" pitchFamily="34" charset="0"/>
              </a:rPr>
              <a:t>Don’t show decimals</a:t>
            </a:r>
          </a:p>
          <a:p>
            <a:pPr marL="342900" indent="-342900">
              <a:buFontTx/>
              <a:buChar char="-"/>
            </a:pPr>
            <a:r>
              <a:rPr lang="en-US" sz="2400" dirty="0">
                <a:solidFill>
                  <a:srgbClr val="21335A"/>
                </a:solidFill>
                <a:latin typeface="Arial" panose="020B0604020202020204" pitchFamily="34" charset="0"/>
                <a:cs typeface="Arial" panose="020B0604020202020204" pitchFamily="34" charset="0"/>
              </a:rPr>
              <a:t>Only show most important costs</a:t>
            </a:r>
          </a:p>
        </p:txBody>
      </p:sp>
      <p:sp>
        <p:nvSpPr>
          <p:cNvPr id="11" name="Slide Number Placeholder 10">
            <a:extLst>
              <a:ext uri="{FF2B5EF4-FFF2-40B4-BE49-F238E27FC236}">
                <a16:creationId xmlns:a16="http://schemas.microsoft.com/office/drawing/2014/main" id="{F381C47B-CA3B-77A9-40F4-9A06AE9DA9DD}"/>
              </a:ext>
            </a:extLst>
          </p:cNvPr>
          <p:cNvSpPr>
            <a:spLocks noGrp="1"/>
          </p:cNvSpPr>
          <p:nvPr>
            <p:ph type="sldNum" sz="quarter" idx="12"/>
          </p:nvPr>
        </p:nvSpPr>
        <p:spPr/>
        <p:txBody>
          <a:bodyPr/>
          <a:lstStyle/>
          <a:p>
            <a:fld id="{B6F15528-21DE-4FAA-801E-634DDDAF4B2B}" type="slidenum">
              <a:rPr lang="en-US" smtClean="0"/>
              <a:pPr/>
              <a:t>48</a:t>
            </a:fld>
            <a:endParaRPr lang="en-US"/>
          </a:p>
        </p:txBody>
      </p:sp>
      <p:sp>
        <p:nvSpPr>
          <p:cNvPr id="12" name="Text Placeholder 11">
            <a:extLst>
              <a:ext uri="{FF2B5EF4-FFF2-40B4-BE49-F238E27FC236}">
                <a16:creationId xmlns:a16="http://schemas.microsoft.com/office/drawing/2014/main" id="{C4A13CBA-7864-182C-7C9C-E6B0773934BF}"/>
              </a:ext>
            </a:extLst>
          </p:cNvPr>
          <p:cNvSpPr>
            <a:spLocks noGrp="1"/>
          </p:cNvSpPr>
          <p:nvPr>
            <p:ph type="body" sz="quarter" idx="14"/>
          </p:nvPr>
        </p:nvSpPr>
        <p:spPr/>
        <p:txBody>
          <a:bodyPr/>
          <a:lstStyle/>
          <a:p>
            <a:r>
              <a:rPr lang="en-US"/>
              <a:t>Financial Analysis</a:t>
            </a:r>
          </a:p>
        </p:txBody>
      </p:sp>
      <p:sp>
        <p:nvSpPr>
          <p:cNvPr id="13" name="Text Placeholder 12">
            <a:extLst>
              <a:ext uri="{FF2B5EF4-FFF2-40B4-BE49-F238E27FC236}">
                <a16:creationId xmlns:a16="http://schemas.microsoft.com/office/drawing/2014/main" id="{871499D8-8C15-4CA6-9A16-CCCDE1E2431E}"/>
              </a:ext>
            </a:extLst>
          </p:cNvPr>
          <p:cNvSpPr>
            <a:spLocks noGrp="1"/>
          </p:cNvSpPr>
          <p:nvPr>
            <p:ph type="body" sz="quarter" idx="15"/>
          </p:nvPr>
        </p:nvSpPr>
        <p:spPr/>
        <p:txBody>
          <a:bodyPr/>
          <a:lstStyle/>
          <a:p>
            <a:r>
              <a:rPr lang="en-US"/>
              <a:t>Projected Expenses</a:t>
            </a:r>
          </a:p>
        </p:txBody>
      </p:sp>
      <p:sp>
        <p:nvSpPr>
          <p:cNvPr id="15" name="Text Placeholder 14">
            <a:extLst>
              <a:ext uri="{FF2B5EF4-FFF2-40B4-BE49-F238E27FC236}">
                <a16:creationId xmlns:a16="http://schemas.microsoft.com/office/drawing/2014/main" id="{22553934-CEFC-B80F-C273-B0DCD0884A18}"/>
              </a:ext>
            </a:extLst>
          </p:cNvPr>
          <p:cNvSpPr>
            <a:spLocks noGrp="1"/>
          </p:cNvSpPr>
          <p:nvPr>
            <p:ph type="body" sz="quarter" idx="16"/>
          </p:nvPr>
        </p:nvSpPr>
        <p:spPr/>
        <p:txBody>
          <a:bodyPr/>
          <a:lstStyle/>
          <a:p>
            <a:endParaRPr lang="en-US"/>
          </a:p>
        </p:txBody>
      </p:sp>
      <p:cxnSp>
        <p:nvCxnSpPr>
          <p:cNvPr id="24" name="Google Shape;599;p11">
            <a:extLst>
              <a:ext uri="{FF2B5EF4-FFF2-40B4-BE49-F238E27FC236}">
                <a16:creationId xmlns:a16="http://schemas.microsoft.com/office/drawing/2014/main" id="{34E98BD6-A49E-324C-BF17-52B17478EA43}"/>
              </a:ext>
            </a:extLst>
          </p:cNvPr>
          <p:cNvCxnSpPr>
            <a:cxnSpLocks/>
          </p:cNvCxnSpPr>
          <p:nvPr/>
        </p:nvCxnSpPr>
        <p:spPr>
          <a:xfrm>
            <a:off x="8150536" y="2306351"/>
            <a:ext cx="0" cy="6617112"/>
          </a:xfrm>
          <a:prstGeom prst="straightConnector1">
            <a:avLst/>
          </a:prstGeom>
          <a:noFill/>
          <a:ln w="38100" cap="flat" cmpd="sng">
            <a:solidFill>
              <a:schemeClr val="bg1">
                <a:lumMod val="65000"/>
              </a:schemeClr>
            </a:solidFill>
            <a:prstDash val="dash"/>
            <a:round/>
            <a:headEnd type="none" w="sm" len="sm"/>
            <a:tailEnd type="none" w="sm" len="sm"/>
          </a:ln>
        </p:spPr>
      </p:cxnSp>
      <p:sp>
        <p:nvSpPr>
          <p:cNvPr id="25" name="Oval 24">
            <a:extLst>
              <a:ext uri="{FF2B5EF4-FFF2-40B4-BE49-F238E27FC236}">
                <a16:creationId xmlns:a16="http://schemas.microsoft.com/office/drawing/2014/main" id="{31603168-539E-6440-83F8-1BA826775DD4}"/>
              </a:ext>
            </a:extLst>
          </p:cNvPr>
          <p:cNvSpPr/>
          <p:nvPr/>
        </p:nvSpPr>
        <p:spPr>
          <a:xfrm>
            <a:off x="7874661" y="5359339"/>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8" name="Graphic 27" descr="Caret Left with solid fill">
            <a:extLst>
              <a:ext uri="{FF2B5EF4-FFF2-40B4-BE49-F238E27FC236}">
                <a16:creationId xmlns:a16="http://schemas.microsoft.com/office/drawing/2014/main" id="{98DFB714-E93E-9844-9935-80921BD523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7845585" y="5299146"/>
            <a:ext cx="664757" cy="664757"/>
          </a:xfrm>
          <a:prstGeom prst="rect">
            <a:avLst/>
          </a:prstGeom>
        </p:spPr>
      </p:pic>
      <p:sp>
        <p:nvSpPr>
          <p:cNvPr id="29" name="Oval 28">
            <a:extLst>
              <a:ext uri="{FF2B5EF4-FFF2-40B4-BE49-F238E27FC236}">
                <a16:creationId xmlns:a16="http://schemas.microsoft.com/office/drawing/2014/main" id="{7815B5E0-BAE3-E549-A8E3-F4CCD3A6E350}"/>
              </a:ext>
            </a:extLst>
          </p:cNvPr>
          <p:cNvSpPr/>
          <p:nvPr/>
        </p:nvSpPr>
        <p:spPr>
          <a:xfrm>
            <a:off x="524985" y="3874671"/>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dirty="0">
                <a:solidFill>
                  <a:schemeClr val="bg1"/>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410D8D10-AE91-7540-8412-2BCA21899167}"/>
              </a:ext>
            </a:extLst>
          </p:cNvPr>
          <p:cNvSpPr/>
          <p:nvPr/>
        </p:nvSpPr>
        <p:spPr>
          <a:xfrm>
            <a:off x="565697" y="5929043"/>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a:solidFill>
                  <a:schemeClr val="bg1"/>
                </a:solidFill>
                <a:latin typeface="Arial" panose="020B0604020202020204" pitchFamily="34" charset="0"/>
                <a:cs typeface="Arial" panose="020B0604020202020204" pitchFamily="34" charset="0"/>
              </a:rPr>
              <a:t>1</a:t>
            </a:r>
          </a:p>
        </p:txBody>
      </p:sp>
      <p:sp>
        <p:nvSpPr>
          <p:cNvPr id="42" name="Oval 41">
            <a:extLst>
              <a:ext uri="{FF2B5EF4-FFF2-40B4-BE49-F238E27FC236}">
                <a16:creationId xmlns:a16="http://schemas.microsoft.com/office/drawing/2014/main" id="{3C2F420D-58AD-4A42-820F-DBAC9A5BB7BD}"/>
              </a:ext>
            </a:extLst>
          </p:cNvPr>
          <p:cNvSpPr/>
          <p:nvPr/>
        </p:nvSpPr>
        <p:spPr>
          <a:xfrm>
            <a:off x="565697" y="7029521"/>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dirty="0">
                <a:solidFill>
                  <a:schemeClr val="bg1"/>
                </a:solidFill>
                <a:latin typeface="Arial" panose="020B0604020202020204" pitchFamily="34" charset="0"/>
                <a:cs typeface="Arial" panose="020B0604020202020204" pitchFamily="34" charset="0"/>
              </a:rPr>
              <a:t>2</a:t>
            </a:r>
          </a:p>
        </p:txBody>
      </p:sp>
      <p:sp>
        <p:nvSpPr>
          <p:cNvPr id="43" name="Oval 42">
            <a:extLst>
              <a:ext uri="{FF2B5EF4-FFF2-40B4-BE49-F238E27FC236}">
                <a16:creationId xmlns:a16="http://schemas.microsoft.com/office/drawing/2014/main" id="{C3673838-979F-3E4C-960A-7E7AB38DF413}"/>
              </a:ext>
            </a:extLst>
          </p:cNvPr>
          <p:cNvSpPr/>
          <p:nvPr/>
        </p:nvSpPr>
        <p:spPr>
          <a:xfrm>
            <a:off x="559132" y="8173039"/>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dirty="0">
                <a:solidFill>
                  <a:schemeClr val="bg1"/>
                </a:solidFill>
                <a:latin typeface="Arial" panose="020B0604020202020204" pitchFamily="34" charset="0"/>
                <a:cs typeface="Arial" panose="020B0604020202020204" pitchFamily="34" charset="0"/>
              </a:rPr>
              <a:t>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10"/>
          <p:cNvSpPr txBox="1"/>
          <p:nvPr/>
        </p:nvSpPr>
        <p:spPr>
          <a:xfrm>
            <a:off x="8550442" y="1969600"/>
            <a:ext cx="9042233" cy="410369"/>
          </a:xfrm>
          <a:prstGeom prst="rect">
            <a:avLst/>
          </a:prstGeom>
        </p:spPr>
        <p:txBody>
          <a:bodyPr wrap="square" lIns="0" tIns="0" rIns="0" bIns="0" rtlCol="0" anchor="t">
            <a:spAutoFit/>
          </a:bodyPr>
          <a:lstStyle/>
          <a:p>
            <a:pPr algn="ctr">
              <a:lnSpc>
                <a:spcPts val="3157"/>
              </a:lnSpc>
            </a:pPr>
            <a:r>
              <a:rPr lang="en-US" sz="3222" spc="64" dirty="0">
                <a:solidFill>
                  <a:srgbClr val="2D8BBA"/>
                </a:solidFill>
                <a:latin typeface="Arial" panose="020B0604020202020204" pitchFamily="34" charset="0"/>
                <a:cs typeface="Arial" panose="020B0604020202020204" pitchFamily="34" charset="0"/>
              </a:rPr>
              <a:t>Projected Revenue</a:t>
            </a:r>
          </a:p>
        </p:txBody>
      </p:sp>
      <p:sp>
        <p:nvSpPr>
          <p:cNvPr id="31" name="Rectangle 30">
            <a:extLst>
              <a:ext uri="{FF2B5EF4-FFF2-40B4-BE49-F238E27FC236}">
                <a16:creationId xmlns:a16="http://schemas.microsoft.com/office/drawing/2014/main" id="{1DFC6F09-FED4-374D-9A2A-FC6623593C9B}"/>
              </a:ext>
            </a:extLst>
          </p:cNvPr>
          <p:cNvSpPr/>
          <p:nvPr/>
        </p:nvSpPr>
        <p:spPr>
          <a:xfrm>
            <a:off x="517317" y="4934203"/>
            <a:ext cx="6570194" cy="643353"/>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700" b="1">
                <a:latin typeface="Arial" panose="020B0604020202020204" pitchFamily="34" charset="0"/>
                <a:cs typeface="Arial" panose="020B0604020202020204" pitchFamily="34" charset="0"/>
              </a:rPr>
              <a:t>Revenue Drivers</a:t>
            </a:r>
          </a:p>
        </p:txBody>
      </p:sp>
      <p:sp>
        <p:nvSpPr>
          <p:cNvPr id="32" name="Rectangle 31">
            <a:extLst>
              <a:ext uri="{FF2B5EF4-FFF2-40B4-BE49-F238E27FC236}">
                <a16:creationId xmlns:a16="http://schemas.microsoft.com/office/drawing/2014/main" id="{B1ED71A5-81F8-354A-9AFD-CE9C95A87225}"/>
              </a:ext>
            </a:extLst>
          </p:cNvPr>
          <p:cNvSpPr/>
          <p:nvPr/>
        </p:nvSpPr>
        <p:spPr>
          <a:xfrm>
            <a:off x="517315" y="1917054"/>
            <a:ext cx="6607385" cy="550628"/>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CA" sz="3000" b="1">
                <a:latin typeface="Arial" panose="020B0604020202020204" pitchFamily="34" charset="0"/>
                <a:cs typeface="Arial" panose="020B0604020202020204" pitchFamily="34" charset="0"/>
              </a:rPr>
              <a:t>Key Assumptions</a:t>
            </a:r>
          </a:p>
        </p:txBody>
      </p:sp>
      <p:sp>
        <p:nvSpPr>
          <p:cNvPr id="33" name="TextBox 32">
            <a:extLst>
              <a:ext uri="{FF2B5EF4-FFF2-40B4-BE49-F238E27FC236}">
                <a16:creationId xmlns:a16="http://schemas.microsoft.com/office/drawing/2014/main" id="{CFC526C8-4648-8143-B5EE-F32DE1872591}"/>
              </a:ext>
            </a:extLst>
          </p:cNvPr>
          <p:cNvSpPr txBox="1"/>
          <p:nvPr/>
        </p:nvSpPr>
        <p:spPr>
          <a:xfrm>
            <a:off x="1770130" y="6009732"/>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35" name="TextBox 34">
            <a:extLst>
              <a:ext uri="{FF2B5EF4-FFF2-40B4-BE49-F238E27FC236}">
                <a16:creationId xmlns:a16="http://schemas.microsoft.com/office/drawing/2014/main" id="{D7660349-975F-7248-A5E3-3935D0388991}"/>
              </a:ext>
            </a:extLst>
          </p:cNvPr>
          <p:cNvSpPr txBox="1"/>
          <p:nvPr/>
        </p:nvSpPr>
        <p:spPr>
          <a:xfrm>
            <a:off x="1770130" y="7129629"/>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37" name="TextBox 36">
            <a:extLst>
              <a:ext uri="{FF2B5EF4-FFF2-40B4-BE49-F238E27FC236}">
                <a16:creationId xmlns:a16="http://schemas.microsoft.com/office/drawing/2014/main" id="{C00709CC-18DB-F046-BCA7-FCDC7192CA81}"/>
              </a:ext>
            </a:extLst>
          </p:cNvPr>
          <p:cNvSpPr txBox="1"/>
          <p:nvPr/>
        </p:nvSpPr>
        <p:spPr>
          <a:xfrm>
            <a:off x="1586632" y="2843116"/>
            <a:ext cx="6242911"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41" name="TextBox 40">
            <a:extLst>
              <a:ext uri="{FF2B5EF4-FFF2-40B4-BE49-F238E27FC236}">
                <a16:creationId xmlns:a16="http://schemas.microsoft.com/office/drawing/2014/main" id="{833272D0-3621-844F-9F4A-DBD5D5656AE5}"/>
              </a:ext>
            </a:extLst>
          </p:cNvPr>
          <p:cNvSpPr txBox="1"/>
          <p:nvPr/>
        </p:nvSpPr>
        <p:spPr>
          <a:xfrm>
            <a:off x="1770130" y="8273147"/>
            <a:ext cx="4114799"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53" name="TextBox 52">
            <a:extLst>
              <a:ext uri="{FF2B5EF4-FFF2-40B4-BE49-F238E27FC236}">
                <a16:creationId xmlns:a16="http://schemas.microsoft.com/office/drawing/2014/main" id="{F44C4CBC-F512-184D-AE3A-C003A940C20A}"/>
              </a:ext>
            </a:extLst>
          </p:cNvPr>
          <p:cNvSpPr txBox="1"/>
          <p:nvPr/>
        </p:nvSpPr>
        <p:spPr>
          <a:xfrm>
            <a:off x="1648414" y="4038556"/>
            <a:ext cx="6242911" cy="5078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r>
              <a:rPr lang="en-US" sz="2400">
                <a:solidFill>
                  <a:srgbClr val="21335A"/>
                </a:solidFill>
                <a:latin typeface="Arial" panose="020B0604020202020204" pitchFamily="34" charset="0"/>
                <a:cs typeface="Arial" panose="020B0604020202020204" pitchFamily="34" charset="0"/>
              </a:rPr>
              <a:t>--</a:t>
            </a:r>
          </a:p>
        </p:txBody>
      </p:sp>
      <p:sp>
        <p:nvSpPr>
          <p:cNvPr id="12" name="Slide Number Placeholder 11">
            <a:extLst>
              <a:ext uri="{FF2B5EF4-FFF2-40B4-BE49-F238E27FC236}">
                <a16:creationId xmlns:a16="http://schemas.microsoft.com/office/drawing/2014/main" id="{AC305D9B-3D37-2446-A8F4-DE10507EBEE8}"/>
              </a:ext>
            </a:extLst>
          </p:cNvPr>
          <p:cNvSpPr>
            <a:spLocks noGrp="1"/>
          </p:cNvSpPr>
          <p:nvPr>
            <p:ph type="sldNum" sz="quarter" idx="12"/>
          </p:nvPr>
        </p:nvSpPr>
        <p:spPr/>
        <p:txBody>
          <a:bodyPr/>
          <a:lstStyle/>
          <a:p>
            <a:fld id="{B6F15528-21DE-4FAA-801E-634DDDAF4B2B}" type="slidenum">
              <a:rPr lang="en-US" smtClean="0"/>
              <a:pPr/>
              <a:t>49</a:t>
            </a:fld>
            <a:endParaRPr lang="en-US"/>
          </a:p>
        </p:txBody>
      </p:sp>
      <p:sp>
        <p:nvSpPr>
          <p:cNvPr id="22" name="Text Placeholder 21">
            <a:extLst>
              <a:ext uri="{FF2B5EF4-FFF2-40B4-BE49-F238E27FC236}">
                <a16:creationId xmlns:a16="http://schemas.microsoft.com/office/drawing/2014/main" id="{C3E14A2F-3C95-10E6-C0C5-AE53B8C69BD2}"/>
              </a:ext>
            </a:extLst>
          </p:cNvPr>
          <p:cNvSpPr>
            <a:spLocks noGrp="1"/>
          </p:cNvSpPr>
          <p:nvPr>
            <p:ph type="body" sz="quarter" idx="14"/>
          </p:nvPr>
        </p:nvSpPr>
        <p:spPr/>
        <p:txBody>
          <a:bodyPr/>
          <a:lstStyle/>
          <a:p>
            <a:r>
              <a:rPr lang="en-US"/>
              <a:t>Financial Analysis</a:t>
            </a:r>
          </a:p>
        </p:txBody>
      </p:sp>
      <p:sp>
        <p:nvSpPr>
          <p:cNvPr id="23" name="Text Placeholder 22">
            <a:extLst>
              <a:ext uri="{FF2B5EF4-FFF2-40B4-BE49-F238E27FC236}">
                <a16:creationId xmlns:a16="http://schemas.microsoft.com/office/drawing/2014/main" id="{CCB5D679-1811-FEC9-FE77-69DDC4A2EEAA}"/>
              </a:ext>
            </a:extLst>
          </p:cNvPr>
          <p:cNvSpPr>
            <a:spLocks noGrp="1"/>
          </p:cNvSpPr>
          <p:nvPr>
            <p:ph type="body" sz="quarter" idx="15"/>
          </p:nvPr>
        </p:nvSpPr>
        <p:spPr/>
        <p:txBody>
          <a:bodyPr/>
          <a:lstStyle/>
          <a:p>
            <a:r>
              <a:rPr lang="en-US"/>
              <a:t>Revenue</a:t>
            </a:r>
          </a:p>
        </p:txBody>
      </p:sp>
      <p:sp>
        <p:nvSpPr>
          <p:cNvPr id="24" name="Text Placeholder 23">
            <a:extLst>
              <a:ext uri="{FF2B5EF4-FFF2-40B4-BE49-F238E27FC236}">
                <a16:creationId xmlns:a16="http://schemas.microsoft.com/office/drawing/2014/main" id="{4A6BBD4B-B5DD-AC15-C2BC-6136CA296050}"/>
              </a:ext>
            </a:extLst>
          </p:cNvPr>
          <p:cNvSpPr>
            <a:spLocks noGrp="1"/>
          </p:cNvSpPr>
          <p:nvPr>
            <p:ph type="body" sz="quarter" idx="16"/>
          </p:nvPr>
        </p:nvSpPr>
        <p:spPr/>
        <p:txBody>
          <a:bodyPr/>
          <a:lstStyle/>
          <a:p>
            <a:endParaRPr lang="en-US"/>
          </a:p>
        </p:txBody>
      </p:sp>
      <p:sp>
        <p:nvSpPr>
          <p:cNvPr id="25" name="Rectangle 24">
            <a:extLst>
              <a:ext uri="{FF2B5EF4-FFF2-40B4-BE49-F238E27FC236}">
                <a16:creationId xmlns:a16="http://schemas.microsoft.com/office/drawing/2014/main" id="{3C7C172A-BE1E-4730-E033-E5CD7961B6B5}"/>
              </a:ext>
            </a:extLst>
          </p:cNvPr>
          <p:cNvSpPr/>
          <p:nvPr/>
        </p:nvSpPr>
        <p:spPr>
          <a:xfrm>
            <a:off x="9144000" y="7096721"/>
            <a:ext cx="7696270" cy="615631"/>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700" b="1">
                <a:latin typeface="Arial" panose="020B0604020202020204" pitchFamily="34" charset="0"/>
                <a:cs typeface="Arial" panose="020B0604020202020204" pitchFamily="34" charset="0"/>
              </a:rPr>
              <a:t>K</a:t>
            </a:r>
            <a:r>
              <a:rPr lang="en-CA" sz="2700" b="1">
                <a:latin typeface="Arial" panose="020B0604020202020204" pitchFamily="34" charset="0"/>
                <a:cs typeface="Arial" panose="020B0604020202020204" pitchFamily="34" charset="0"/>
              </a:rPr>
              <a:t>ey Outcomes</a:t>
            </a:r>
          </a:p>
        </p:txBody>
      </p:sp>
      <p:sp>
        <p:nvSpPr>
          <p:cNvPr id="28" name="Oval 27">
            <a:extLst>
              <a:ext uri="{FF2B5EF4-FFF2-40B4-BE49-F238E27FC236}">
                <a16:creationId xmlns:a16="http://schemas.microsoft.com/office/drawing/2014/main" id="{85E18F7C-E424-A013-9986-740B158B4324}"/>
              </a:ext>
            </a:extLst>
          </p:cNvPr>
          <p:cNvSpPr/>
          <p:nvPr/>
        </p:nvSpPr>
        <p:spPr>
          <a:xfrm>
            <a:off x="9113407" y="7825908"/>
            <a:ext cx="1402039" cy="1402308"/>
          </a:xfrm>
          <a:prstGeom prst="ellipse">
            <a:avLst/>
          </a:prstGeom>
          <a:solidFill>
            <a:srgbClr val="2C8BB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700" b="1">
              <a:solidFill>
                <a:schemeClr val="bg1"/>
              </a:solidFill>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A11382DF-A583-182A-88B1-A18A0849EB32}"/>
              </a:ext>
            </a:extLst>
          </p:cNvPr>
          <p:cNvSpPr/>
          <p:nvPr/>
        </p:nvSpPr>
        <p:spPr>
          <a:xfrm>
            <a:off x="13036890" y="7881374"/>
            <a:ext cx="1391963" cy="1327986"/>
          </a:xfrm>
          <a:prstGeom prst="ellipse">
            <a:avLst/>
          </a:prstGeom>
          <a:solidFill>
            <a:srgbClr val="2C8BB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600" b="1">
              <a:solidFill>
                <a:schemeClr val="bg1"/>
              </a:solidFill>
              <a:latin typeface="Arial" panose="020B0604020202020204" pitchFamily="34" charset="0"/>
              <a:cs typeface="Arial" panose="020B0604020202020204" pitchFamily="34" charset="0"/>
            </a:endParaRPr>
          </a:p>
        </p:txBody>
      </p:sp>
      <p:sp>
        <p:nvSpPr>
          <p:cNvPr id="30" name="TextBox 11">
            <a:extLst>
              <a:ext uri="{FF2B5EF4-FFF2-40B4-BE49-F238E27FC236}">
                <a16:creationId xmlns:a16="http://schemas.microsoft.com/office/drawing/2014/main" id="{E6CD45E5-DF5B-85D3-1D0B-1934D8587BF8}"/>
              </a:ext>
            </a:extLst>
          </p:cNvPr>
          <p:cNvSpPr txBox="1"/>
          <p:nvPr/>
        </p:nvSpPr>
        <p:spPr>
          <a:xfrm>
            <a:off x="10589204" y="8264674"/>
            <a:ext cx="2883350" cy="507831"/>
          </a:xfrm>
          <a:prstGeom prst="rect">
            <a:avLst/>
          </a:prstGeom>
          <a:noFill/>
        </p:spPr>
        <p:txBody>
          <a:bodyPr rot="0" spcFirstLastPara="0" vert="horz" wrap="square" lIns="137160" tIns="68580" rIns="137160" bIns="6858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solidFill>
                  <a:srgbClr val="21335A"/>
                </a:solidFill>
                <a:latin typeface="Arial" panose="020B0604020202020204" pitchFamily="34" charset="0"/>
                <a:cs typeface="Arial" panose="020B0604020202020204" pitchFamily="34" charset="0"/>
              </a:rPr>
              <a:t>--</a:t>
            </a:r>
          </a:p>
        </p:txBody>
      </p:sp>
      <p:sp>
        <p:nvSpPr>
          <p:cNvPr id="42" name="TextBox 12">
            <a:extLst>
              <a:ext uri="{FF2B5EF4-FFF2-40B4-BE49-F238E27FC236}">
                <a16:creationId xmlns:a16="http://schemas.microsoft.com/office/drawing/2014/main" id="{A1D3F267-71CD-B52A-0B56-E46062102A75}"/>
              </a:ext>
            </a:extLst>
          </p:cNvPr>
          <p:cNvSpPr txBox="1"/>
          <p:nvPr/>
        </p:nvSpPr>
        <p:spPr>
          <a:xfrm>
            <a:off x="9099748" y="8179480"/>
            <a:ext cx="1451052" cy="64633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b="1" dirty="0">
                <a:solidFill>
                  <a:schemeClr val="bg1"/>
                </a:solidFill>
                <a:latin typeface="Arial" panose="020B0604020202020204" pitchFamily="34" charset="0"/>
                <a:cs typeface="Arial" panose="020B0604020202020204" pitchFamily="34" charset="0"/>
              </a:rPr>
              <a:t>--</a:t>
            </a:r>
            <a:endParaRPr lang="en-CA" sz="3600" b="1" dirty="0">
              <a:solidFill>
                <a:schemeClr val="bg1"/>
              </a:solidFill>
              <a:latin typeface="Arial" panose="020B0604020202020204" pitchFamily="34" charset="0"/>
              <a:ea typeface="Calibri"/>
              <a:cs typeface="Arial" panose="020B0604020202020204" pitchFamily="34" charset="0"/>
            </a:endParaRPr>
          </a:p>
        </p:txBody>
      </p:sp>
      <p:sp>
        <p:nvSpPr>
          <p:cNvPr id="43" name="TextBox 13">
            <a:extLst>
              <a:ext uri="{FF2B5EF4-FFF2-40B4-BE49-F238E27FC236}">
                <a16:creationId xmlns:a16="http://schemas.microsoft.com/office/drawing/2014/main" id="{5201C869-761A-AB3D-011D-5455A78400A7}"/>
              </a:ext>
            </a:extLst>
          </p:cNvPr>
          <p:cNvSpPr txBox="1"/>
          <p:nvPr/>
        </p:nvSpPr>
        <p:spPr>
          <a:xfrm>
            <a:off x="13067300" y="8155605"/>
            <a:ext cx="1361553" cy="64633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b="1" dirty="0">
                <a:solidFill>
                  <a:schemeClr val="bg1"/>
                </a:solidFill>
                <a:latin typeface="Arial" panose="020B0604020202020204" pitchFamily="34" charset="0"/>
                <a:ea typeface="+mn-lt"/>
                <a:cs typeface="Arial" panose="020B0604020202020204" pitchFamily="34" charset="0"/>
              </a:rPr>
              <a:t>--</a:t>
            </a:r>
            <a:endParaRPr lang="en-CA" sz="3600" b="1" dirty="0">
              <a:solidFill>
                <a:schemeClr val="bg1"/>
              </a:solidFill>
              <a:latin typeface="Arial" panose="020B0604020202020204" pitchFamily="34" charset="0"/>
              <a:ea typeface="Calibri"/>
              <a:cs typeface="Arial" panose="020B0604020202020204" pitchFamily="34" charset="0"/>
            </a:endParaRPr>
          </a:p>
        </p:txBody>
      </p:sp>
      <p:sp>
        <p:nvSpPr>
          <p:cNvPr id="44" name="TextBox 14">
            <a:extLst>
              <a:ext uri="{FF2B5EF4-FFF2-40B4-BE49-F238E27FC236}">
                <a16:creationId xmlns:a16="http://schemas.microsoft.com/office/drawing/2014/main" id="{252ED2FC-53B3-F235-05A2-250B8C77BB12}"/>
              </a:ext>
            </a:extLst>
          </p:cNvPr>
          <p:cNvSpPr txBox="1"/>
          <p:nvPr/>
        </p:nvSpPr>
        <p:spPr>
          <a:xfrm>
            <a:off x="14607359" y="8273147"/>
            <a:ext cx="2883350" cy="507831"/>
          </a:xfrm>
          <a:prstGeom prst="rect">
            <a:avLst/>
          </a:prstGeom>
          <a:noFill/>
        </p:spPr>
        <p:txBody>
          <a:bodyPr rot="0" spcFirstLastPara="0" vert="horz" wrap="square" lIns="137160" tIns="68580" rIns="137160" bIns="6858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solidFill>
                  <a:srgbClr val="21335A"/>
                </a:solidFill>
                <a:latin typeface="Arial" panose="020B0604020202020204" pitchFamily="34" charset="0"/>
                <a:cs typeface="Arial" panose="020B0604020202020204" pitchFamily="34" charset="0"/>
              </a:rPr>
              <a:t>--</a:t>
            </a:r>
          </a:p>
        </p:txBody>
      </p:sp>
      <p:cxnSp>
        <p:nvCxnSpPr>
          <p:cNvPr id="45" name="Google Shape;599;p11">
            <a:extLst>
              <a:ext uri="{FF2B5EF4-FFF2-40B4-BE49-F238E27FC236}">
                <a16:creationId xmlns:a16="http://schemas.microsoft.com/office/drawing/2014/main" id="{DA9D282A-D9A2-2445-ADED-CAE67998366B}"/>
              </a:ext>
            </a:extLst>
          </p:cNvPr>
          <p:cNvCxnSpPr>
            <a:cxnSpLocks/>
          </p:cNvCxnSpPr>
          <p:nvPr/>
        </p:nvCxnSpPr>
        <p:spPr>
          <a:xfrm>
            <a:off x="8150536" y="2306351"/>
            <a:ext cx="0" cy="6617112"/>
          </a:xfrm>
          <a:prstGeom prst="straightConnector1">
            <a:avLst/>
          </a:prstGeom>
          <a:noFill/>
          <a:ln w="38100" cap="flat" cmpd="sng">
            <a:solidFill>
              <a:schemeClr val="bg1">
                <a:lumMod val="65000"/>
              </a:schemeClr>
            </a:solidFill>
            <a:prstDash val="dash"/>
            <a:round/>
            <a:headEnd type="none" w="sm" len="sm"/>
            <a:tailEnd type="none" w="sm" len="sm"/>
          </a:ln>
        </p:spPr>
      </p:cxnSp>
      <p:sp>
        <p:nvSpPr>
          <p:cNvPr id="46" name="Oval 45">
            <a:extLst>
              <a:ext uri="{FF2B5EF4-FFF2-40B4-BE49-F238E27FC236}">
                <a16:creationId xmlns:a16="http://schemas.microsoft.com/office/drawing/2014/main" id="{B10FB984-EEC0-1A46-8C95-38D181F47A7F}"/>
              </a:ext>
            </a:extLst>
          </p:cNvPr>
          <p:cNvSpPr/>
          <p:nvPr/>
        </p:nvSpPr>
        <p:spPr>
          <a:xfrm>
            <a:off x="7874661" y="5359339"/>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47" name="Graphic 46" descr="Caret Left with solid fill">
            <a:extLst>
              <a:ext uri="{FF2B5EF4-FFF2-40B4-BE49-F238E27FC236}">
                <a16:creationId xmlns:a16="http://schemas.microsoft.com/office/drawing/2014/main" id="{2D535248-D675-3948-825E-185A833FD3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7845585" y="5299146"/>
            <a:ext cx="664757" cy="664757"/>
          </a:xfrm>
          <a:prstGeom prst="rect">
            <a:avLst/>
          </a:prstGeom>
        </p:spPr>
      </p:pic>
      <p:sp>
        <p:nvSpPr>
          <p:cNvPr id="48" name="Oval 47">
            <a:extLst>
              <a:ext uri="{FF2B5EF4-FFF2-40B4-BE49-F238E27FC236}">
                <a16:creationId xmlns:a16="http://schemas.microsoft.com/office/drawing/2014/main" id="{7ECF2589-9B0B-AB46-839F-5C19A4B791CD}"/>
              </a:ext>
            </a:extLst>
          </p:cNvPr>
          <p:cNvSpPr/>
          <p:nvPr/>
        </p:nvSpPr>
        <p:spPr>
          <a:xfrm>
            <a:off x="533400" y="2819809"/>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a:solidFill>
                  <a:schemeClr val="bg1"/>
                </a:solidFill>
                <a:latin typeface="Arial" panose="020B0604020202020204" pitchFamily="34" charset="0"/>
                <a:cs typeface="Arial" panose="020B0604020202020204" pitchFamily="34" charset="0"/>
              </a:rPr>
              <a:t>1</a:t>
            </a:r>
          </a:p>
        </p:txBody>
      </p:sp>
      <p:sp>
        <p:nvSpPr>
          <p:cNvPr id="49" name="Oval 48">
            <a:extLst>
              <a:ext uri="{FF2B5EF4-FFF2-40B4-BE49-F238E27FC236}">
                <a16:creationId xmlns:a16="http://schemas.microsoft.com/office/drawing/2014/main" id="{248B6AFB-348F-B640-AB1A-D8AA9E020B85}"/>
              </a:ext>
            </a:extLst>
          </p:cNvPr>
          <p:cNvSpPr/>
          <p:nvPr/>
        </p:nvSpPr>
        <p:spPr>
          <a:xfrm>
            <a:off x="524985" y="3874671"/>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dirty="0">
                <a:solidFill>
                  <a:schemeClr val="bg1"/>
                </a:solidFill>
                <a:latin typeface="Arial" panose="020B0604020202020204" pitchFamily="34" charset="0"/>
                <a:cs typeface="Arial" panose="020B0604020202020204" pitchFamily="34" charset="0"/>
              </a:rPr>
              <a:t>2</a:t>
            </a:r>
          </a:p>
        </p:txBody>
      </p:sp>
      <p:sp>
        <p:nvSpPr>
          <p:cNvPr id="50" name="Oval 49">
            <a:extLst>
              <a:ext uri="{FF2B5EF4-FFF2-40B4-BE49-F238E27FC236}">
                <a16:creationId xmlns:a16="http://schemas.microsoft.com/office/drawing/2014/main" id="{120F4534-2E09-9A44-94B7-7289C1F232E6}"/>
              </a:ext>
            </a:extLst>
          </p:cNvPr>
          <p:cNvSpPr/>
          <p:nvPr/>
        </p:nvSpPr>
        <p:spPr>
          <a:xfrm>
            <a:off x="565697" y="5929043"/>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a:solidFill>
                  <a:schemeClr val="bg1"/>
                </a:solidFill>
                <a:latin typeface="Arial" panose="020B0604020202020204" pitchFamily="34" charset="0"/>
                <a:cs typeface="Arial" panose="020B0604020202020204" pitchFamily="34" charset="0"/>
              </a:rPr>
              <a:t>1</a:t>
            </a:r>
          </a:p>
        </p:txBody>
      </p:sp>
      <p:sp>
        <p:nvSpPr>
          <p:cNvPr id="51" name="Oval 50">
            <a:extLst>
              <a:ext uri="{FF2B5EF4-FFF2-40B4-BE49-F238E27FC236}">
                <a16:creationId xmlns:a16="http://schemas.microsoft.com/office/drawing/2014/main" id="{979131D5-F500-544D-ACA9-D7226B4D4634}"/>
              </a:ext>
            </a:extLst>
          </p:cNvPr>
          <p:cNvSpPr/>
          <p:nvPr/>
        </p:nvSpPr>
        <p:spPr>
          <a:xfrm>
            <a:off x="565697" y="7029521"/>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dirty="0">
                <a:solidFill>
                  <a:schemeClr val="bg1"/>
                </a:solidFill>
                <a:latin typeface="Arial" panose="020B0604020202020204" pitchFamily="34" charset="0"/>
                <a:cs typeface="Arial" panose="020B0604020202020204" pitchFamily="34" charset="0"/>
              </a:rPr>
              <a:t>2</a:t>
            </a:r>
          </a:p>
        </p:txBody>
      </p:sp>
      <p:sp>
        <p:nvSpPr>
          <p:cNvPr id="52" name="Oval 51">
            <a:extLst>
              <a:ext uri="{FF2B5EF4-FFF2-40B4-BE49-F238E27FC236}">
                <a16:creationId xmlns:a16="http://schemas.microsoft.com/office/drawing/2014/main" id="{4F97288B-C810-7A41-98E2-88FB0402BD93}"/>
              </a:ext>
            </a:extLst>
          </p:cNvPr>
          <p:cNvSpPr/>
          <p:nvPr/>
        </p:nvSpPr>
        <p:spPr>
          <a:xfrm>
            <a:off x="559132" y="8173039"/>
            <a:ext cx="727444" cy="708045"/>
          </a:xfrm>
          <a:prstGeom prst="ellipse">
            <a:avLst/>
          </a:prstGeom>
          <a:solidFill>
            <a:schemeClr val="bg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b="1" dirty="0">
                <a:solidFill>
                  <a:schemeClr val="bg1"/>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14861925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8" name="Google Shape;598;p11"/>
          <p:cNvSpPr txBox="1"/>
          <p:nvPr/>
        </p:nvSpPr>
        <p:spPr>
          <a:xfrm>
            <a:off x="1093035" y="1931834"/>
            <a:ext cx="6121619" cy="485902"/>
          </a:xfrm>
          <a:prstGeom prst="rect">
            <a:avLst/>
          </a:prstGeom>
          <a:noFill/>
          <a:ln>
            <a:noFill/>
          </a:ln>
        </p:spPr>
        <p:txBody>
          <a:bodyPr spcFirstLastPara="1" wrap="square" lIns="0" tIns="0" rIns="0" bIns="0" anchor="t" anchorCtr="0">
            <a:spAutoFit/>
          </a:bodyPr>
          <a:lstStyle/>
          <a:p>
            <a:pPr marL="0" marR="0" lvl="0" indent="0" algn="l" rtl="0">
              <a:lnSpc>
                <a:spcPct val="97982"/>
              </a:lnSpc>
              <a:spcBef>
                <a:spcPts val="0"/>
              </a:spcBef>
              <a:spcAft>
                <a:spcPts val="0"/>
              </a:spcAft>
              <a:buNone/>
            </a:pPr>
            <a:r>
              <a:rPr lang="en-US" sz="3222" b="1">
                <a:solidFill>
                  <a:srgbClr val="2D8BBA"/>
                </a:solidFill>
                <a:latin typeface="Arial" panose="020B0604020202020204" pitchFamily="34" charset="0"/>
                <a:ea typeface="Montserrat"/>
                <a:cs typeface="Arial" panose="020B0604020202020204" pitchFamily="34" charset="0"/>
                <a:sym typeface="Montserrat"/>
              </a:rPr>
              <a:t>Projected Free Cash Flow</a:t>
            </a:r>
            <a:endParaRPr>
              <a:latin typeface="Arial" panose="020B0604020202020204" pitchFamily="34" charset="0"/>
              <a:cs typeface="Arial" panose="020B0604020202020204" pitchFamily="34" charset="0"/>
            </a:endParaRPr>
          </a:p>
        </p:txBody>
      </p:sp>
      <p:sp>
        <p:nvSpPr>
          <p:cNvPr id="603" name="Google Shape;603;p11"/>
          <p:cNvSpPr txBox="1"/>
          <p:nvPr/>
        </p:nvSpPr>
        <p:spPr>
          <a:xfrm>
            <a:off x="11451598" y="3109606"/>
            <a:ext cx="4114799" cy="877153"/>
          </a:xfrm>
          <a:prstGeom prst="rect">
            <a:avLst/>
          </a:prstGeom>
          <a:noFill/>
          <a:ln>
            <a:noFill/>
          </a:ln>
        </p:spPr>
        <p:txBody>
          <a:bodyPr spcFirstLastPara="1" wrap="square" lIns="137150" tIns="68575" rIns="137150" bIns="68575" anchor="t" anchorCtr="0">
            <a:spAutoFit/>
          </a:bodyPr>
          <a:lstStyle/>
          <a:p>
            <a:pPr marL="0" marR="0" lvl="0" indent="0" algn="l" rtl="0">
              <a:spcBef>
                <a:spcPts val="0"/>
              </a:spcBef>
              <a:spcAft>
                <a:spcPts val="0"/>
              </a:spcAft>
              <a:buNone/>
            </a:pPr>
            <a:r>
              <a:rPr lang="en-US" sz="2400">
                <a:solidFill>
                  <a:srgbClr val="21335A"/>
                </a:solidFill>
                <a:latin typeface="Arial" panose="020B0604020202020204" pitchFamily="34" charset="0"/>
                <a:ea typeface="Montserrat"/>
                <a:cs typeface="Arial" panose="020B0604020202020204" pitchFamily="34" charset="0"/>
                <a:sym typeface="Montserrat"/>
              </a:rPr>
              <a:t>15% cost of capital results in a 167 MNOK NPV</a:t>
            </a:r>
            <a:endParaRPr sz="2400">
              <a:solidFill>
                <a:srgbClr val="21335A"/>
              </a:solidFill>
              <a:latin typeface="Arial" panose="020B0604020202020204" pitchFamily="34" charset="0"/>
              <a:ea typeface="Montserrat"/>
              <a:cs typeface="Arial" panose="020B0604020202020204" pitchFamily="34" charset="0"/>
              <a:sym typeface="Montserrat"/>
            </a:endParaRPr>
          </a:p>
        </p:txBody>
      </p:sp>
      <p:sp>
        <p:nvSpPr>
          <p:cNvPr id="604" name="Google Shape;604;p11"/>
          <p:cNvSpPr/>
          <p:nvPr/>
        </p:nvSpPr>
        <p:spPr>
          <a:xfrm>
            <a:off x="10214868" y="2851074"/>
            <a:ext cx="974148" cy="948170"/>
          </a:xfrm>
          <a:prstGeom prst="ellipse">
            <a:avLst/>
          </a:prstGeom>
          <a:solidFill>
            <a:srgbClr val="2C8BBB"/>
          </a:solidFill>
          <a:ln>
            <a:solidFill>
              <a:schemeClr val="bg1"/>
            </a:solidFill>
          </a:ln>
        </p:spPr>
        <p:txBody>
          <a:bodyPr spcFirstLastPara="1" wrap="square" lIns="137150" tIns="68575" rIns="137150" bIns="68575" anchor="ctr" anchorCtr="0">
            <a:noAutofit/>
          </a:bodyPr>
          <a:lstStyle/>
          <a:p>
            <a:pPr marL="0" marR="0" lvl="0" indent="0" algn="ctr" rtl="0">
              <a:spcBef>
                <a:spcPts val="0"/>
              </a:spcBef>
              <a:spcAft>
                <a:spcPts val="0"/>
              </a:spcAft>
              <a:buNone/>
            </a:pPr>
            <a:r>
              <a:rPr lang="en-US" sz="2700" b="1">
                <a:solidFill>
                  <a:schemeClr val="lt1"/>
                </a:solidFill>
                <a:latin typeface="Arial" panose="020B0604020202020204" pitchFamily="34" charset="0"/>
                <a:ea typeface="Quattrocento Sans"/>
                <a:cs typeface="Arial" panose="020B0604020202020204" pitchFamily="34" charset="0"/>
                <a:sym typeface="Quattrocento Sans"/>
              </a:rPr>
              <a:t>1</a:t>
            </a:r>
            <a:endParaRPr sz="2700" b="1">
              <a:solidFill>
                <a:schemeClr val="lt1"/>
              </a:solidFill>
              <a:latin typeface="Arial" panose="020B0604020202020204" pitchFamily="34" charset="0"/>
              <a:ea typeface="Quattrocento Sans"/>
              <a:cs typeface="Arial" panose="020B0604020202020204" pitchFamily="34" charset="0"/>
              <a:sym typeface="Quattrocento Sans"/>
            </a:endParaRPr>
          </a:p>
        </p:txBody>
      </p:sp>
      <p:sp>
        <p:nvSpPr>
          <p:cNvPr id="613" name="Google Shape;613;p1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
        <p:nvSpPr>
          <p:cNvPr id="614" name="Google Shape;614;p11"/>
          <p:cNvSpPr txBox="1">
            <a:spLocks noGrp="1"/>
          </p:cNvSpPr>
          <p:nvPr>
            <p:ph type="body" sz="quarter" idx="14"/>
          </p:nvPr>
        </p:nvSpPr>
        <p:spPr>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263F6B"/>
              </a:buClr>
              <a:buSzPts val="2300"/>
              <a:buNone/>
            </a:pPr>
            <a:r>
              <a:rPr lang="en-US"/>
              <a:t>Financial Analysis </a:t>
            </a:r>
            <a:r>
              <a:rPr lang="en-US" sz="2000" i="1"/>
              <a:t>(in millions of NOK)</a:t>
            </a:r>
            <a:endParaRPr/>
          </a:p>
        </p:txBody>
      </p:sp>
      <p:sp>
        <p:nvSpPr>
          <p:cNvPr id="615" name="Google Shape;615;p11"/>
          <p:cNvSpPr txBox="1">
            <a:spLocks noGrp="1"/>
          </p:cNvSpPr>
          <p:nvPr>
            <p:ph type="body" sz="quarter" idx="15"/>
          </p:nvPr>
        </p:nvSpPr>
        <p:spPr>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263F6B"/>
              </a:buClr>
              <a:buSzPts val="4300"/>
              <a:buNone/>
            </a:pPr>
            <a:r>
              <a:rPr lang="en-US"/>
              <a:t>Free Cash Flow</a:t>
            </a:r>
            <a:endParaRPr/>
          </a:p>
        </p:txBody>
      </p:sp>
      <p:sp>
        <p:nvSpPr>
          <p:cNvPr id="9" name="Text Placeholder 8">
            <a:extLst>
              <a:ext uri="{FF2B5EF4-FFF2-40B4-BE49-F238E27FC236}">
                <a16:creationId xmlns:a16="http://schemas.microsoft.com/office/drawing/2014/main" id="{75BCA21E-A516-B241-97A7-C1DEB8221C41}"/>
              </a:ext>
            </a:extLst>
          </p:cNvPr>
          <p:cNvSpPr>
            <a:spLocks noGrp="1"/>
          </p:cNvSpPr>
          <p:nvPr>
            <p:ph type="body" sz="quarter" idx="16"/>
          </p:nvPr>
        </p:nvSpPr>
        <p:spPr/>
        <p:txBody>
          <a:bodyPr/>
          <a:lstStyle/>
          <a:p>
            <a:endParaRPr lang="en-US"/>
          </a:p>
        </p:txBody>
      </p:sp>
      <p:sp>
        <p:nvSpPr>
          <p:cNvPr id="617" name="Google Shape;617;p11"/>
          <p:cNvSpPr/>
          <p:nvPr/>
        </p:nvSpPr>
        <p:spPr>
          <a:xfrm>
            <a:off x="9833441" y="1866969"/>
            <a:ext cx="7759233" cy="615631"/>
          </a:xfrm>
          <a:prstGeom prst="rect">
            <a:avLst/>
          </a:prstGeom>
          <a:solidFill>
            <a:srgbClr val="2133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b="1">
                <a:solidFill>
                  <a:schemeClr val="lt1"/>
                </a:solidFill>
                <a:latin typeface="Arial" panose="020B0604020202020204" pitchFamily="34" charset="0"/>
                <a:ea typeface="Montserrat"/>
                <a:cs typeface="Arial" panose="020B0604020202020204" pitchFamily="34" charset="0"/>
                <a:sym typeface="Montserrat"/>
              </a:rPr>
              <a:t>Key Outcomes</a:t>
            </a:r>
            <a:endParaRPr>
              <a:latin typeface="Arial" panose="020B0604020202020204" pitchFamily="34" charset="0"/>
              <a:cs typeface="Arial" panose="020B0604020202020204" pitchFamily="34" charset="0"/>
            </a:endParaRPr>
          </a:p>
        </p:txBody>
      </p:sp>
      <p:sp>
        <p:nvSpPr>
          <p:cNvPr id="2" name="Google Shape;603;p11">
            <a:extLst>
              <a:ext uri="{FF2B5EF4-FFF2-40B4-BE49-F238E27FC236}">
                <a16:creationId xmlns:a16="http://schemas.microsoft.com/office/drawing/2014/main" id="{CDBA102E-C254-1746-80D2-E6D105AD1D95}"/>
              </a:ext>
            </a:extLst>
          </p:cNvPr>
          <p:cNvSpPr txBox="1"/>
          <p:nvPr/>
        </p:nvSpPr>
        <p:spPr>
          <a:xfrm>
            <a:off x="11451598" y="5187357"/>
            <a:ext cx="4114799" cy="507831"/>
          </a:xfrm>
          <a:prstGeom prst="rect">
            <a:avLst/>
          </a:prstGeom>
          <a:noFill/>
          <a:ln>
            <a:noFill/>
          </a:ln>
        </p:spPr>
        <p:txBody>
          <a:bodyPr spcFirstLastPara="1" wrap="square" lIns="137150" tIns="68575" rIns="137150" bIns="68575" anchor="t" anchorCtr="0">
            <a:spAutoFit/>
          </a:bodyPr>
          <a:lstStyle/>
          <a:p>
            <a:pPr marL="0" marR="0" lvl="0" indent="0" algn="l" rtl="0">
              <a:spcBef>
                <a:spcPts val="0"/>
              </a:spcBef>
              <a:spcAft>
                <a:spcPts val="0"/>
              </a:spcAft>
              <a:buNone/>
            </a:pPr>
            <a:r>
              <a:rPr lang="en-US" sz="2400">
                <a:solidFill>
                  <a:srgbClr val="21335A"/>
                </a:solidFill>
                <a:latin typeface="Arial" panose="020B0604020202020204" pitchFamily="34" charset="0"/>
                <a:ea typeface="Montserrat"/>
                <a:cs typeface="Arial" panose="020B0604020202020204" pitchFamily="34" charset="0"/>
                <a:sym typeface="Montserrat"/>
              </a:rPr>
              <a:t>Low Initial Project Cost</a:t>
            </a:r>
            <a:endParaRPr sz="2400">
              <a:solidFill>
                <a:srgbClr val="21335A"/>
              </a:solidFill>
              <a:latin typeface="Arial" panose="020B0604020202020204" pitchFamily="34" charset="0"/>
              <a:ea typeface="Montserrat"/>
              <a:cs typeface="Arial" panose="020B0604020202020204" pitchFamily="34" charset="0"/>
              <a:sym typeface="Montserrat"/>
            </a:endParaRPr>
          </a:p>
        </p:txBody>
      </p:sp>
      <p:sp>
        <p:nvSpPr>
          <p:cNvPr id="3" name="Google Shape;604;p11">
            <a:extLst>
              <a:ext uri="{FF2B5EF4-FFF2-40B4-BE49-F238E27FC236}">
                <a16:creationId xmlns:a16="http://schemas.microsoft.com/office/drawing/2014/main" id="{7A97CCCD-D9E0-9085-751C-6ED0BC0C594E}"/>
              </a:ext>
            </a:extLst>
          </p:cNvPr>
          <p:cNvSpPr/>
          <p:nvPr/>
        </p:nvSpPr>
        <p:spPr>
          <a:xfrm>
            <a:off x="10214868" y="4928825"/>
            <a:ext cx="974148" cy="948170"/>
          </a:xfrm>
          <a:prstGeom prst="ellipse">
            <a:avLst/>
          </a:prstGeom>
          <a:solidFill>
            <a:srgbClr val="2C8BBB"/>
          </a:solidFill>
          <a:ln>
            <a:solidFill>
              <a:schemeClr val="bg1"/>
            </a:solidFill>
          </a:ln>
        </p:spPr>
        <p:txBody>
          <a:bodyPr spcFirstLastPara="1" wrap="square" lIns="137150" tIns="68575" rIns="137150" bIns="68575" anchor="ctr" anchorCtr="0">
            <a:noAutofit/>
          </a:bodyPr>
          <a:lstStyle/>
          <a:p>
            <a:pPr marL="0" marR="0" lvl="0" indent="0" algn="ctr" rtl="0">
              <a:spcBef>
                <a:spcPts val="0"/>
              </a:spcBef>
              <a:spcAft>
                <a:spcPts val="0"/>
              </a:spcAft>
              <a:buNone/>
            </a:pPr>
            <a:r>
              <a:rPr lang="en-US" sz="2700" b="1">
                <a:solidFill>
                  <a:schemeClr val="lt1"/>
                </a:solidFill>
                <a:latin typeface="Arial" panose="020B0604020202020204" pitchFamily="34" charset="0"/>
                <a:ea typeface="Quattrocento Sans"/>
                <a:cs typeface="Arial" panose="020B0604020202020204" pitchFamily="34" charset="0"/>
                <a:sym typeface="Quattrocento Sans"/>
              </a:rPr>
              <a:t>2</a:t>
            </a:r>
            <a:endParaRPr sz="2700" b="1">
              <a:solidFill>
                <a:schemeClr val="lt1"/>
              </a:solidFill>
              <a:latin typeface="Arial" panose="020B0604020202020204" pitchFamily="34" charset="0"/>
              <a:ea typeface="Quattrocento Sans"/>
              <a:cs typeface="Arial" panose="020B0604020202020204" pitchFamily="34" charset="0"/>
              <a:sym typeface="Quattrocento Sans"/>
            </a:endParaRPr>
          </a:p>
        </p:txBody>
      </p:sp>
      <p:sp>
        <p:nvSpPr>
          <p:cNvPr id="4" name="Google Shape;603;p11">
            <a:extLst>
              <a:ext uri="{FF2B5EF4-FFF2-40B4-BE49-F238E27FC236}">
                <a16:creationId xmlns:a16="http://schemas.microsoft.com/office/drawing/2014/main" id="{7E07ACB2-D6A5-1484-42F9-639EB21C6533}"/>
              </a:ext>
            </a:extLst>
          </p:cNvPr>
          <p:cNvSpPr txBox="1"/>
          <p:nvPr/>
        </p:nvSpPr>
        <p:spPr>
          <a:xfrm>
            <a:off x="11451598" y="7085683"/>
            <a:ext cx="4114799" cy="877153"/>
          </a:xfrm>
          <a:prstGeom prst="rect">
            <a:avLst/>
          </a:prstGeom>
          <a:noFill/>
          <a:ln>
            <a:noFill/>
          </a:ln>
        </p:spPr>
        <p:txBody>
          <a:bodyPr spcFirstLastPara="1" wrap="square" lIns="137150" tIns="68575" rIns="137150" bIns="68575" anchor="t" anchorCtr="0">
            <a:spAutoFit/>
          </a:bodyPr>
          <a:lstStyle/>
          <a:p>
            <a:pPr marL="0" marR="0" lvl="0" indent="0" algn="l" rtl="0">
              <a:spcBef>
                <a:spcPts val="0"/>
              </a:spcBef>
              <a:spcAft>
                <a:spcPts val="0"/>
              </a:spcAft>
              <a:buNone/>
            </a:pPr>
            <a:r>
              <a:rPr lang="en-US" sz="2400">
                <a:solidFill>
                  <a:srgbClr val="21335A"/>
                </a:solidFill>
                <a:latin typeface="Arial" panose="020B0604020202020204" pitchFamily="34" charset="0"/>
                <a:ea typeface="Montserrat"/>
                <a:cs typeface="Arial" panose="020B0604020202020204" pitchFamily="34" charset="0"/>
                <a:sym typeface="Montserrat"/>
              </a:rPr>
              <a:t>Grows at 25.3% CAGR from Complete Launch</a:t>
            </a:r>
            <a:endParaRPr sz="2400">
              <a:solidFill>
                <a:srgbClr val="21335A"/>
              </a:solidFill>
              <a:latin typeface="Arial" panose="020B0604020202020204" pitchFamily="34" charset="0"/>
              <a:ea typeface="Montserrat"/>
              <a:cs typeface="Arial" panose="020B0604020202020204" pitchFamily="34" charset="0"/>
              <a:sym typeface="Montserrat"/>
            </a:endParaRPr>
          </a:p>
        </p:txBody>
      </p:sp>
      <p:sp>
        <p:nvSpPr>
          <p:cNvPr id="5" name="Google Shape;604;p11">
            <a:extLst>
              <a:ext uri="{FF2B5EF4-FFF2-40B4-BE49-F238E27FC236}">
                <a16:creationId xmlns:a16="http://schemas.microsoft.com/office/drawing/2014/main" id="{F6107A9E-5458-898F-13A4-FA9DFBC4FF5C}"/>
              </a:ext>
            </a:extLst>
          </p:cNvPr>
          <p:cNvSpPr/>
          <p:nvPr/>
        </p:nvSpPr>
        <p:spPr>
          <a:xfrm>
            <a:off x="10214868" y="6827151"/>
            <a:ext cx="974148" cy="948170"/>
          </a:xfrm>
          <a:prstGeom prst="ellipse">
            <a:avLst/>
          </a:prstGeom>
          <a:solidFill>
            <a:srgbClr val="2C8BBB"/>
          </a:solidFill>
          <a:ln>
            <a:solidFill>
              <a:schemeClr val="bg1"/>
            </a:solidFill>
          </a:ln>
        </p:spPr>
        <p:txBody>
          <a:bodyPr spcFirstLastPara="1" wrap="square" lIns="137150" tIns="68575" rIns="137150" bIns="68575" anchor="ctr" anchorCtr="0">
            <a:noAutofit/>
          </a:bodyPr>
          <a:lstStyle/>
          <a:p>
            <a:pPr marL="0" marR="0" lvl="0" indent="0" algn="ctr" rtl="0">
              <a:spcBef>
                <a:spcPts val="0"/>
              </a:spcBef>
              <a:spcAft>
                <a:spcPts val="0"/>
              </a:spcAft>
              <a:buNone/>
            </a:pPr>
            <a:r>
              <a:rPr lang="en-US" sz="2700" b="1">
                <a:solidFill>
                  <a:schemeClr val="lt1"/>
                </a:solidFill>
                <a:latin typeface="Arial" panose="020B0604020202020204" pitchFamily="34" charset="0"/>
                <a:ea typeface="Quattrocento Sans"/>
                <a:cs typeface="Arial" panose="020B0604020202020204" pitchFamily="34" charset="0"/>
                <a:sym typeface="Quattrocento Sans"/>
              </a:rPr>
              <a:t>3</a:t>
            </a:r>
            <a:endParaRPr sz="2700" b="1">
              <a:solidFill>
                <a:schemeClr val="lt1"/>
              </a:solidFill>
              <a:latin typeface="Arial" panose="020B0604020202020204" pitchFamily="34" charset="0"/>
              <a:ea typeface="Quattrocento Sans"/>
              <a:cs typeface="Arial" panose="020B0604020202020204" pitchFamily="34" charset="0"/>
              <a:sym typeface="Quattrocento Sans"/>
            </a:endParaRPr>
          </a:p>
        </p:txBody>
      </p:sp>
      <p:graphicFrame>
        <p:nvGraphicFramePr>
          <p:cNvPr id="8" name="Chart 7">
            <a:extLst>
              <a:ext uri="{FF2B5EF4-FFF2-40B4-BE49-F238E27FC236}">
                <a16:creationId xmlns:a16="http://schemas.microsoft.com/office/drawing/2014/main" id="{75DF1B05-875C-06EA-A462-25F50335BE1C}"/>
              </a:ext>
            </a:extLst>
          </p:cNvPr>
          <p:cNvGraphicFramePr>
            <a:graphicFrameLocks/>
          </p:cNvGraphicFramePr>
          <p:nvPr>
            <p:extLst>
              <p:ext uri="{D42A27DB-BD31-4B8C-83A1-F6EECF244321}">
                <p14:modId xmlns:p14="http://schemas.microsoft.com/office/powerpoint/2010/main" val="1499090122"/>
              </p:ext>
            </p:extLst>
          </p:nvPr>
        </p:nvGraphicFramePr>
        <p:xfrm>
          <a:off x="505250" y="2851074"/>
          <a:ext cx="6926458" cy="5860124"/>
        </p:xfrm>
        <a:graphic>
          <a:graphicData uri="http://schemas.openxmlformats.org/drawingml/2006/chart">
            <c:chart xmlns:c="http://schemas.openxmlformats.org/drawingml/2006/chart" xmlns:r="http://schemas.openxmlformats.org/officeDocument/2006/relationships" r:id="rId3"/>
          </a:graphicData>
        </a:graphic>
      </p:graphicFrame>
      <p:cxnSp>
        <p:nvCxnSpPr>
          <p:cNvPr id="20" name="Google Shape;599;p11">
            <a:extLst>
              <a:ext uri="{FF2B5EF4-FFF2-40B4-BE49-F238E27FC236}">
                <a16:creationId xmlns:a16="http://schemas.microsoft.com/office/drawing/2014/main" id="{7CFDF33A-9E10-9F46-A628-3B4969F56D3E}"/>
              </a:ext>
            </a:extLst>
          </p:cNvPr>
          <p:cNvCxnSpPr>
            <a:cxnSpLocks/>
          </p:cNvCxnSpPr>
          <p:nvPr/>
        </p:nvCxnSpPr>
        <p:spPr>
          <a:xfrm>
            <a:off x="8150536" y="2306351"/>
            <a:ext cx="0" cy="6617112"/>
          </a:xfrm>
          <a:prstGeom prst="straightConnector1">
            <a:avLst/>
          </a:prstGeom>
          <a:noFill/>
          <a:ln w="38100" cap="flat" cmpd="sng">
            <a:solidFill>
              <a:schemeClr val="bg1">
                <a:lumMod val="65000"/>
              </a:schemeClr>
            </a:solidFill>
            <a:prstDash val="dash"/>
            <a:round/>
            <a:headEnd type="none" w="sm" len="sm"/>
            <a:tailEnd type="none" w="sm" len="sm"/>
          </a:ln>
        </p:spPr>
      </p:cxnSp>
      <p:sp>
        <p:nvSpPr>
          <p:cNvPr id="21" name="Oval 20">
            <a:extLst>
              <a:ext uri="{FF2B5EF4-FFF2-40B4-BE49-F238E27FC236}">
                <a16:creationId xmlns:a16="http://schemas.microsoft.com/office/drawing/2014/main" id="{AFD410AC-E0DE-134C-8D16-396F467DDDEC}"/>
              </a:ext>
            </a:extLst>
          </p:cNvPr>
          <p:cNvSpPr/>
          <p:nvPr/>
        </p:nvSpPr>
        <p:spPr>
          <a:xfrm>
            <a:off x="7874661" y="5359339"/>
            <a:ext cx="544373" cy="544373"/>
          </a:xfrm>
          <a:prstGeom prst="ellipse">
            <a:avLst/>
          </a:prstGeom>
          <a:solidFill>
            <a:srgbClr val="294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2" name="Graphic 21" descr="Caret Left with solid fill">
            <a:extLst>
              <a:ext uri="{FF2B5EF4-FFF2-40B4-BE49-F238E27FC236}">
                <a16:creationId xmlns:a16="http://schemas.microsoft.com/office/drawing/2014/main" id="{BA408215-92D7-AA43-892A-F2415D4D24B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800000">
            <a:off x="7845585" y="5299146"/>
            <a:ext cx="664757" cy="664757"/>
          </a:xfrm>
          <a:prstGeom prst="rect">
            <a:avLst/>
          </a:prstGeom>
        </p:spPr>
      </p:pic>
    </p:spTree>
    <p:extLst>
      <p:ext uri="{BB962C8B-B14F-4D97-AF65-F5344CB8AC3E}">
        <p14:creationId xmlns:p14="http://schemas.microsoft.com/office/powerpoint/2010/main" val="3257007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98CB-551F-2D95-AF88-D2A0AC47CE9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81C788E-3ADF-E849-B358-221D6033CC6B}"/>
              </a:ext>
            </a:extLst>
          </p:cNvPr>
          <p:cNvSpPr/>
          <p:nvPr/>
        </p:nvSpPr>
        <p:spPr>
          <a:xfrm>
            <a:off x="10774856" y="5660499"/>
            <a:ext cx="6958209" cy="1547549"/>
          </a:xfrm>
          <a:prstGeom prst="rect">
            <a:avLst/>
          </a:prstGeom>
          <a:solidFill>
            <a:srgbClr val="D9D9D9"/>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Arial" panose="020B0604020202020204" pitchFamily="34" charset="0"/>
              <a:cs typeface="Arial" panose="020B0604020202020204" pitchFamily="34" charset="0"/>
            </a:endParaRPr>
          </a:p>
          <a:p>
            <a:pPr algn="ctr"/>
            <a:r>
              <a:rPr lang="en-US" sz="2400" dirty="0">
                <a:solidFill>
                  <a:srgbClr val="29416E"/>
                </a:solidFill>
                <a:latin typeface="Arial" panose="020B0604020202020204" pitchFamily="34" charset="0"/>
                <a:cs typeface="Arial" panose="020B0604020202020204" pitchFamily="34" charset="0"/>
              </a:rPr>
              <a:t>--</a:t>
            </a:r>
            <a:endParaRPr lang="en-US" dirty="0">
              <a:solidFill>
                <a:srgbClr val="29416E"/>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DBE63647-BFCF-42E5-F3E9-8863383A5019}"/>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51</a:t>
            </a:fld>
            <a:endParaRPr lang="en-US">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A03E7332-91CE-2393-1F4E-9EF66C064F02}"/>
              </a:ext>
            </a:extLst>
          </p:cNvPr>
          <p:cNvSpPr>
            <a:spLocks noGrp="1"/>
          </p:cNvSpPr>
          <p:nvPr>
            <p:ph type="body" sz="quarter" idx="14"/>
          </p:nvPr>
        </p:nvSpPr>
        <p:spPr/>
        <p:txBody>
          <a:bodyPr/>
          <a:lstStyle/>
          <a:p>
            <a:r>
              <a:rPr lang="en-US" dirty="0">
                <a:latin typeface="Arial" panose="020B0604020202020204" pitchFamily="34" charset="0"/>
                <a:cs typeface="Arial" panose="020B0604020202020204" pitchFamily="34" charset="0"/>
              </a:rPr>
              <a:t>Executive Summary</a:t>
            </a:r>
          </a:p>
        </p:txBody>
      </p:sp>
      <p:sp>
        <p:nvSpPr>
          <p:cNvPr id="10" name="Text Placeholder 9">
            <a:extLst>
              <a:ext uri="{FF2B5EF4-FFF2-40B4-BE49-F238E27FC236}">
                <a16:creationId xmlns:a16="http://schemas.microsoft.com/office/drawing/2014/main" id="{B3294912-4BA6-72F0-D970-B6FCD52F3666}"/>
              </a:ext>
            </a:extLst>
          </p:cNvPr>
          <p:cNvSpPr>
            <a:spLocks noGrp="1"/>
          </p:cNvSpPr>
          <p:nvPr>
            <p:ph type="body" sz="quarter" idx="15"/>
          </p:nvPr>
        </p:nvSpPr>
        <p:spPr/>
        <p:txBody>
          <a:bodyPr/>
          <a:lstStyle/>
          <a:p>
            <a:r>
              <a:rPr lang="en-US" dirty="0">
                <a:latin typeface="Arial" panose="020B0604020202020204" pitchFamily="34" charset="0"/>
                <a:cs typeface="Arial" panose="020B0604020202020204" pitchFamily="34" charset="0"/>
              </a:rPr>
              <a:t>An Overview</a:t>
            </a:r>
          </a:p>
        </p:txBody>
      </p:sp>
      <p:sp>
        <p:nvSpPr>
          <p:cNvPr id="3" name="Text Placeholder 2">
            <a:extLst>
              <a:ext uri="{FF2B5EF4-FFF2-40B4-BE49-F238E27FC236}">
                <a16:creationId xmlns:a16="http://schemas.microsoft.com/office/drawing/2014/main" id="{5A32E498-973C-E145-ABF5-A374B338E349}"/>
              </a:ext>
            </a:extLst>
          </p:cNvPr>
          <p:cNvSpPr>
            <a:spLocks noGrp="1"/>
          </p:cNvSpPr>
          <p:nvPr>
            <p:ph type="body" sz="quarter" idx="16"/>
          </p:nvPr>
        </p:nvSpPr>
        <p:spPr/>
        <p:txBody>
          <a:bodyPr/>
          <a:lstStyle/>
          <a:p>
            <a:endParaRPr lang="en-US"/>
          </a:p>
        </p:txBody>
      </p:sp>
      <p:sp>
        <p:nvSpPr>
          <p:cNvPr id="66" name="TextBox 65">
            <a:extLst>
              <a:ext uri="{FF2B5EF4-FFF2-40B4-BE49-F238E27FC236}">
                <a16:creationId xmlns:a16="http://schemas.microsoft.com/office/drawing/2014/main" id="{80B045A2-DC16-BCC4-9D17-6252BEEA545D}"/>
              </a:ext>
            </a:extLst>
          </p:cNvPr>
          <p:cNvSpPr txBox="1"/>
          <p:nvPr/>
        </p:nvSpPr>
        <p:spPr>
          <a:xfrm>
            <a:off x="14543314" y="-740229"/>
            <a:ext cx="184731" cy="369332"/>
          </a:xfrm>
          <a:prstGeom prst="rect">
            <a:avLst/>
          </a:prstGeom>
          <a:noFill/>
        </p:spPr>
        <p:txBody>
          <a:bodyPr wrap="none" rtlCol="0">
            <a:spAutoFit/>
          </a:bodyPr>
          <a:lstStyle/>
          <a:p>
            <a:endParaRPr lang="en-US">
              <a:latin typeface="Arial" panose="020B0604020202020204" pitchFamily="34" charset="0"/>
              <a:cs typeface="Arial" panose="020B0604020202020204" pitchFamily="34" charset="0"/>
            </a:endParaRPr>
          </a:p>
        </p:txBody>
      </p:sp>
      <p:sp>
        <p:nvSpPr>
          <p:cNvPr id="67" name="AutoShape 3">
            <a:extLst>
              <a:ext uri="{FF2B5EF4-FFF2-40B4-BE49-F238E27FC236}">
                <a16:creationId xmlns:a16="http://schemas.microsoft.com/office/drawing/2014/main" id="{5BC87520-D453-E84F-A60B-BBE372A54CD5}"/>
              </a:ext>
            </a:extLst>
          </p:cNvPr>
          <p:cNvSpPr/>
          <p:nvPr/>
        </p:nvSpPr>
        <p:spPr>
          <a:xfrm flipH="1">
            <a:off x="2530728" y="2030170"/>
            <a:ext cx="0" cy="6823315"/>
          </a:xfrm>
          <a:prstGeom prst="line">
            <a:avLst/>
          </a:prstGeom>
          <a:ln w="38100" cap="flat">
            <a:solidFill>
              <a:srgbClr val="263F6B"/>
            </a:solidFill>
            <a:prstDash val="solid"/>
            <a:headEnd type="none" w="sm" len="sm"/>
            <a:tailEnd type="none" w="sm" len="sm"/>
          </a:ln>
        </p:spPr>
        <p:txBody>
          <a:bodyPr/>
          <a:lstStyle/>
          <a:p>
            <a:endParaRPr lang="en-US">
              <a:latin typeface="Arial" panose="020B0604020202020204" pitchFamily="34" charset="0"/>
              <a:cs typeface="Arial" panose="020B0604020202020204" pitchFamily="34" charset="0"/>
            </a:endParaRPr>
          </a:p>
        </p:txBody>
      </p:sp>
      <p:grpSp>
        <p:nvGrpSpPr>
          <p:cNvPr id="68" name="Group 5">
            <a:extLst>
              <a:ext uri="{FF2B5EF4-FFF2-40B4-BE49-F238E27FC236}">
                <a16:creationId xmlns:a16="http://schemas.microsoft.com/office/drawing/2014/main" id="{D8AF1308-8158-B249-A059-96BF2262DCD0}"/>
              </a:ext>
            </a:extLst>
          </p:cNvPr>
          <p:cNvGrpSpPr/>
          <p:nvPr/>
        </p:nvGrpSpPr>
        <p:grpSpPr>
          <a:xfrm>
            <a:off x="2326436" y="2392858"/>
            <a:ext cx="408582" cy="408582"/>
            <a:chOff x="0" y="0"/>
            <a:chExt cx="812800" cy="812800"/>
          </a:xfrm>
        </p:grpSpPr>
        <p:sp>
          <p:nvSpPr>
            <p:cNvPr id="74" name="Freeform 6">
              <a:extLst>
                <a:ext uri="{FF2B5EF4-FFF2-40B4-BE49-F238E27FC236}">
                  <a16:creationId xmlns:a16="http://schemas.microsoft.com/office/drawing/2014/main" id="{C0842329-0B41-4746-8027-A27E1DE0D1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77" name="TextBox 7">
              <a:extLst>
                <a:ext uri="{FF2B5EF4-FFF2-40B4-BE49-F238E27FC236}">
                  <a16:creationId xmlns:a16="http://schemas.microsoft.com/office/drawing/2014/main" id="{62679517-05F4-474D-856D-63B2A9BC44D3}"/>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06" name="TextBox 9">
            <a:extLst>
              <a:ext uri="{FF2B5EF4-FFF2-40B4-BE49-F238E27FC236}">
                <a16:creationId xmlns:a16="http://schemas.microsoft.com/office/drawing/2014/main" id="{0F3B0A7A-B1EF-5D4C-984B-D5DB762B6E36}"/>
              </a:ext>
            </a:extLst>
          </p:cNvPr>
          <p:cNvSpPr txBox="1"/>
          <p:nvPr/>
        </p:nvSpPr>
        <p:spPr>
          <a:xfrm>
            <a:off x="441204" y="8060828"/>
            <a:ext cx="1869033" cy="294953"/>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Impact</a:t>
            </a:r>
          </a:p>
        </p:txBody>
      </p:sp>
      <p:grpSp>
        <p:nvGrpSpPr>
          <p:cNvPr id="107" name="Group 10">
            <a:extLst>
              <a:ext uri="{FF2B5EF4-FFF2-40B4-BE49-F238E27FC236}">
                <a16:creationId xmlns:a16="http://schemas.microsoft.com/office/drawing/2014/main" id="{07812DEA-6C37-DF49-97D4-81CA189E5BFC}"/>
              </a:ext>
            </a:extLst>
          </p:cNvPr>
          <p:cNvGrpSpPr/>
          <p:nvPr/>
        </p:nvGrpSpPr>
        <p:grpSpPr>
          <a:xfrm>
            <a:off x="2326436" y="5606613"/>
            <a:ext cx="408582" cy="408582"/>
            <a:chOff x="0" y="0"/>
            <a:chExt cx="812800" cy="812800"/>
          </a:xfrm>
        </p:grpSpPr>
        <p:sp>
          <p:nvSpPr>
            <p:cNvPr id="108" name="Freeform 11">
              <a:extLst>
                <a:ext uri="{FF2B5EF4-FFF2-40B4-BE49-F238E27FC236}">
                  <a16:creationId xmlns:a16="http://schemas.microsoft.com/office/drawing/2014/main" id="{7FBF45F5-8FEF-6F44-8C24-C5E5937D90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109" name="TextBox 12">
              <a:extLst>
                <a:ext uri="{FF2B5EF4-FFF2-40B4-BE49-F238E27FC236}">
                  <a16:creationId xmlns:a16="http://schemas.microsoft.com/office/drawing/2014/main" id="{9DE6580B-2DA7-D349-B656-5D0651742B5C}"/>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120" name="Group 13">
            <a:extLst>
              <a:ext uri="{FF2B5EF4-FFF2-40B4-BE49-F238E27FC236}">
                <a16:creationId xmlns:a16="http://schemas.microsoft.com/office/drawing/2014/main" id="{9329B6DD-7F44-6C47-8E2A-C6DC23E586F0}"/>
              </a:ext>
            </a:extLst>
          </p:cNvPr>
          <p:cNvGrpSpPr/>
          <p:nvPr/>
        </p:nvGrpSpPr>
        <p:grpSpPr>
          <a:xfrm>
            <a:off x="2326436" y="7967891"/>
            <a:ext cx="408582" cy="408582"/>
            <a:chOff x="0" y="0"/>
            <a:chExt cx="812800" cy="812800"/>
          </a:xfrm>
        </p:grpSpPr>
        <p:sp>
          <p:nvSpPr>
            <p:cNvPr id="121" name="Freeform 14">
              <a:extLst>
                <a:ext uri="{FF2B5EF4-FFF2-40B4-BE49-F238E27FC236}">
                  <a16:creationId xmlns:a16="http://schemas.microsoft.com/office/drawing/2014/main" id="{E8DA2B44-8F9D-B84B-B994-7DBF268C25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122" name="TextBox 15">
              <a:extLst>
                <a:ext uri="{FF2B5EF4-FFF2-40B4-BE49-F238E27FC236}">
                  <a16:creationId xmlns:a16="http://schemas.microsoft.com/office/drawing/2014/main" id="{3C67E001-7584-6344-8A20-CB88801CA741}"/>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126" name="Group 19">
            <a:extLst>
              <a:ext uri="{FF2B5EF4-FFF2-40B4-BE49-F238E27FC236}">
                <a16:creationId xmlns:a16="http://schemas.microsoft.com/office/drawing/2014/main" id="{CA09842E-30E4-614F-A36F-99CFA62A279D}"/>
              </a:ext>
            </a:extLst>
          </p:cNvPr>
          <p:cNvGrpSpPr/>
          <p:nvPr/>
        </p:nvGrpSpPr>
        <p:grpSpPr>
          <a:xfrm>
            <a:off x="3329427" y="5602531"/>
            <a:ext cx="6958321" cy="1607768"/>
            <a:chOff x="0" y="-19050"/>
            <a:chExt cx="1838324" cy="549687"/>
          </a:xfrm>
          <a:solidFill>
            <a:srgbClr val="D9D9D9"/>
          </a:solidFill>
        </p:grpSpPr>
        <p:sp>
          <p:nvSpPr>
            <p:cNvPr id="127" name="Freeform 20">
              <a:extLst>
                <a:ext uri="{FF2B5EF4-FFF2-40B4-BE49-F238E27FC236}">
                  <a16:creationId xmlns:a16="http://schemas.microsoft.com/office/drawing/2014/main" id="{50643B1B-0C71-D240-9246-86D6191F3CEC}"/>
                </a:ext>
              </a:extLst>
            </p:cNvPr>
            <p:cNvSpPr/>
            <p:nvPr/>
          </p:nvSpPr>
          <p:spPr>
            <a:xfrm>
              <a:off x="0" y="0"/>
              <a:ext cx="1838324" cy="530637"/>
            </a:xfrm>
            <a:custGeom>
              <a:avLst/>
              <a:gdLst/>
              <a:ahLst/>
              <a:cxnLst/>
              <a:rect l="l" t="t" r="r" b="b"/>
              <a:pathLst>
                <a:path w="1838324" h="530637">
                  <a:moveTo>
                    <a:pt x="0" y="0"/>
                  </a:moveTo>
                  <a:lnTo>
                    <a:pt x="1838324" y="0"/>
                  </a:lnTo>
                  <a:lnTo>
                    <a:pt x="1838324" y="530637"/>
                  </a:lnTo>
                  <a:lnTo>
                    <a:pt x="0" y="530637"/>
                  </a:lnTo>
                  <a:close/>
                </a:path>
              </a:pathLst>
            </a:custGeom>
            <a:grp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9416E"/>
                  </a:solidFill>
                  <a:latin typeface="Arial" panose="020B0604020202020204" pitchFamily="34" charset="0"/>
                  <a:cs typeface="Arial" panose="020B0604020202020204" pitchFamily="34" charset="0"/>
                </a:rPr>
                <a:t>--</a:t>
              </a:r>
            </a:p>
          </p:txBody>
        </p:sp>
        <p:sp>
          <p:nvSpPr>
            <p:cNvPr id="128" name="TextBox 21">
              <a:extLst>
                <a:ext uri="{FF2B5EF4-FFF2-40B4-BE49-F238E27FC236}">
                  <a16:creationId xmlns:a16="http://schemas.microsoft.com/office/drawing/2014/main" id="{5E11D2A1-62AF-3E4E-A449-42B078EC01E7}"/>
                </a:ext>
              </a:extLst>
            </p:cNvPr>
            <p:cNvSpPr txBox="1"/>
            <p:nvPr/>
          </p:nvSpPr>
          <p:spPr>
            <a:xfrm>
              <a:off x="0" y="-19050"/>
              <a:ext cx="1838324" cy="549687"/>
            </a:xfrm>
            <a:prstGeom prst="rect">
              <a:avLst/>
            </a:prstGeom>
            <a:grpFill/>
            <a:ln w="38100">
              <a:noFill/>
            </a:ln>
          </p:spPr>
          <p:txBody>
            <a:bodyPr lIns="50800" tIns="50800" rIns="50800" bIns="50800" rtlCol="0" anchor="ctr"/>
            <a:lstStyle/>
            <a:p>
              <a:pPr algn="ctr">
                <a:lnSpc>
                  <a:spcPts val="3250"/>
                </a:lnSpc>
              </a:pPr>
              <a:endParaRPr sz="2400">
                <a:solidFill>
                  <a:schemeClr val="bg1"/>
                </a:solidFill>
                <a:latin typeface="Arial" panose="020B0604020202020204" pitchFamily="34" charset="0"/>
                <a:cs typeface="Arial" panose="020B0604020202020204" pitchFamily="34" charset="0"/>
              </a:endParaRPr>
            </a:p>
          </p:txBody>
        </p:sp>
      </p:grpSp>
      <p:grpSp>
        <p:nvGrpSpPr>
          <p:cNvPr id="129" name="Group 22">
            <a:extLst>
              <a:ext uri="{FF2B5EF4-FFF2-40B4-BE49-F238E27FC236}">
                <a16:creationId xmlns:a16="http://schemas.microsoft.com/office/drawing/2014/main" id="{033069F4-CA9D-6647-9F0B-3ED7708DA2C8}"/>
              </a:ext>
            </a:extLst>
          </p:cNvPr>
          <p:cNvGrpSpPr/>
          <p:nvPr/>
        </p:nvGrpSpPr>
        <p:grpSpPr>
          <a:xfrm>
            <a:off x="3496577" y="7589209"/>
            <a:ext cx="1526056" cy="1488116"/>
            <a:chOff x="0" y="0"/>
            <a:chExt cx="812800" cy="812800"/>
          </a:xfrm>
        </p:grpSpPr>
        <p:sp>
          <p:nvSpPr>
            <p:cNvPr id="130" name="Freeform 23">
              <a:extLst>
                <a:ext uri="{FF2B5EF4-FFF2-40B4-BE49-F238E27FC236}">
                  <a16:creationId xmlns:a16="http://schemas.microsoft.com/office/drawing/2014/main" id="{AE0BF534-F456-9642-ADB8-9104E9DBBA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131" name="TextBox 24">
              <a:extLst>
                <a:ext uri="{FF2B5EF4-FFF2-40B4-BE49-F238E27FC236}">
                  <a16:creationId xmlns:a16="http://schemas.microsoft.com/office/drawing/2014/main" id="{8FBAD77D-DF05-A343-861B-741CD9D801DA}"/>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32" name="TextBox 28">
            <a:extLst>
              <a:ext uri="{FF2B5EF4-FFF2-40B4-BE49-F238E27FC236}">
                <a16:creationId xmlns:a16="http://schemas.microsoft.com/office/drawing/2014/main" id="{1191CE60-72B4-A348-967C-AD337717A952}"/>
              </a:ext>
            </a:extLst>
          </p:cNvPr>
          <p:cNvSpPr txBox="1"/>
          <p:nvPr/>
        </p:nvSpPr>
        <p:spPr>
          <a:xfrm>
            <a:off x="386397" y="2422487"/>
            <a:ext cx="1869033" cy="294953"/>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Challenges</a:t>
            </a:r>
          </a:p>
        </p:txBody>
      </p:sp>
      <p:sp>
        <p:nvSpPr>
          <p:cNvPr id="133" name="TextBox 29">
            <a:extLst>
              <a:ext uri="{FF2B5EF4-FFF2-40B4-BE49-F238E27FC236}">
                <a16:creationId xmlns:a16="http://schemas.microsoft.com/office/drawing/2014/main" id="{BBF581D6-47B1-3346-AA64-91B97DA88A74}"/>
              </a:ext>
            </a:extLst>
          </p:cNvPr>
          <p:cNvSpPr txBox="1"/>
          <p:nvPr/>
        </p:nvSpPr>
        <p:spPr>
          <a:xfrm>
            <a:off x="10794009" y="5830145"/>
            <a:ext cx="6958212" cy="370101"/>
          </a:xfrm>
          <a:prstGeom prst="rect">
            <a:avLst/>
          </a:prstGeom>
        </p:spPr>
        <p:txBody>
          <a:bodyPr wrap="square" lIns="0" tIns="0" rIns="0" bIns="0" rtlCol="0" anchor="t">
            <a:spAutoFit/>
          </a:bodyPr>
          <a:lstStyle/>
          <a:p>
            <a:pPr algn="ctr">
              <a:lnSpc>
                <a:spcPts val="2797"/>
              </a:lnSpc>
            </a:pPr>
            <a:r>
              <a:rPr lang="en-US" sz="2850" spc="57"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134" name="TextBox 30">
            <a:extLst>
              <a:ext uri="{FF2B5EF4-FFF2-40B4-BE49-F238E27FC236}">
                <a16:creationId xmlns:a16="http://schemas.microsoft.com/office/drawing/2014/main" id="{933B2F4C-9D9D-9A40-B6C0-06760AFD164D}"/>
              </a:ext>
            </a:extLst>
          </p:cNvPr>
          <p:cNvSpPr txBox="1"/>
          <p:nvPr/>
        </p:nvSpPr>
        <p:spPr>
          <a:xfrm>
            <a:off x="3329536" y="5822786"/>
            <a:ext cx="6958212" cy="370101"/>
          </a:xfrm>
          <a:prstGeom prst="rect">
            <a:avLst/>
          </a:prstGeom>
        </p:spPr>
        <p:txBody>
          <a:bodyPr wrap="square" lIns="0" tIns="0" rIns="0" bIns="0" rtlCol="0" anchor="t">
            <a:spAutoFit/>
          </a:bodyPr>
          <a:lstStyle/>
          <a:p>
            <a:pPr algn="ctr">
              <a:lnSpc>
                <a:spcPts val="2814"/>
              </a:lnSpc>
            </a:pPr>
            <a:r>
              <a:rPr lang="en-US" sz="2850" spc="57"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138" name="TextBox 37">
            <a:extLst>
              <a:ext uri="{FF2B5EF4-FFF2-40B4-BE49-F238E27FC236}">
                <a16:creationId xmlns:a16="http://schemas.microsoft.com/office/drawing/2014/main" id="{56E46181-703C-724C-AA4B-0D63DCAC2F39}"/>
              </a:ext>
            </a:extLst>
          </p:cNvPr>
          <p:cNvSpPr txBox="1"/>
          <p:nvPr/>
        </p:nvSpPr>
        <p:spPr>
          <a:xfrm>
            <a:off x="5161964" y="8204732"/>
            <a:ext cx="3126966" cy="330668"/>
          </a:xfrm>
          <a:prstGeom prst="rect">
            <a:avLst/>
          </a:prstGeom>
        </p:spPr>
        <p:txBody>
          <a:bodyPr wrap="square" lIns="0" tIns="0" rIns="0" bIns="0" rtlCol="0" anchor="t">
            <a:spAutoFit/>
          </a:bodyPr>
          <a:lstStyle/>
          <a:p>
            <a:pPr>
              <a:lnSpc>
                <a:spcPts val="2515"/>
              </a:lnSpc>
            </a:pPr>
            <a:r>
              <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a:t>
            </a:r>
          </a:p>
        </p:txBody>
      </p:sp>
      <p:sp>
        <p:nvSpPr>
          <p:cNvPr id="139" name="TextBox 39">
            <a:extLst>
              <a:ext uri="{FF2B5EF4-FFF2-40B4-BE49-F238E27FC236}">
                <a16:creationId xmlns:a16="http://schemas.microsoft.com/office/drawing/2014/main" id="{92A2123F-E3A3-A84E-AB09-CFC8C07173DA}"/>
              </a:ext>
            </a:extLst>
          </p:cNvPr>
          <p:cNvSpPr txBox="1"/>
          <p:nvPr/>
        </p:nvSpPr>
        <p:spPr>
          <a:xfrm>
            <a:off x="412714" y="3968693"/>
            <a:ext cx="1869033" cy="294953"/>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Key Ask</a:t>
            </a:r>
          </a:p>
        </p:txBody>
      </p:sp>
      <p:grpSp>
        <p:nvGrpSpPr>
          <p:cNvPr id="140" name="Group 40">
            <a:extLst>
              <a:ext uri="{FF2B5EF4-FFF2-40B4-BE49-F238E27FC236}">
                <a16:creationId xmlns:a16="http://schemas.microsoft.com/office/drawing/2014/main" id="{DDBA5486-0B62-514D-BD07-0055F3280479}"/>
              </a:ext>
            </a:extLst>
          </p:cNvPr>
          <p:cNvGrpSpPr/>
          <p:nvPr/>
        </p:nvGrpSpPr>
        <p:grpSpPr>
          <a:xfrm>
            <a:off x="8638933" y="7589209"/>
            <a:ext cx="1526056" cy="1488116"/>
            <a:chOff x="0" y="0"/>
            <a:chExt cx="812800" cy="812800"/>
          </a:xfrm>
        </p:grpSpPr>
        <p:sp>
          <p:nvSpPr>
            <p:cNvPr id="141" name="Freeform 41">
              <a:extLst>
                <a:ext uri="{FF2B5EF4-FFF2-40B4-BE49-F238E27FC236}">
                  <a16:creationId xmlns:a16="http://schemas.microsoft.com/office/drawing/2014/main" id="{623CEFAC-1447-F441-A3E6-5F9FFF698B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142" name="TextBox 42">
              <a:extLst>
                <a:ext uri="{FF2B5EF4-FFF2-40B4-BE49-F238E27FC236}">
                  <a16:creationId xmlns:a16="http://schemas.microsoft.com/office/drawing/2014/main" id="{CAC35808-55FD-6F41-BDB2-A3146D7C0037}"/>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sz="2400">
                <a:solidFill>
                  <a:schemeClr val="bg1"/>
                </a:solidFill>
                <a:latin typeface="Arial" panose="020B0604020202020204" pitchFamily="34" charset="0"/>
                <a:cs typeface="Arial" panose="020B0604020202020204" pitchFamily="34" charset="0"/>
              </a:endParaRPr>
            </a:p>
          </p:txBody>
        </p:sp>
      </p:grpSp>
      <p:sp>
        <p:nvSpPr>
          <p:cNvPr id="144" name="TextBox 44">
            <a:extLst>
              <a:ext uri="{FF2B5EF4-FFF2-40B4-BE49-F238E27FC236}">
                <a16:creationId xmlns:a16="http://schemas.microsoft.com/office/drawing/2014/main" id="{9D4B8A1D-D82E-2D4D-83EB-6CFCC8F7A6BF}"/>
              </a:ext>
            </a:extLst>
          </p:cNvPr>
          <p:cNvSpPr txBox="1"/>
          <p:nvPr/>
        </p:nvSpPr>
        <p:spPr>
          <a:xfrm>
            <a:off x="10395149" y="8176869"/>
            <a:ext cx="3067689" cy="330668"/>
          </a:xfrm>
          <a:prstGeom prst="rect">
            <a:avLst/>
          </a:prstGeom>
        </p:spPr>
        <p:txBody>
          <a:bodyPr wrap="square" lIns="0" tIns="0" rIns="0" bIns="0" rtlCol="0" anchor="t">
            <a:spAutoFit/>
          </a:bodyPr>
          <a:lstStyle/>
          <a:p>
            <a:pPr>
              <a:lnSpc>
                <a:spcPts val="2515"/>
              </a:lnSpc>
            </a:pPr>
            <a:r>
              <a:rPr lang="en-US" sz="2550" spc="51">
                <a:solidFill>
                  <a:srgbClr val="263F6B"/>
                </a:solidFill>
                <a:latin typeface="Arial" panose="020B0604020202020204" pitchFamily="34" charset="0"/>
                <a:cs typeface="Arial" panose="020B0604020202020204" pitchFamily="34" charset="0"/>
              </a:rPr>
              <a:t>--</a:t>
            </a:r>
            <a:endParaRPr lang="en-US" sz="2566" spc="51">
              <a:solidFill>
                <a:srgbClr val="263F6B"/>
              </a:solidFill>
              <a:latin typeface="Arial" panose="020B0604020202020204" pitchFamily="34" charset="0"/>
              <a:cs typeface="Arial" panose="020B0604020202020204" pitchFamily="34" charset="0"/>
            </a:endParaRPr>
          </a:p>
        </p:txBody>
      </p:sp>
      <p:grpSp>
        <p:nvGrpSpPr>
          <p:cNvPr id="145" name="Group 45">
            <a:extLst>
              <a:ext uri="{FF2B5EF4-FFF2-40B4-BE49-F238E27FC236}">
                <a16:creationId xmlns:a16="http://schemas.microsoft.com/office/drawing/2014/main" id="{46C095C9-79C2-D847-8E6C-9D3E49629FAA}"/>
              </a:ext>
            </a:extLst>
          </p:cNvPr>
          <p:cNvGrpSpPr/>
          <p:nvPr/>
        </p:nvGrpSpPr>
        <p:grpSpPr>
          <a:xfrm>
            <a:off x="13753012" y="7589209"/>
            <a:ext cx="1526056" cy="1488116"/>
            <a:chOff x="0" y="0"/>
            <a:chExt cx="812800" cy="812800"/>
          </a:xfrm>
        </p:grpSpPr>
        <p:sp>
          <p:nvSpPr>
            <p:cNvPr id="146" name="Freeform 46">
              <a:extLst>
                <a:ext uri="{FF2B5EF4-FFF2-40B4-BE49-F238E27FC236}">
                  <a16:creationId xmlns:a16="http://schemas.microsoft.com/office/drawing/2014/main" id="{A1AC8C5A-CBD6-944F-9F1B-872FE04462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a:t>
              </a:r>
            </a:p>
          </p:txBody>
        </p:sp>
        <p:sp>
          <p:nvSpPr>
            <p:cNvPr id="147" name="TextBox 47">
              <a:extLst>
                <a:ext uri="{FF2B5EF4-FFF2-40B4-BE49-F238E27FC236}">
                  <a16:creationId xmlns:a16="http://schemas.microsoft.com/office/drawing/2014/main" id="{79992598-CA93-2646-AFDF-33D5C1F94C34}"/>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49" name="TextBox 49">
            <a:extLst>
              <a:ext uri="{FF2B5EF4-FFF2-40B4-BE49-F238E27FC236}">
                <a16:creationId xmlns:a16="http://schemas.microsoft.com/office/drawing/2014/main" id="{70250A14-3C39-A749-A64B-AA269BB2C990}"/>
              </a:ext>
            </a:extLst>
          </p:cNvPr>
          <p:cNvSpPr txBox="1"/>
          <p:nvPr/>
        </p:nvSpPr>
        <p:spPr>
          <a:xfrm>
            <a:off x="15491676" y="8217789"/>
            <a:ext cx="2022431" cy="330668"/>
          </a:xfrm>
          <a:prstGeom prst="rect">
            <a:avLst/>
          </a:prstGeom>
        </p:spPr>
        <p:txBody>
          <a:bodyPr lIns="0" tIns="0" rIns="0" bIns="0" rtlCol="0" anchor="t">
            <a:spAutoFit/>
          </a:bodyPr>
          <a:lstStyle/>
          <a:p>
            <a:pPr>
              <a:lnSpc>
                <a:spcPts val="2515"/>
              </a:lnSpc>
            </a:pPr>
            <a:r>
              <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a:t>
            </a:r>
            <a:endParaRPr lang="en-US" sz="2566" spc="51" dirty="0">
              <a:solidFill>
                <a:srgbClr val="263F6B"/>
              </a:solidFill>
              <a:latin typeface="Arial" panose="020B0604020202020204" pitchFamily="34" charset="0"/>
              <a:cs typeface="Arial" panose="020B0604020202020204" pitchFamily="34" charset="0"/>
            </a:endParaRPr>
          </a:p>
        </p:txBody>
      </p:sp>
      <p:sp>
        <p:nvSpPr>
          <p:cNvPr id="157" name="Freeform 57">
            <a:extLst>
              <a:ext uri="{FF2B5EF4-FFF2-40B4-BE49-F238E27FC236}">
                <a16:creationId xmlns:a16="http://schemas.microsoft.com/office/drawing/2014/main" id="{7E42EA18-F11E-BB46-B607-5E010F07CE85}"/>
              </a:ext>
            </a:extLst>
          </p:cNvPr>
          <p:cNvSpPr/>
          <p:nvPr/>
        </p:nvSpPr>
        <p:spPr>
          <a:xfrm>
            <a:off x="3329536" y="1933407"/>
            <a:ext cx="4521089" cy="1266008"/>
          </a:xfrm>
          <a:custGeom>
            <a:avLst/>
            <a:gdLst/>
            <a:ahLst/>
            <a:cxnLst/>
            <a:rect l="l" t="t" r="r" b="b"/>
            <a:pathLst>
              <a:path w="1190739" h="403583">
                <a:moveTo>
                  <a:pt x="0" y="0"/>
                </a:moveTo>
                <a:lnTo>
                  <a:pt x="1190739" y="0"/>
                </a:lnTo>
                <a:lnTo>
                  <a:pt x="1190739" y="403583"/>
                </a:lnTo>
                <a:lnTo>
                  <a:pt x="0" y="403583"/>
                </a:lnTo>
                <a:close/>
              </a:path>
            </a:pathLst>
          </a:custGeom>
          <a:solidFill>
            <a:srgbClr val="D9D9D9"/>
          </a:solid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0355A"/>
                </a:solidFill>
                <a:latin typeface="Arial" panose="020B0604020202020204" pitchFamily="34" charset="0"/>
                <a:cs typeface="Arial" panose="020B0604020202020204" pitchFamily="34" charset="0"/>
              </a:rPr>
              <a:t>--</a:t>
            </a:r>
          </a:p>
        </p:txBody>
      </p:sp>
      <p:grpSp>
        <p:nvGrpSpPr>
          <p:cNvPr id="159" name="Group 59">
            <a:extLst>
              <a:ext uri="{FF2B5EF4-FFF2-40B4-BE49-F238E27FC236}">
                <a16:creationId xmlns:a16="http://schemas.microsoft.com/office/drawing/2014/main" id="{58DA3318-C736-FF47-98A7-903AE03F3E9C}"/>
              </a:ext>
            </a:extLst>
          </p:cNvPr>
          <p:cNvGrpSpPr/>
          <p:nvPr/>
        </p:nvGrpSpPr>
        <p:grpSpPr>
          <a:xfrm>
            <a:off x="2326436" y="3877724"/>
            <a:ext cx="408582" cy="408582"/>
            <a:chOff x="0" y="0"/>
            <a:chExt cx="812800" cy="812800"/>
          </a:xfrm>
        </p:grpSpPr>
        <p:sp>
          <p:nvSpPr>
            <p:cNvPr id="160" name="Freeform 60">
              <a:extLst>
                <a:ext uri="{FF2B5EF4-FFF2-40B4-BE49-F238E27FC236}">
                  <a16:creationId xmlns:a16="http://schemas.microsoft.com/office/drawing/2014/main" id="{227CF186-A98F-F94E-AE05-FCB4CF6EF2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161" name="TextBox 61">
              <a:extLst>
                <a:ext uri="{FF2B5EF4-FFF2-40B4-BE49-F238E27FC236}">
                  <a16:creationId xmlns:a16="http://schemas.microsoft.com/office/drawing/2014/main" id="{F2958DEA-E9D6-C449-AF35-4507659675D8}"/>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63" name="Freeform 63">
            <a:extLst>
              <a:ext uri="{FF2B5EF4-FFF2-40B4-BE49-F238E27FC236}">
                <a16:creationId xmlns:a16="http://schemas.microsoft.com/office/drawing/2014/main" id="{C2831BB8-B6C0-7444-B4A7-B8FB0B094A29}"/>
              </a:ext>
            </a:extLst>
          </p:cNvPr>
          <p:cNvSpPr/>
          <p:nvPr/>
        </p:nvSpPr>
        <p:spPr>
          <a:xfrm>
            <a:off x="3329530" y="3491520"/>
            <a:ext cx="14441844" cy="1094205"/>
          </a:xfrm>
          <a:custGeom>
            <a:avLst/>
            <a:gdLst/>
            <a:ahLst/>
            <a:cxnLst/>
            <a:rect l="l" t="t" r="r" b="b"/>
            <a:pathLst>
              <a:path w="3803613" h="288186">
                <a:moveTo>
                  <a:pt x="0" y="0"/>
                </a:moveTo>
                <a:lnTo>
                  <a:pt x="3803613" y="0"/>
                </a:lnTo>
                <a:lnTo>
                  <a:pt x="3803613" y="288186"/>
                </a:lnTo>
                <a:lnTo>
                  <a:pt x="0" y="288186"/>
                </a:lnTo>
                <a:close/>
              </a:path>
            </a:pathLst>
          </a:custGeom>
          <a:noFill/>
          <a:ln w="38100" cap="sq">
            <a:solidFill>
              <a:srgbClr val="263E6C"/>
            </a:solidFill>
            <a:prstDash val="solid"/>
            <a:miter/>
          </a:ln>
        </p:spPr>
        <p:txBody>
          <a:bodyPr/>
          <a:lstStyle/>
          <a:p>
            <a:pPr algn="ctr"/>
            <a:endParaRPr lang="en-US" sz="2400" dirty="0">
              <a:latin typeface="Arial" panose="020B0604020202020204" pitchFamily="34" charset="0"/>
              <a:cs typeface="Arial" panose="020B0604020202020204" pitchFamily="34" charset="0"/>
            </a:endParaRPr>
          </a:p>
          <a:p>
            <a:pPr algn="ctr"/>
            <a:r>
              <a:rPr lang="en-US" sz="2400" dirty="0">
                <a:latin typeface="Arial" panose="020B0604020202020204" pitchFamily="34" charset="0"/>
                <a:cs typeface="Arial" panose="020B0604020202020204" pitchFamily="34" charset="0"/>
              </a:rPr>
              <a:t>--</a:t>
            </a:r>
          </a:p>
        </p:txBody>
      </p:sp>
      <p:sp>
        <p:nvSpPr>
          <p:cNvPr id="6" name="TextBox 8">
            <a:extLst>
              <a:ext uri="{FF2B5EF4-FFF2-40B4-BE49-F238E27FC236}">
                <a16:creationId xmlns:a16="http://schemas.microsoft.com/office/drawing/2014/main" id="{3DA51168-A357-2D35-D60A-C9C59407A8E9}"/>
              </a:ext>
            </a:extLst>
          </p:cNvPr>
          <p:cNvSpPr txBox="1"/>
          <p:nvPr/>
        </p:nvSpPr>
        <p:spPr>
          <a:xfrm>
            <a:off x="441204" y="5710111"/>
            <a:ext cx="1869033" cy="305084"/>
          </a:xfrm>
          <a:prstGeom prst="rect">
            <a:avLst/>
          </a:prstGeom>
        </p:spPr>
        <p:txBody>
          <a:bodyPr lIns="0" tIns="0" rIns="0" bIns="0" rtlCol="0" anchor="t">
            <a:spAutoFit/>
          </a:bodyPr>
          <a:lstStyle/>
          <a:p>
            <a:pPr>
              <a:lnSpc>
                <a:spcPts val="2324"/>
              </a:lnSpc>
            </a:pPr>
            <a:r>
              <a:rPr lang="en-US" sz="2371" spc="47" dirty="0">
                <a:latin typeface="Arial" panose="020B0604020202020204" pitchFamily="34" charset="0"/>
                <a:cs typeface="Arial" panose="020B0604020202020204" pitchFamily="34" charset="0"/>
              </a:rPr>
              <a:t>Solution</a:t>
            </a:r>
          </a:p>
        </p:txBody>
      </p:sp>
      <p:sp>
        <p:nvSpPr>
          <p:cNvPr id="71" name="TextBox 58">
            <a:extLst>
              <a:ext uri="{FF2B5EF4-FFF2-40B4-BE49-F238E27FC236}">
                <a16:creationId xmlns:a16="http://schemas.microsoft.com/office/drawing/2014/main" id="{015A382C-9229-BE41-9EEE-69257F33DC90}"/>
              </a:ext>
            </a:extLst>
          </p:cNvPr>
          <p:cNvSpPr txBox="1"/>
          <p:nvPr/>
        </p:nvSpPr>
        <p:spPr>
          <a:xfrm>
            <a:off x="3291232" y="4967644"/>
            <a:ext cx="14480142" cy="908420"/>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sp>
        <p:nvSpPr>
          <p:cNvPr id="72" name="Freeform 57">
            <a:extLst>
              <a:ext uri="{FF2B5EF4-FFF2-40B4-BE49-F238E27FC236}">
                <a16:creationId xmlns:a16="http://schemas.microsoft.com/office/drawing/2014/main" id="{B8DAA93C-8265-E843-8524-D3B37CE3B86F}"/>
              </a:ext>
            </a:extLst>
          </p:cNvPr>
          <p:cNvSpPr/>
          <p:nvPr/>
        </p:nvSpPr>
        <p:spPr>
          <a:xfrm>
            <a:off x="3310384" y="4877288"/>
            <a:ext cx="14441837" cy="779709"/>
          </a:xfrm>
          <a:custGeom>
            <a:avLst/>
            <a:gdLst/>
            <a:ahLst/>
            <a:cxnLst/>
            <a:rect l="l" t="t" r="r" b="b"/>
            <a:pathLst>
              <a:path w="1190739" h="403583">
                <a:moveTo>
                  <a:pt x="0" y="0"/>
                </a:moveTo>
                <a:lnTo>
                  <a:pt x="1190739" y="0"/>
                </a:lnTo>
                <a:lnTo>
                  <a:pt x="1190739" y="403583"/>
                </a:lnTo>
                <a:lnTo>
                  <a:pt x="0" y="403583"/>
                </a:lnTo>
                <a:close/>
              </a:path>
            </a:pathLst>
          </a:custGeom>
          <a:solidFill>
            <a:srgbClr val="263E6C"/>
          </a:solidFill>
        </p:spPr>
        <p:txBody>
          <a:bodyPr/>
          <a:lstStyle/>
          <a:p>
            <a:pPr algn="ctr"/>
            <a:r>
              <a:rPr lang="en-US" sz="2800" dirty="0">
                <a:solidFill>
                  <a:schemeClr val="bg1"/>
                </a:solidFill>
                <a:latin typeface="Arial" panose="020B0604020202020204" pitchFamily="34" charset="0"/>
                <a:cs typeface="Arial" panose="020B0604020202020204" pitchFamily="34" charset="0"/>
              </a:rPr>
              <a:t>--</a:t>
            </a:r>
          </a:p>
        </p:txBody>
      </p:sp>
      <p:sp>
        <p:nvSpPr>
          <p:cNvPr id="75" name="Freeform 57">
            <a:extLst>
              <a:ext uri="{FF2B5EF4-FFF2-40B4-BE49-F238E27FC236}">
                <a16:creationId xmlns:a16="http://schemas.microsoft.com/office/drawing/2014/main" id="{AAB5A326-6C36-6142-97D1-54ADE21E21B5}"/>
              </a:ext>
            </a:extLst>
          </p:cNvPr>
          <p:cNvSpPr/>
          <p:nvPr/>
        </p:nvSpPr>
        <p:spPr>
          <a:xfrm>
            <a:off x="13231132" y="1931577"/>
            <a:ext cx="4521089" cy="1266008"/>
          </a:xfrm>
          <a:custGeom>
            <a:avLst/>
            <a:gdLst/>
            <a:ahLst/>
            <a:cxnLst/>
            <a:rect l="l" t="t" r="r" b="b"/>
            <a:pathLst>
              <a:path w="1190739" h="403583">
                <a:moveTo>
                  <a:pt x="0" y="0"/>
                </a:moveTo>
                <a:lnTo>
                  <a:pt x="1190739" y="0"/>
                </a:lnTo>
                <a:lnTo>
                  <a:pt x="1190739" y="403583"/>
                </a:lnTo>
                <a:lnTo>
                  <a:pt x="0" y="403583"/>
                </a:lnTo>
                <a:close/>
              </a:path>
            </a:pathLst>
          </a:custGeom>
          <a:solidFill>
            <a:srgbClr val="D9D9D9"/>
          </a:solid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0355A"/>
                </a:solidFill>
                <a:latin typeface="Arial" panose="020B0604020202020204" pitchFamily="34" charset="0"/>
                <a:cs typeface="Arial" panose="020B0604020202020204" pitchFamily="34" charset="0"/>
              </a:rPr>
              <a:t>--</a:t>
            </a:r>
          </a:p>
        </p:txBody>
      </p:sp>
      <p:sp>
        <p:nvSpPr>
          <p:cNvPr id="76" name="Freeform 57">
            <a:extLst>
              <a:ext uri="{FF2B5EF4-FFF2-40B4-BE49-F238E27FC236}">
                <a16:creationId xmlns:a16="http://schemas.microsoft.com/office/drawing/2014/main" id="{DDF911EA-321D-3C4F-81C5-821AC18B27E3}"/>
              </a:ext>
            </a:extLst>
          </p:cNvPr>
          <p:cNvSpPr/>
          <p:nvPr/>
        </p:nvSpPr>
        <p:spPr>
          <a:xfrm>
            <a:off x="8378070" y="1933406"/>
            <a:ext cx="4521089" cy="1266007"/>
          </a:xfrm>
          <a:custGeom>
            <a:avLst/>
            <a:gdLst/>
            <a:ahLst/>
            <a:cxnLst/>
            <a:rect l="l" t="t" r="r" b="b"/>
            <a:pathLst>
              <a:path w="1190739" h="403583">
                <a:moveTo>
                  <a:pt x="0" y="0"/>
                </a:moveTo>
                <a:lnTo>
                  <a:pt x="1190739" y="0"/>
                </a:lnTo>
                <a:lnTo>
                  <a:pt x="1190739" y="403583"/>
                </a:lnTo>
                <a:lnTo>
                  <a:pt x="0" y="403583"/>
                </a:lnTo>
                <a:close/>
              </a:path>
            </a:pathLst>
          </a:custGeom>
          <a:solidFill>
            <a:srgbClr val="D9D9D9"/>
          </a:solidFill>
          <a:ln w="38100">
            <a:noFill/>
          </a:ln>
        </p:spPr>
        <p:txBody>
          <a:bodyP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rgbClr val="20355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970502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6122" r="-2520" b="-91699"/>
            </a:stretch>
          </a:blipFill>
        </p:spPr>
        <p:txBody>
          <a:bodyPr/>
          <a:lstStyle/>
          <a:p>
            <a:endParaRPr lang="en-CA"/>
          </a:p>
        </p:txBody>
      </p:sp>
      <p:sp>
        <p:nvSpPr>
          <p:cNvPr id="8" name="Rectangle 7">
            <a:extLst>
              <a:ext uri="{FF2B5EF4-FFF2-40B4-BE49-F238E27FC236}">
                <a16:creationId xmlns:a16="http://schemas.microsoft.com/office/drawing/2014/main" id="{8F2B9CBF-3416-A24D-ABF3-A7968DE1EDAF}"/>
              </a:ext>
            </a:extLst>
          </p:cNvPr>
          <p:cNvSpPr/>
          <p:nvPr/>
        </p:nvSpPr>
        <p:spPr>
          <a:xfrm>
            <a:off x="25400" y="-22504"/>
            <a:ext cx="18288000" cy="10392355"/>
          </a:xfrm>
          <a:prstGeom prst="rect">
            <a:avLst/>
          </a:prstGeom>
          <a:solidFill>
            <a:srgbClr val="263E6C">
              <a:alpha val="3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350" b="1">
              <a:latin typeface="Montserrat Bold"/>
            </a:endParaRPr>
          </a:p>
        </p:txBody>
      </p:sp>
      <p:sp>
        <p:nvSpPr>
          <p:cNvPr id="4" name="AutoShape 4"/>
          <p:cNvSpPr/>
          <p:nvPr/>
        </p:nvSpPr>
        <p:spPr>
          <a:xfrm>
            <a:off x="1028700" y="8302951"/>
            <a:ext cx="16230600" cy="169519"/>
          </a:xfrm>
          <a:prstGeom prst="rect">
            <a:avLst/>
          </a:prstGeom>
          <a:solidFill>
            <a:srgbClr val="FFFFFF"/>
          </a:solidFill>
        </p:spPr>
        <p:txBody>
          <a:bodyPr/>
          <a:lstStyle/>
          <a:p>
            <a:endParaRPr lang="en-CA"/>
          </a:p>
        </p:txBody>
      </p:sp>
      <p:sp>
        <p:nvSpPr>
          <p:cNvPr id="5" name="AutoShape 5"/>
          <p:cNvSpPr/>
          <p:nvPr/>
        </p:nvSpPr>
        <p:spPr>
          <a:xfrm>
            <a:off x="1028700" y="1814529"/>
            <a:ext cx="16230600" cy="169519"/>
          </a:xfrm>
          <a:prstGeom prst="rect">
            <a:avLst/>
          </a:prstGeom>
          <a:solidFill>
            <a:srgbClr val="FFFFFF"/>
          </a:solidFill>
        </p:spPr>
        <p:txBody>
          <a:bodyPr/>
          <a:lstStyle/>
          <a:p>
            <a:endParaRPr lang="en-CA"/>
          </a:p>
        </p:txBody>
      </p:sp>
      <p:sp>
        <p:nvSpPr>
          <p:cNvPr id="6" name="TextBox 6"/>
          <p:cNvSpPr txBox="1"/>
          <p:nvPr/>
        </p:nvSpPr>
        <p:spPr>
          <a:xfrm>
            <a:off x="1028700" y="2926758"/>
            <a:ext cx="7727311" cy="3919136"/>
          </a:xfrm>
          <a:prstGeom prst="rect">
            <a:avLst/>
          </a:prstGeom>
        </p:spPr>
        <p:txBody>
          <a:bodyPr lIns="0" tIns="0" rIns="0" bIns="0" rtlCol="0" anchor="t">
            <a:spAutoFit/>
          </a:bodyPr>
          <a:lstStyle/>
          <a:p>
            <a:pPr>
              <a:lnSpc>
                <a:spcPts val="14898"/>
              </a:lnSpc>
            </a:pPr>
            <a:r>
              <a:rPr lang="en-US" sz="16194" b="1" spc="-955" dirty="0">
                <a:solidFill>
                  <a:srgbClr val="FFFFFF"/>
                </a:solidFill>
                <a:latin typeface="Arial" panose="020B0604020202020204" pitchFamily="34" charset="0"/>
                <a:cs typeface="Arial" panose="020B0604020202020204" pitchFamily="34" charset="0"/>
              </a:rPr>
              <a:t>THANK YOU</a:t>
            </a:r>
          </a:p>
        </p:txBody>
      </p:sp>
      <p:sp>
        <p:nvSpPr>
          <p:cNvPr id="7" name="TextBox 7"/>
          <p:cNvSpPr txBox="1"/>
          <p:nvPr/>
        </p:nvSpPr>
        <p:spPr>
          <a:xfrm>
            <a:off x="1278163" y="6973629"/>
            <a:ext cx="7477848" cy="533400"/>
          </a:xfrm>
          <a:prstGeom prst="rect">
            <a:avLst/>
          </a:prstGeom>
        </p:spPr>
        <p:txBody>
          <a:bodyPr lIns="0" tIns="0" rIns="0" bIns="0" rtlCol="0" anchor="t">
            <a:spAutoFit/>
          </a:bodyPr>
          <a:lstStyle/>
          <a:p>
            <a:pPr>
              <a:lnSpc>
                <a:spcPts val="4590"/>
              </a:lnSpc>
            </a:pPr>
            <a:r>
              <a:rPr lang="en-US" sz="2700" b="1" dirty="0">
                <a:solidFill>
                  <a:srgbClr val="FFFFFF"/>
                </a:solidFill>
                <a:latin typeface="Arial" panose="020B0604020202020204" pitchFamily="34" charset="0"/>
                <a:cs typeface="Arial" panose="020B0604020202020204" pitchFamily="34" charset="0"/>
              </a:rPr>
              <a:t>WE ARE NOW OPEN FOR QUESTIONS!</a:t>
            </a:r>
          </a:p>
        </p:txBody>
      </p:sp>
      <p:sp>
        <p:nvSpPr>
          <p:cNvPr id="3" name="Slide Number Placeholder 2">
            <a:extLst>
              <a:ext uri="{FF2B5EF4-FFF2-40B4-BE49-F238E27FC236}">
                <a16:creationId xmlns:a16="http://schemas.microsoft.com/office/drawing/2014/main" id="{38C9BD2E-BFF2-698E-4EF7-E4D71545285A}"/>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27">
            <a:extLst>
              <a:ext uri="{FF2B5EF4-FFF2-40B4-BE49-F238E27FC236}">
                <a16:creationId xmlns:a16="http://schemas.microsoft.com/office/drawing/2014/main" id="{338050EE-E536-410F-CFBA-DE0BB83D8FD6}"/>
              </a:ext>
            </a:extLst>
          </p:cNvPr>
          <p:cNvSpPr>
            <a:spLocks noGrp="1"/>
          </p:cNvSpPr>
          <p:nvPr>
            <p:ph type="sldNum" sz="quarter" idx="12"/>
          </p:nvPr>
        </p:nvSpPr>
        <p:spPr/>
        <p:txBody>
          <a:bodyPr/>
          <a:lstStyle/>
          <a:p>
            <a:fld id="{B6F15528-21DE-4FAA-801E-634DDDAF4B2B}" type="slidenum">
              <a:rPr lang="en-US" smtClean="0"/>
              <a:pPr/>
              <a:t>53</a:t>
            </a:fld>
            <a:endParaRPr lang="en-US"/>
          </a:p>
        </p:txBody>
      </p:sp>
      <p:sp>
        <p:nvSpPr>
          <p:cNvPr id="31" name="Text Placeholder 30">
            <a:extLst>
              <a:ext uri="{FF2B5EF4-FFF2-40B4-BE49-F238E27FC236}">
                <a16:creationId xmlns:a16="http://schemas.microsoft.com/office/drawing/2014/main" id="{881E972B-289E-61E0-1589-534F014E926D}"/>
              </a:ext>
            </a:extLst>
          </p:cNvPr>
          <p:cNvSpPr>
            <a:spLocks noGrp="1"/>
          </p:cNvSpPr>
          <p:nvPr>
            <p:ph type="body" sz="quarter" idx="15"/>
          </p:nvPr>
        </p:nvSpPr>
        <p:spPr/>
        <p:txBody>
          <a:bodyPr/>
          <a:lstStyle/>
          <a:p>
            <a:r>
              <a:rPr lang="en-US"/>
              <a:t>Appendix</a:t>
            </a:r>
          </a:p>
        </p:txBody>
      </p:sp>
      <p:sp>
        <p:nvSpPr>
          <p:cNvPr id="30" name="Text Placeholder 29">
            <a:extLst>
              <a:ext uri="{FF2B5EF4-FFF2-40B4-BE49-F238E27FC236}">
                <a16:creationId xmlns:a16="http://schemas.microsoft.com/office/drawing/2014/main" id="{593D6CFA-D847-B06F-29DE-33C86BD311EB}"/>
              </a:ext>
            </a:extLst>
          </p:cNvPr>
          <p:cNvSpPr>
            <a:spLocks noGrp="1"/>
          </p:cNvSpPr>
          <p:nvPr>
            <p:ph type="body" sz="quarter" idx="14"/>
          </p:nvPr>
        </p:nvSpPr>
        <p:spPr/>
        <p:txBody>
          <a:bodyPr/>
          <a:lstStyle/>
          <a:p>
            <a:r>
              <a:rPr lang="en-US"/>
              <a:t>Landing Page</a:t>
            </a:r>
          </a:p>
        </p:txBody>
      </p:sp>
      <p:sp>
        <p:nvSpPr>
          <p:cNvPr id="4" name="TextBox 3">
            <a:extLst>
              <a:ext uri="{FF2B5EF4-FFF2-40B4-BE49-F238E27FC236}">
                <a16:creationId xmlns:a16="http://schemas.microsoft.com/office/drawing/2014/main" id="{362BF89D-B33B-F949-2E82-FB3A2BB144DD}"/>
              </a:ext>
            </a:extLst>
          </p:cNvPr>
          <p:cNvSpPr txBox="1"/>
          <p:nvPr/>
        </p:nvSpPr>
        <p:spPr>
          <a:xfrm>
            <a:off x="517338" y="2272425"/>
            <a:ext cx="6842854" cy="2123017"/>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2" action="ppaction://hlinksldjump"/>
              </a:rPr>
              <a:t>Executive summary</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3" action="ppaction://hlinksldjump"/>
              </a:rPr>
              <a:t>Global analysis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4" action="ppaction://hlinksldjump"/>
              </a:rPr>
              <a:t>Global analysis 2</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4" action="ppaction://hlinksldjump"/>
              </a:rPr>
              <a:t>Global analysis 3</a:t>
            </a: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AAB6DD5-A4CF-88AA-0A19-AD7039768531}"/>
              </a:ext>
            </a:extLst>
          </p:cNvPr>
          <p:cNvSpPr txBox="1"/>
          <p:nvPr/>
        </p:nvSpPr>
        <p:spPr>
          <a:xfrm>
            <a:off x="1006591" y="2465614"/>
            <a:ext cx="1907317"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Global Analysis</a:t>
            </a:r>
          </a:p>
        </p:txBody>
      </p:sp>
      <p:sp>
        <p:nvSpPr>
          <p:cNvPr id="6" name="TextBox 5">
            <a:extLst>
              <a:ext uri="{FF2B5EF4-FFF2-40B4-BE49-F238E27FC236}">
                <a16:creationId xmlns:a16="http://schemas.microsoft.com/office/drawing/2014/main" id="{043DA1BE-68C7-75C0-64FD-0873F798D2BD}"/>
              </a:ext>
            </a:extLst>
          </p:cNvPr>
          <p:cNvSpPr txBox="1"/>
          <p:nvPr/>
        </p:nvSpPr>
        <p:spPr>
          <a:xfrm>
            <a:off x="1469542" y="5494964"/>
            <a:ext cx="1300356"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Strategy 1</a:t>
            </a:r>
          </a:p>
        </p:txBody>
      </p:sp>
      <p:sp>
        <p:nvSpPr>
          <p:cNvPr id="7" name="TextBox 6">
            <a:extLst>
              <a:ext uri="{FF2B5EF4-FFF2-40B4-BE49-F238E27FC236}">
                <a16:creationId xmlns:a16="http://schemas.microsoft.com/office/drawing/2014/main" id="{ADEF86AC-A533-3F22-8F43-E9CF0ABCEA42}"/>
              </a:ext>
            </a:extLst>
          </p:cNvPr>
          <p:cNvSpPr txBox="1"/>
          <p:nvPr/>
        </p:nvSpPr>
        <p:spPr>
          <a:xfrm>
            <a:off x="517338" y="5494964"/>
            <a:ext cx="6842854" cy="2954014"/>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5" action="ppaction://hlinksldjump"/>
              </a:rPr>
              <a:t>Secondary analysis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6" action="ppaction://hlinksldjump"/>
              </a:rPr>
              <a:t>Secondary analysis 2</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Recommendation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8" action="ppaction://hlinksldjump"/>
              </a:rPr>
              <a:t>Implementation 1</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10" action="ppaction://hlinksldjump"/>
              </a:rPr>
              <a:t>Implementation 2</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Implementation 3</a:t>
            </a:r>
            <a:endParaRPr lang="en-US">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0C9A0B1-A2B2-F8F6-148E-0B70D4E86A2B}"/>
              </a:ext>
            </a:extLst>
          </p:cNvPr>
          <p:cNvSpPr txBox="1"/>
          <p:nvPr/>
        </p:nvSpPr>
        <p:spPr>
          <a:xfrm>
            <a:off x="5653473" y="2465614"/>
            <a:ext cx="1300356"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Strategy 2</a:t>
            </a:r>
          </a:p>
        </p:txBody>
      </p:sp>
      <p:sp>
        <p:nvSpPr>
          <p:cNvPr id="9" name="TextBox 8">
            <a:extLst>
              <a:ext uri="{FF2B5EF4-FFF2-40B4-BE49-F238E27FC236}">
                <a16:creationId xmlns:a16="http://schemas.microsoft.com/office/drawing/2014/main" id="{1250EA96-FB2E-EA73-E545-F534D6DE860C}"/>
              </a:ext>
            </a:extLst>
          </p:cNvPr>
          <p:cNvSpPr txBox="1"/>
          <p:nvPr/>
        </p:nvSpPr>
        <p:spPr>
          <a:xfrm>
            <a:off x="4841688" y="2272425"/>
            <a:ext cx="6842854" cy="2954014"/>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5" action="ppaction://hlinksldjump"/>
              </a:rPr>
              <a:t>Secondary analysis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6" action="ppaction://hlinksldjump"/>
              </a:rPr>
              <a:t>Secondary analysis 2</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Recommendation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8" action="ppaction://hlinksldjump"/>
              </a:rPr>
              <a:t>Implementation 1</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10" action="ppaction://hlinksldjump"/>
              </a:rPr>
              <a:t>Implementation 2</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Implementation 3</a:t>
            </a:r>
            <a:endParaRPr lang="en-US">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DDCCBA6-453B-0D12-B6CE-9AC147FF82DD}"/>
              </a:ext>
            </a:extLst>
          </p:cNvPr>
          <p:cNvSpPr txBox="1"/>
          <p:nvPr/>
        </p:nvSpPr>
        <p:spPr>
          <a:xfrm>
            <a:off x="5765406" y="5494964"/>
            <a:ext cx="1056700"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Impacts</a:t>
            </a:r>
          </a:p>
        </p:txBody>
      </p:sp>
      <p:sp>
        <p:nvSpPr>
          <p:cNvPr id="11" name="TextBox 10">
            <a:extLst>
              <a:ext uri="{FF2B5EF4-FFF2-40B4-BE49-F238E27FC236}">
                <a16:creationId xmlns:a16="http://schemas.microsoft.com/office/drawing/2014/main" id="{E0DE96F1-9BB0-531F-7B5F-9060643500FE}"/>
              </a:ext>
            </a:extLst>
          </p:cNvPr>
          <p:cNvSpPr txBox="1"/>
          <p:nvPr/>
        </p:nvSpPr>
        <p:spPr>
          <a:xfrm>
            <a:off x="4841688" y="5494964"/>
            <a:ext cx="6842854" cy="3369512"/>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5" action="ppaction://hlinksldjump"/>
              </a:rPr>
              <a:t>Synergies</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6" action="ppaction://hlinksldjump"/>
              </a:rPr>
              <a:t>Timeline</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Expenses</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8" action="ppaction://hlinksldjump"/>
              </a:rPr>
              <a:t>Revenues</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10" action="ppaction://hlinksldjump"/>
              </a:rPr>
              <a:t>Risks &amp; mitigations</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KPI’s</a:t>
            </a:r>
            <a:endParaRPr lang="en-US">
              <a:latin typeface="Arial" panose="020B0604020202020204" pitchFamily="34" charset="0"/>
              <a:cs typeface="Arial" panose="020B0604020202020204" pitchFamily="34" charset="0"/>
            </a:endParaRPr>
          </a:p>
          <a:p>
            <a:pPr marL="457200" indent="-457200">
              <a:lnSpc>
                <a:spcPct val="150000"/>
              </a:lnSpc>
              <a:buFontTx/>
              <a:buAutoNum type="arabicPeriod"/>
            </a:pPr>
            <a:r>
              <a:rPr lang="en-US">
                <a:latin typeface="Arial" panose="020B0604020202020204" pitchFamily="34" charset="0"/>
                <a:cs typeface="Arial" panose="020B0604020202020204" pitchFamily="34" charset="0"/>
                <a:hlinkClick r:id="rId2" action="ppaction://hlinksldjump"/>
              </a:rPr>
              <a:t>Executive summary</a:t>
            </a:r>
            <a:endParaRPr lang="en-US">
              <a:latin typeface="Arial" panose="020B0604020202020204" pitchFamily="34" charset="0"/>
              <a:cs typeface="Arial" panose="020B0604020202020204" pitchFamily="34" charset="0"/>
            </a:endParaRPr>
          </a:p>
        </p:txBody>
      </p:sp>
      <p:sp>
        <p:nvSpPr>
          <p:cNvPr id="13" name="AutoShape 26">
            <a:extLst>
              <a:ext uri="{FF2B5EF4-FFF2-40B4-BE49-F238E27FC236}">
                <a16:creationId xmlns:a16="http://schemas.microsoft.com/office/drawing/2014/main" id="{37E502B3-D144-523C-364F-B512939EFF9E}"/>
              </a:ext>
            </a:extLst>
          </p:cNvPr>
          <p:cNvSpPr/>
          <p:nvPr/>
        </p:nvSpPr>
        <p:spPr>
          <a:xfrm flipH="1">
            <a:off x="9133053" y="1754488"/>
            <a:ext cx="21894" cy="7480952"/>
          </a:xfrm>
          <a:prstGeom prst="line">
            <a:avLst/>
          </a:prstGeom>
          <a:ln w="38100" cap="flat">
            <a:solidFill>
              <a:srgbClr val="2C8BBB"/>
            </a:solidFill>
            <a:prstDash val="sysDash"/>
            <a:headEnd type="none" w="sm" len="sm"/>
            <a:tailEnd type="none" w="sm" len="sm"/>
          </a:ln>
        </p:spPr>
        <p:txBody>
          <a:bodyPr/>
          <a:lstStyle/>
          <a:p>
            <a:endParaRPr lang="en-CA"/>
          </a:p>
        </p:txBody>
      </p:sp>
      <p:sp>
        <p:nvSpPr>
          <p:cNvPr id="14" name="TextBox 13">
            <a:extLst>
              <a:ext uri="{FF2B5EF4-FFF2-40B4-BE49-F238E27FC236}">
                <a16:creationId xmlns:a16="http://schemas.microsoft.com/office/drawing/2014/main" id="{5D2ACE90-7209-9223-1FAF-12F5C80C9654}"/>
              </a:ext>
            </a:extLst>
          </p:cNvPr>
          <p:cNvSpPr txBox="1"/>
          <p:nvPr/>
        </p:nvSpPr>
        <p:spPr>
          <a:xfrm>
            <a:off x="9590423" y="2268838"/>
            <a:ext cx="6842854" cy="2123017"/>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2" action="ppaction://hlinksldjump"/>
              </a:rPr>
              <a:t>Executive summary</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3" action="ppaction://hlinksldjump"/>
              </a:rPr>
              <a:t>Global analysis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4" action="ppaction://hlinksldjump"/>
              </a:rPr>
              <a:t>Global analysis 2</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4" action="ppaction://hlinksldjump"/>
              </a:rPr>
              <a:t>Global analysis 3</a:t>
            </a:r>
            <a:endParaRPr lang="en-US">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D246C15-8895-8277-FC59-9E17ABB58179}"/>
              </a:ext>
            </a:extLst>
          </p:cNvPr>
          <p:cNvSpPr txBox="1"/>
          <p:nvPr/>
        </p:nvSpPr>
        <p:spPr>
          <a:xfrm>
            <a:off x="10079676" y="2462027"/>
            <a:ext cx="1907317"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Global Analysis</a:t>
            </a:r>
          </a:p>
        </p:txBody>
      </p:sp>
      <p:sp>
        <p:nvSpPr>
          <p:cNvPr id="16" name="TextBox 15">
            <a:extLst>
              <a:ext uri="{FF2B5EF4-FFF2-40B4-BE49-F238E27FC236}">
                <a16:creationId xmlns:a16="http://schemas.microsoft.com/office/drawing/2014/main" id="{FEC9389A-3E24-5F8E-0412-7FD8E3FFC027}"/>
              </a:ext>
            </a:extLst>
          </p:cNvPr>
          <p:cNvSpPr txBox="1"/>
          <p:nvPr/>
        </p:nvSpPr>
        <p:spPr>
          <a:xfrm>
            <a:off x="10542627" y="5681877"/>
            <a:ext cx="1300356"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Strategy 1</a:t>
            </a:r>
          </a:p>
        </p:txBody>
      </p:sp>
      <p:sp>
        <p:nvSpPr>
          <p:cNvPr id="17" name="TextBox 16">
            <a:extLst>
              <a:ext uri="{FF2B5EF4-FFF2-40B4-BE49-F238E27FC236}">
                <a16:creationId xmlns:a16="http://schemas.microsoft.com/office/drawing/2014/main" id="{0A4831FE-6486-4A7C-2D5B-65DD0276A721}"/>
              </a:ext>
            </a:extLst>
          </p:cNvPr>
          <p:cNvSpPr txBox="1"/>
          <p:nvPr/>
        </p:nvSpPr>
        <p:spPr>
          <a:xfrm>
            <a:off x="9590423" y="5681877"/>
            <a:ext cx="6842854" cy="2954014"/>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5" action="ppaction://hlinksldjump"/>
              </a:rPr>
              <a:t>Secondary analysis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6" action="ppaction://hlinksldjump"/>
              </a:rPr>
              <a:t>Secondary analysis 2</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Recommendation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8" action="ppaction://hlinksldjump"/>
              </a:rPr>
              <a:t>Implementation 1</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10" action="ppaction://hlinksldjump"/>
              </a:rPr>
              <a:t>Implementation 2</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Implementation 3</a:t>
            </a:r>
            <a:endParaRPr lang="en-US">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A96C0FB-3F08-769B-2CFE-A52246A20F32}"/>
              </a:ext>
            </a:extLst>
          </p:cNvPr>
          <p:cNvSpPr txBox="1"/>
          <p:nvPr/>
        </p:nvSpPr>
        <p:spPr>
          <a:xfrm>
            <a:off x="14726558" y="2462027"/>
            <a:ext cx="1300356"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Strategy 2</a:t>
            </a:r>
          </a:p>
        </p:txBody>
      </p:sp>
      <p:sp>
        <p:nvSpPr>
          <p:cNvPr id="19" name="TextBox 18">
            <a:extLst>
              <a:ext uri="{FF2B5EF4-FFF2-40B4-BE49-F238E27FC236}">
                <a16:creationId xmlns:a16="http://schemas.microsoft.com/office/drawing/2014/main" id="{2023967A-4501-7130-A964-9B5073635544}"/>
              </a:ext>
            </a:extLst>
          </p:cNvPr>
          <p:cNvSpPr txBox="1"/>
          <p:nvPr/>
        </p:nvSpPr>
        <p:spPr>
          <a:xfrm>
            <a:off x="13914773" y="2268838"/>
            <a:ext cx="6842854" cy="2954014"/>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5" action="ppaction://hlinksldjump"/>
              </a:rPr>
              <a:t>Secondary analysis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6" action="ppaction://hlinksldjump"/>
              </a:rPr>
              <a:t>Secondary analysis 2</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Recommendation 1</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8" action="ppaction://hlinksldjump"/>
              </a:rPr>
              <a:t>Implementation 1</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10" action="ppaction://hlinksldjump"/>
              </a:rPr>
              <a:t>Implementation 2</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Implementation 3</a:t>
            </a:r>
            <a:endParaRPr lang="en-US">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193153AC-6CD1-EF1C-B0D3-3115A00CEB34}"/>
              </a:ext>
            </a:extLst>
          </p:cNvPr>
          <p:cNvSpPr txBox="1"/>
          <p:nvPr/>
        </p:nvSpPr>
        <p:spPr>
          <a:xfrm>
            <a:off x="14838491" y="5681877"/>
            <a:ext cx="1056700" cy="369332"/>
          </a:xfrm>
          <a:prstGeom prst="rect">
            <a:avLst/>
          </a:prstGeom>
          <a:noFill/>
        </p:spPr>
        <p:txBody>
          <a:bodyPr wrap="none" rtlCol="0">
            <a:spAutoFit/>
          </a:bodyPr>
          <a:lstStyle/>
          <a:p>
            <a:pPr algn="ctr"/>
            <a:r>
              <a:rPr lang="en-US" b="1">
                <a:latin typeface="Arial" panose="020B0604020202020204" pitchFamily="34" charset="0"/>
                <a:cs typeface="Arial" panose="020B0604020202020204" pitchFamily="34" charset="0"/>
              </a:rPr>
              <a:t>Impacts</a:t>
            </a:r>
          </a:p>
        </p:txBody>
      </p:sp>
      <p:sp>
        <p:nvSpPr>
          <p:cNvPr id="21" name="TextBox 20">
            <a:extLst>
              <a:ext uri="{FF2B5EF4-FFF2-40B4-BE49-F238E27FC236}">
                <a16:creationId xmlns:a16="http://schemas.microsoft.com/office/drawing/2014/main" id="{61976E63-8CE0-C180-A098-A9F085CFCBBB}"/>
              </a:ext>
            </a:extLst>
          </p:cNvPr>
          <p:cNvSpPr txBox="1"/>
          <p:nvPr/>
        </p:nvSpPr>
        <p:spPr>
          <a:xfrm>
            <a:off x="13914773" y="5681877"/>
            <a:ext cx="6842854" cy="3369512"/>
          </a:xfrm>
          <a:prstGeom prst="rect">
            <a:avLst/>
          </a:prstGeom>
          <a:noFill/>
        </p:spPr>
        <p:txBody>
          <a:bodyPr wrap="square" lIns="91440" tIns="45720" rIns="91440" bIns="45720" rtlCol="0" anchor="t">
            <a:spAutoFit/>
          </a:bodyPr>
          <a:lstStyle/>
          <a:p>
            <a:pPr algn="ctr">
              <a:lnSpc>
                <a:spcPct val="150000"/>
              </a:lnSpc>
            </a:pPr>
            <a:endParaRPr lang="en-US" b="1">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5" action="ppaction://hlinksldjump"/>
              </a:rPr>
              <a:t>Synergies</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6" action="ppaction://hlinksldjump"/>
              </a:rPr>
              <a:t>Timeline</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Expenses</a:t>
            </a:r>
            <a:endParaRPr lang="en-US">
              <a:latin typeface="Arial" panose="020B0604020202020204" pitchFamily="34" charset="0"/>
              <a:cs typeface="Arial" panose="020B0604020202020204" pitchFamily="34" charset="0"/>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8" action="ppaction://hlinksldjump"/>
              </a:rPr>
              <a:t>Revenues</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10" action="ppaction://hlinksldjump"/>
              </a:rPr>
              <a:t>Risks &amp; mitigations</a:t>
            </a:r>
            <a:endParaRPr lang="en-US">
              <a:latin typeface="Arial" panose="020B0604020202020204" pitchFamily="34" charset="0"/>
              <a:cs typeface="Arial" panose="020B0604020202020204" pitchFamily="34" charset="0"/>
              <a:hlinkClick r:id="rId9" action="ppaction://hlinksldjump"/>
            </a:endParaRPr>
          </a:p>
          <a:p>
            <a:pPr marL="457200" indent="-457200">
              <a:lnSpc>
                <a:spcPct val="150000"/>
              </a:lnSpc>
              <a:buAutoNum type="arabicPeriod"/>
            </a:pPr>
            <a:r>
              <a:rPr lang="en-US">
                <a:latin typeface="Arial" panose="020B0604020202020204" pitchFamily="34" charset="0"/>
                <a:cs typeface="Arial" panose="020B0604020202020204" pitchFamily="34" charset="0"/>
                <a:hlinkClick r:id="rId7" action="ppaction://hlinksldjump"/>
              </a:rPr>
              <a:t>KPI’s</a:t>
            </a:r>
            <a:endParaRPr lang="en-US">
              <a:latin typeface="Arial" panose="020B0604020202020204" pitchFamily="34" charset="0"/>
              <a:cs typeface="Arial" panose="020B0604020202020204" pitchFamily="34" charset="0"/>
            </a:endParaRPr>
          </a:p>
          <a:p>
            <a:pPr marL="457200" indent="-457200">
              <a:lnSpc>
                <a:spcPct val="150000"/>
              </a:lnSpc>
              <a:buFontTx/>
              <a:buAutoNum type="arabicPeriod"/>
            </a:pPr>
            <a:r>
              <a:rPr lang="en-US">
                <a:latin typeface="Arial" panose="020B0604020202020204" pitchFamily="34" charset="0"/>
                <a:cs typeface="Arial" panose="020B0604020202020204" pitchFamily="34" charset="0"/>
                <a:hlinkClick r:id="rId2" action="ppaction://hlinksldjump"/>
              </a:rPr>
              <a:t>Executive summary</a:t>
            </a:r>
            <a:endParaRPr lang="en-US">
              <a:latin typeface="Arial" panose="020B0604020202020204" pitchFamily="34" charset="0"/>
              <a:cs typeface="Arial" panose="020B0604020202020204" pitchFamily="34" charset="0"/>
            </a:endParaRPr>
          </a:p>
        </p:txBody>
      </p:sp>
      <p:grpSp>
        <p:nvGrpSpPr>
          <p:cNvPr id="22" name="Group 16">
            <a:extLst>
              <a:ext uri="{FF2B5EF4-FFF2-40B4-BE49-F238E27FC236}">
                <a16:creationId xmlns:a16="http://schemas.microsoft.com/office/drawing/2014/main" id="{6DB6E4CB-487F-FBC5-CC66-D5FCB2C7588E}"/>
              </a:ext>
            </a:extLst>
          </p:cNvPr>
          <p:cNvGrpSpPr/>
          <p:nvPr/>
        </p:nvGrpSpPr>
        <p:grpSpPr>
          <a:xfrm>
            <a:off x="517339" y="1707422"/>
            <a:ext cx="7634558" cy="565004"/>
            <a:chOff x="0" y="0"/>
            <a:chExt cx="1077214" cy="266218"/>
          </a:xfrm>
          <a:solidFill>
            <a:srgbClr val="263E6C"/>
          </a:solidFill>
        </p:grpSpPr>
        <p:sp>
          <p:nvSpPr>
            <p:cNvPr id="23" name="Freeform 17">
              <a:extLst>
                <a:ext uri="{FF2B5EF4-FFF2-40B4-BE49-F238E27FC236}">
                  <a16:creationId xmlns:a16="http://schemas.microsoft.com/office/drawing/2014/main" id="{E749A2A6-AC94-144A-E4FC-9BF13351F8D1}"/>
                </a:ext>
              </a:extLst>
            </p:cNvPr>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grpFill/>
          </p:spPr>
          <p:txBody>
            <a:bodyPr/>
            <a:lstStyle/>
            <a:p>
              <a:endParaRPr lang="en-CA" b="1">
                <a:latin typeface="Arial" panose="020B0604020202020204" pitchFamily="34" charset="0"/>
                <a:cs typeface="Arial" panose="020B0604020202020204" pitchFamily="34" charset="0"/>
              </a:endParaRPr>
            </a:p>
          </p:txBody>
        </p:sp>
        <p:sp>
          <p:nvSpPr>
            <p:cNvPr id="24" name="TextBox 18">
              <a:extLst>
                <a:ext uri="{FF2B5EF4-FFF2-40B4-BE49-F238E27FC236}">
                  <a16:creationId xmlns:a16="http://schemas.microsoft.com/office/drawing/2014/main" id="{3500EA5A-854E-F9C8-7762-F08C6112CA48}"/>
                </a:ext>
              </a:extLst>
            </p:cNvPr>
            <p:cNvSpPr txBox="1"/>
            <p:nvPr/>
          </p:nvSpPr>
          <p:spPr>
            <a:xfrm>
              <a:off x="0" y="-19050"/>
              <a:ext cx="1077214" cy="285268"/>
            </a:xfrm>
            <a:prstGeom prst="rect">
              <a:avLst/>
            </a:prstGeom>
            <a:grpFill/>
          </p:spPr>
          <p:txBody>
            <a:bodyPr lIns="50800" tIns="50800" rIns="50800" bIns="50800" rtlCol="0" anchor="ctr"/>
            <a:lstStyle/>
            <a:p>
              <a:pPr algn="ctr">
                <a:lnSpc>
                  <a:spcPts val="3250"/>
                </a:lnSpc>
              </a:pPr>
              <a:r>
                <a:rPr lang="en-US" sz="2500" b="1" i="1" spc="50">
                  <a:solidFill>
                    <a:schemeClr val="bg1"/>
                  </a:solidFill>
                  <a:latin typeface="Arial" panose="020B0604020202020204" pitchFamily="34" charset="0"/>
                  <a:cs typeface="Arial" panose="020B0604020202020204" pitchFamily="34" charset="0"/>
                </a:rPr>
                <a:t>Main Deck</a:t>
              </a:r>
            </a:p>
          </p:txBody>
        </p:sp>
      </p:grpSp>
      <p:grpSp>
        <p:nvGrpSpPr>
          <p:cNvPr id="25" name="Group 16">
            <a:extLst>
              <a:ext uri="{FF2B5EF4-FFF2-40B4-BE49-F238E27FC236}">
                <a16:creationId xmlns:a16="http://schemas.microsoft.com/office/drawing/2014/main" id="{20C63E07-A135-EE34-3974-7AAFB69E1FC1}"/>
              </a:ext>
            </a:extLst>
          </p:cNvPr>
          <p:cNvGrpSpPr/>
          <p:nvPr/>
        </p:nvGrpSpPr>
        <p:grpSpPr>
          <a:xfrm>
            <a:off x="9590423" y="1707422"/>
            <a:ext cx="7634558" cy="565004"/>
            <a:chOff x="0" y="0"/>
            <a:chExt cx="1077214" cy="266218"/>
          </a:xfrm>
          <a:solidFill>
            <a:srgbClr val="263E6C"/>
          </a:solidFill>
        </p:grpSpPr>
        <p:sp>
          <p:nvSpPr>
            <p:cNvPr id="26" name="Freeform 17">
              <a:extLst>
                <a:ext uri="{FF2B5EF4-FFF2-40B4-BE49-F238E27FC236}">
                  <a16:creationId xmlns:a16="http://schemas.microsoft.com/office/drawing/2014/main" id="{7C3CE112-33CD-4B79-C873-B954A232DEC5}"/>
                </a:ext>
              </a:extLst>
            </p:cNvPr>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grpFill/>
          </p:spPr>
          <p:txBody>
            <a:bodyPr/>
            <a:lstStyle/>
            <a:p>
              <a:endParaRPr lang="en-CA" b="1">
                <a:latin typeface="Arial" panose="020B0604020202020204" pitchFamily="34" charset="0"/>
                <a:cs typeface="Arial" panose="020B0604020202020204" pitchFamily="34" charset="0"/>
              </a:endParaRPr>
            </a:p>
          </p:txBody>
        </p:sp>
        <p:sp>
          <p:nvSpPr>
            <p:cNvPr id="27" name="TextBox 18">
              <a:extLst>
                <a:ext uri="{FF2B5EF4-FFF2-40B4-BE49-F238E27FC236}">
                  <a16:creationId xmlns:a16="http://schemas.microsoft.com/office/drawing/2014/main" id="{1703962A-6C2E-2BBB-2DB4-7688A7BCC976}"/>
                </a:ext>
              </a:extLst>
            </p:cNvPr>
            <p:cNvSpPr txBox="1"/>
            <p:nvPr/>
          </p:nvSpPr>
          <p:spPr>
            <a:xfrm>
              <a:off x="0" y="-19050"/>
              <a:ext cx="1077214" cy="285268"/>
            </a:xfrm>
            <a:prstGeom prst="rect">
              <a:avLst/>
            </a:prstGeom>
            <a:grpFill/>
          </p:spPr>
          <p:txBody>
            <a:bodyPr lIns="50800" tIns="50800" rIns="50800" bIns="50800" rtlCol="0" anchor="ctr"/>
            <a:lstStyle/>
            <a:p>
              <a:pPr algn="ctr">
                <a:lnSpc>
                  <a:spcPts val="3250"/>
                </a:lnSpc>
              </a:pPr>
              <a:r>
                <a:rPr lang="en-US" sz="2500" b="1" i="1" spc="50">
                  <a:solidFill>
                    <a:schemeClr val="bg1"/>
                  </a:solidFill>
                  <a:latin typeface="Arial" panose="020B0604020202020204" pitchFamily="34" charset="0"/>
                  <a:cs typeface="Arial" panose="020B0604020202020204" pitchFamily="34" charset="0"/>
                </a:rPr>
                <a:t>Appendix</a:t>
              </a:r>
            </a:p>
          </p:txBody>
        </p:sp>
      </p:grpSp>
    </p:spTree>
    <p:extLst>
      <p:ext uri="{BB962C8B-B14F-4D97-AF65-F5344CB8AC3E}">
        <p14:creationId xmlns:p14="http://schemas.microsoft.com/office/powerpoint/2010/main" val="1925598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6"/>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24" name="Slide Number Placeholder 23">
            <a:extLst>
              <a:ext uri="{FF2B5EF4-FFF2-40B4-BE49-F238E27FC236}">
                <a16:creationId xmlns:a16="http://schemas.microsoft.com/office/drawing/2014/main" id="{CFFB635C-0995-E51F-5602-F92611BF5232}"/>
              </a:ext>
            </a:extLst>
          </p:cNvPr>
          <p:cNvSpPr>
            <a:spLocks noGrp="1"/>
          </p:cNvSpPr>
          <p:nvPr>
            <p:ph type="sldNum" sz="quarter" idx="12"/>
          </p:nvPr>
        </p:nvSpPr>
        <p:spPr/>
        <p:txBody>
          <a:bodyPr/>
          <a:lstStyle/>
          <a:p>
            <a:fld id="{B6F15528-21DE-4FAA-801E-634DDDAF4B2B}" type="slidenum">
              <a:rPr lang="en-US" smtClean="0"/>
              <a:pPr/>
              <a:t>54</a:t>
            </a:fld>
            <a:endParaRPr lang="en-US"/>
          </a:p>
        </p:txBody>
      </p:sp>
      <p:sp>
        <p:nvSpPr>
          <p:cNvPr id="43" name="Text Placeholder 42">
            <a:extLst>
              <a:ext uri="{FF2B5EF4-FFF2-40B4-BE49-F238E27FC236}">
                <a16:creationId xmlns:a16="http://schemas.microsoft.com/office/drawing/2014/main" id="{D7B42732-D080-045D-A773-4BBBD2F422B0}"/>
              </a:ext>
            </a:extLst>
          </p:cNvPr>
          <p:cNvSpPr>
            <a:spLocks noGrp="1"/>
          </p:cNvSpPr>
          <p:nvPr>
            <p:ph type="body" sz="quarter" idx="15"/>
          </p:nvPr>
        </p:nvSpPr>
        <p:spPr/>
        <p:txBody>
          <a:bodyPr/>
          <a:lstStyle/>
          <a:p>
            <a:r>
              <a:rPr lang="en-US" dirty="0"/>
              <a:t>Improved Consumer Journey</a:t>
            </a:r>
          </a:p>
        </p:txBody>
      </p:sp>
      <p:sp>
        <p:nvSpPr>
          <p:cNvPr id="41" name="Text Placeholder 40">
            <a:extLst>
              <a:ext uri="{FF2B5EF4-FFF2-40B4-BE49-F238E27FC236}">
                <a16:creationId xmlns:a16="http://schemas.microsoft.com/office/drawing/2014/main" id="{3ACC56A9-BDB8-C027-F865-E2812FF15729}"/>
              </a:ext>
            </a:extLst>
          </p:cNvPr>
          <p:cNvSpPr>
            <a:spLocks noGrp="1"/>
          </p:cNvSpPr>
          <p:nvPr>
            <p:ph type="body" sz="quarter" idx="13"/>
          </p:nvPr>
        </p:nvSpPr>
        <p:spPr/>
        <p:txBody>
          <a:bodyPr/>
          <a:lstStyle/>
          <a:p>
            <a:endParaRPr lang="en-US" dirty="0"/>
          </a:p>
        </p:txBody>
      </p:sp>
      <p:sp>
        <p:nvSpPr>
          <p:cNvPr id="42" name="Text Placeholder 41">
            <a:extLst>
              <a:ext uri="{FF2B5EF4-FFF2-40B4-BE49-F238E27FC236}">
                <a16:creationId xmlns:a16="http://schemas.microsoft.com/office/drawing/2014/main" id="{7A087B41-D8A2-9B3B-237F-D4AD8D223AC6}"/>
              </a:ext>
            </a:extLst>
          </p:cNvPr>
          <p:cNvSpPr>
            <a:spLocks noGrp="1"/>
          </p:cNvSpPr>
          <p:nvPr>
            <p:ph type="body" sz="quarter" idx="14"/>
          </p:nvPr>
        </p:nvSpPr>
        <p:spPr/>
        <p:txBody>
          <a:bodyPr/>
          <a:lstStyle/>
          <a:p>
            <a:endParaRPr lang="en-US" sz="4400" dirty="0"/>
          </a:p>
        </p:txBody>
      </p:sp>
      <p:sp>
        <p:nvSpPr>
          <p:cNvPr id="2" name="Text Placeholder 1">
            <a:extLst>
              <a:ext uri="{FF2B5EF4-FFF2-40B4-BE49-F238E27FC236}">
                <a16:creationId xmlns:a16="http://schemas.microsoft.com/office/drawing/2014/main" id="{27D1E54A-CE91-41FB-A34D-F5754D22EC99}"/>
              </a:ext>
            </a:extLst>
          </p:cNvPr>
          <p:cNvSpPr>
            <a:spLocks noGrp="1"/>
          </p:cNvSpPr>
          <p:nvPr>
            <p:ph type="body" sz="quarter" idx="16"/>
          </p:nvPr>
        </p:nvSpPr>
        <p:spPr/>
        <p:txBody>
          <a:bodyPr/>
          <a:lstStyle/>
          <a:p>
            <a:endParaRPr lang="en-US"/>
          </a:p>
        </p:txBody>
      </p:sp>
      <p:sp>
        <p:nvSpPr>
          <p:cNvPr id="55" name="Pentagon 54">
            <a:extLst>
              <a:ext uri="{FF2B5EF4-FFF2-40B4-BE49-F238E27FC236}">
                <a16:creationId xmlns:a16="http://schemas.microsoft.com/office/drawing/2014/main" id="{40C3F869-C8FD-FE4F-B4D8-6EE63B75AB94}"/>
              </a:ext>
            </a:extLst>
          </p:cNvPr>
          <p:cNvSpPr/>
          <p:nvPr/>
        </p:nvSpPr>
        <p:spPr>
          <a:xfrm>
            <a:off x="1828797" y="1882960"/>
            <a:ext cx="3176338" cy="697140"/>
          </a:xfrm>
          <a:prstGeom prst="homePlate">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1</a:t>
            </a:r>
          </a:p>
        </p:txBody>
      </p:sp>
      <p:sp>
        <p:nvSpPr>
          <p:cNvPr id="60" name="Chevron 59">
            <a:extLst>
              <a:ext uri="{FF2B5EF4-FFF2-40B4-BE49-F238E27FC236}">
                <a16:creationId xmlns:a16="http://schemas.microsoft.com/office/drawing/2014/main" id="{49811BAB-0F83-5745-9BE9-C9DF8D8429A3}"/>
              </a:ext>
            </a:extLst>
          </p:cNvPr>
          <p:cNvSpPr/>
          <p:nvPr/>
        </p:nvSpPr>
        <p:spPr>
          <a:xfrm>
            <a:off x="4844712"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2" name="Chevron 61">
            <a:extLst>
              <a:ext uri="{FF2B5EF4-FFF2-40B4-BE49-F238E27FC236}">
                <a16:creationId xmlns:a16="http://schemas.microsoft.com/office/drawing/2014/main" id="{00A2ACFA-E860-6F4C-AB25-37B0CCD40E16}"/>
              </a:ext>
            </a:extLst>
          </p:cNvPr>
          <p:cNvSpPr/>
          <p:nvPr/>
        </p:nvSpPr>
        <p:spPr>
          <a:xfrm>
            <a:off x="7974891"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3" name="Chevron 62">
            <a:extLst>
              <a:ext uri="{FF2B5EF4-FFF2-40B4-BE49-F238E27FC236}">
                <a16:creationId xmlns:a16="http://schemas.microsoft.com/office/drawing/2014/main" id="{62DFAEBA-0C95-4F40-B9E4-22423F0CED4D}"/>
              </a:ext>
            </a:extLst>
          </p:cNvPr>
          <p:cNvSpPr/>
          <p:nvPr/>
        </p:nvSpPr>
        <p:spPr>
          <a:xfrm>
            <a:off x="11118045"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4" name="Chevron 63">
            <a:extLst>
              <a:ext uri="{FF2B5EF4-FFF2-40B4-BE49-F238E27FC236}">
                <a16:creationId xmlns:a16="http://schemas.microsoft.com/office/drawing/2014/main" id="{651223C0-474C-FE46-B8E3-FDF8343C28FB}"/>
              </a:ext>
            </a:extLst>
          </p:cNvPr>
          <p:cNvSpPr/>
          <p:nvPr/>
        </p:nvSpPr>
        <p:spPr>
          <a:xfrm>
            <a:off x="14262356" y="1882960"/>
            <a:ext cx="3303577" cy="697140"/>
          </a:xfrm>
          <a:prstGeom prst="chevron">
            <a:avLst/>
          </a:prstGeom>
          <a:solidFill>
            <a:srgbClr val="263E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Step 2</a:t>
            </a:r>
          </a:p>
        </p:txBody>
      </p:sp>
      <p:sp>
        <p:nvSpPr>
          <p:cNvPr id="65" name="Freeform 16">
            <a:extLst>
              <a:ext uri="{FF2B5EF4-FFF2-40B4-BE49-F238E27FC236}">
                <a16:creationId xmlns:a16="http://schemas.microsoft.com/office/drawing/2014/main" id="{AD95F014-CBA1-9045-BC1C-DA6426BF6759}"/>
              </a:ext>
            </a:extLst>
          </p:cNvPr>
          <p:cNvSpPr/>
          <p:nvPr/>
        </p:nvSpPr>
        <p:spPr>
          <a:xfrm>
            <a:off x="412110" y="1576681"/>
            <a:ext cx="1629026" cy="1599656"/>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263E6C"/>
          </a:solidFill>
        </p:spPr>
        <p:txBody>
          <a:bodyPr/>
          <a:lstStyle/>
          <a:p>
            <a:endParaRPr lang="en-US"/>
          </a:p>
        </p:txBody>
      </p:sp>
      <p:pic>
        <p:nvPicPr>
          <p:cNvPr id="68" name="Picture 2" descr="Headshot of Relaxed confident happy Asian Thai Chinese woman smiling with  black hair, makeup, happy fresh on white background looking to the side  towards with copy space for text Stock Photo |">
            <a:extLst>
              <a:ext uri="{FF2B5EF4-FFF2-40B4-BE49-F238E27FC236}">
                <a16:creationId xmlns:a16="http://schemas.microsoft.com/office/drawing/2014/main" id="{038F5F6F-D991-B44E-964A-DA0243B47B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30" t="-92" r="21570" b="92"/>
          <a:stretch/>
        </p:blipFill>
        <p:spPr bwMode="auto">
          <a:xfrm>
            <a:off x="548233" y="1682049"/>
            <a:ext cx="1381321" cy="1381321"/>
          </a:xfrm>
          <a:prstGeom prst="ellipse">
            <a:avLst/>
          </a:prstGeom>
          <a:noFill/>
          <a:extLst>
            <a:ext uri="{909E8E84-426E-40DD-AFC4-6F175D3DCCD1}">
              <a14:hiddenFill xmlns:a14="http://schemas.microsoft.com/office/drawing/2010/main">
                <a:solidFill>
                  <a:srgbClr val="FFFFFF"/>
                </a:solidFill>
              </a14:hiddenFill>
            </a:ext>
          </a:extLst>
        </p:spPr>
      </p:pic>
      <p:sp>
        <p:nvSpPr>
          <p:cNvPr id="67" name="TextBox 66">
            <a:extLst>
              <a:ext uri="{FF2B5EF4-FFF2-40B4-BE49-F238E27FC236}">
                <a16:creationId xmlns:a16="http://schemas.microsoft.com/office/drawing/2014/main" id="{F629C091-8906-6B48-BEF1-7A089F888A4E}"/>
              </a:ext>
            </a:extLst>
          </p:cNvPr>
          <p:cNvSpPr txBox="1"/>
          <p:nvPr/>
        </p:nvSpPr>
        <p:spPr>
          <a:xfrm>
            <a:off x="576775" y="2886379"/>
            <a:ext cx="1299696" cy="400110"/>
          </a:xfrm>
          <a:prstGeom prst="rect">
            <a:avLst/>
          </a:prstGeom>
          <a:solidFill>
            <a:srgbClr val="263E6C"/>
          </a:solidFill>
        </p:spPr>
        <p:txBody>
          <a:bodyPr wrap="square" rtlCol="0">
            <a:spAutoFit/>
          </a:bodyPr>
          <a:lstStyle/>
          <a:p>
            <a:pPr algn="ctr"/>
            <a:r>
              <a:rPr lang="en-US" sz="2000" b="1" dirty="0">
                <a:solidFill>
                  <a:schemeClr val="bg1"/>
                </a:solidFill>
                <a:latin typeface="Arial" panose="020B0604020202020204" pitchFamily="34" charset="0"/>
                <a:cs typeface="Arial" panose="020B0604020202020204" pitchFamily="34" charset="0"/>
              </a:rPr>
              <a:t>NAME</a:t>
            </a:r>
            <a:endParaRPr lang="en-US" b="1" dirty="0">
              <a:solidFill>
                <a:schemeClr val="bg1"/>
              </a:solidFill>
              <a:latin typeface="Arial" panose="020B0604020202020204" pitchFamily="34" charset="0"/>
              <a:cs typeface="Arial" panose="020B0604020202020204" pitchFamily="34" charset="0"/>
            </a:endParaRPr>
          </a:p>
        </p:txBody>
      </p:sp>
      <p:sp>
        <p:nvSpPr>
          <p:cNvPr id="76" name="Rectangle 75">
            <a:extLst>
              <a:ext uri="{FF2B5EF4-FFF2-40B4-BE49-F238E27FC236}">
                <a16:creationId xmlns:a16="http://schemas.microsoft.com/office/drawing/2014/main" id="{00CE9EED-2DF8-3847-8DDC-D631F4DB48FD}"/>
              </a:ext>
            </a:extLst>
          </p:cNvPr>
          <p:cNvSpPr/>
          <p:nvPr/>
        </p:nvSpPr>
        <p:spPr>
          <a:xfrm>
            <a:off x="1507957" y="5095373"/>
            <a:ext cx="2955087"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77" name="Graphic 76" descr="Checkbox Checked outline">
            <a:extLst>
              <a:ext uri="{FF2B5EF4-FFF2-40B4-BE49-F238E27FC236}">
                <a16:creationId xmlns:a16="http://schemas.microsoft.com/office/drawing/2014/main" id="{C40828ED-E384-1247-B8C3-F2E04D8526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00251" y="4412715"/>
            <a:ext cx="657727" cy="657727"/>
          </a:xfrm>
          <a:prstGeom prst="rect">
            <a:avLst/>
          </a:prstGeom>
        </p:spPr>
      </p:pic>
      <p:sp>
        <p:nvSpPr>
          <p:cNvPr id="78" name="TextBox 77">
            <a:extLst>
              <a:ext uri="{FF2B5EF4-FFF2-40B4-BE49-F238E27FC236}">
                <a16:creationId xmlns:a16="http://schemas.microsoft.com/office/drawing/2014/main" id="{5400AECB-B07C-AD4C-8EC0-8536AFA2D87B}"/>
              </a:ext>
            </a:extLst>
          </p:cNvPr>
          <p:cNvSpPr txBox="1"/>
          <p:nvPr/>
        </p:nvSpPr>
        <p:spPr>
          <a:xfrm rot="16200000">
            <a:off x="241651" y="5654755"/>
            <a:ext cx="10395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IMPACT</a:t>
            </a:r>
          </a:p>
        </p:txBody>
      </p:sp>
      <p:sp>
        <p:nvSpPr>
          <p:cNvPr id="91" name="TextBox 90">
            <a:extLst>
              <a:ext uri="{FF2B5EF4-FFF2-40B4-BE49-F238E27FC236}">
                <a16:creationId xmlns:a16="http://schemas.microsoft.com/office/drawing/2014/main" id="{D7DA4966-C6F6-EC43-A2CD-932FB3098813}"/>
              </a:ext>
            </a:extLst>
          </p:cNvPr>
          <p:cNvSpPr txBox="1"/>
          <p:nvPr/>
        </p:nvSpPr>
        <p:spPr>
          <a:xfrm rot="16200000">
            <a:off x="271564" y="7254419"/>
            <a:ext cx="97975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NEEDS</a:t>
            </a:r>
          </a:p>
        </p:txBody>
      </p:sp>
      <p:sp>
        <p:nvSpPr>
          <p:cNvPr id="92" name="Rectangle 91">
            <a:extLst>
              <a:ext uri="{FF2B5EF4-FFF2-40B4-BE49-F238E27FC236}">
                <a16:creationId xmlns:a16="http://schemas.microsoft.com/office/drawing/2014/main" id="{D909F093-AD8C-3A4D-A04D-4A1CA4FD8512}"/>
              </a:ext>
            </a:extLst>
          </p:cNvPr>
          <p:cNvSpPr/>
          <p:nvPr/>
        </p:nvSpPr>
        <p:spPr>
          <a:xfrm>
            <a:off x="1993398" y="2905145"/>
            <a:ext cx="2674855"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734A9426-CEF8-E84F-BFC6-1D6E901F6F4C}"/>
              </a:ext>
            </a:extLst>
          </p:cNvPr>
          <p:cNvSpPr/>
          <p:nvPr/>
        </p:nvSpPr>
        <p:spPr>
          <a:xfrm>
            <a:off x="5016473" y="2905145"/>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4" name="Rectangle 93">
            <a:extLst>
              <a:ext uri="{FF2B5EF4-FFF2-40B4-BE49-F238E27FC236}">
                <a16:creationId xmlns:a16="http://schemas.microsoft.com/office/drawing/2014/main" id="{593B612D-17CA-A441-953A-E46535DF305B}"/>
              </a:ext>
            </a:extLst>
          </p:cNvPr>
          <p:cNvSpPr/>
          <p:nvPr/>
        </p:nvSpPr>
        <p:spPr>
          <a:xfrm>
            <a:off x="7974891" y="2900348"/>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5" name="Rectangle 94">
            <a:extLst>
              <a:ext uri="{FF2B5EF4-FFF2-40B4-BE49-F238E27FC236}">
                <a16:creationId xmlns:a16="http://schemas.microsoft.com/office/drawing/2014/main" id="{5D0939CA-CA8F-1246-A247-F0175A19C54A}"/>
              </a:ext>
            </a:extLst>
          </p:cNvPr>
          <p:cNvSpPr/>
          <p:nvPr/>
        </p:nvSpPr>
        <p:spPr>
          <a:xfrm>
            <a:off x="11118045" y="2909841"/>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6" name="Rectangle 95">
            <a:extLst>
              <a:ext uri="{FF2B5EF4-FFF2-40B4-BE49-F238E27FC236}">
                <a16:creationId xmlns:a16="http://schemas.microsoft.com/office/drawing/2014/main" id="{4D23E223-421E-154C-897A-4A78CE7CBCF8}"/>
              </a:ext>
            </a:extLst>
          </p:cNvPr>
          <p:cNvSpPr/>
          <p:nvPr/>
        </p:nvSpPr>
        <p:spPr>
          <a:xfrm>
            <a:off x="14198980" y="2886065"/>
            <a:ext cx="2958418" cy="13813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What happens in this step</a:t>
            </a:r>
            <a:endParaRPr lang="en-US" dirty="0">
              <a:solidFill>
                <a:schemeClr val="tx1"/>
              </a:solidFill>
              <a:latin typeface="Arial" panose="020B0604020202020204" pitchFamily="34" charset="0"/>
              <a:cs typeface="Arial" panose="020B0604020202020204" pitchFamily="34" charset="0"/>
            </a:endParaRPr>
          </a:p>
        </p:txBody>
      </p:sp>
      <p:sp>
        <p:nvSpPr>
          <p:cNvPr id="99" name="Rectangle 98">
            <a:extLst>
              <a:ext uri="{FF2B5EF4-FFF2-40B4-BE49-F238E27FC236}">
                <a16:creationId xmlns:a16="http://schemas.microsoft.com/office/drawing/2014/main" id="{B1B95C5D-A7D5-E645-B797-EB9E7917775F}"/>
              </a:ext>
            </a:extLst>
          </p:cNvPr>
          <p:cNvSpPr/>
          <p:nvPr/>
        </p:nvSpPr>
        <p:spPr>
          <a:xfrm>
            <a:off x="4732419" y="5081664"/>
            <a:ext cx="2958418"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100" name="Graphic 99" descr="Checkbox Checked outline">
            <a:extLst>
              <a:ext uri="{FF2B5EF4-FFF2-40B4-BE49-F238E27FC236}">
                <a16:creationId xmlns:a16="http://schemas.microsoft.com/office/drawing/2014/main" id="{1CB48EF4-12B0-C64B-B118-84713B7E1A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24712" y="4399006"/>
            <a:ext cx="657727" cy="657727"/>
          </a:xfrm>
          <a:prstGeom prst="rect">
            <a:avLst/>
          </a:prstGeom>
        </p:spPr>
      </p:pic>
      <p:sp>
        <p:nvSpPr>
          <p:cNvPr id="101" name="Rectangle 100">
            <a:extLst>
              <a:ext uri="{FF2B5EF4-FFF2-40B4-BE49-F238E27FC236}">
                <a16:creationId xmlns:a16="http://schemas.microsoft.com/office/drawing/2014/main" id="{E5340C3C-A1D7-444C-8C41-3E6767C0259E}"/>
              </a:ext>
            </a:extLst>
          </p:cNvPr>
          <p:cNvSpPr/>
          <p:nvPr/>
        </p:nvSpPr>
        <p:spPr>
          <a:xfrm>
            <a:off x="8007833" y="5066759"/>
            <a:ext cx="2997917"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103" name="Rectangle 102">
            <a:extLst>
              <a:ext uri="{FF2B5EF4-FFF2-40B4-BE49-F238E27FC236}">
                <a16:creationId xmlns:a16="http://schemas.microsoft.com/office/drawing/2014/main" id="{48ED5FFA-5C1A-2943-8B8F-AB18820FE5EE}"/>
              </a:ext>
            </a:extLst>
          </p:cNvPr>
          <p:cNvSpPr/>
          <p:nvPr/>
        </p:nvSpPr>
        <p:spPr>
          <a:xfrm>
            <a:off x="11285991" y="5062594"/>
            <a:ext cx="2997917"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2CBCF394-D57F-9C4C-8B0F-12EBAE42A659}"/>
              </a:ext>
            </a:extLst>
          </p:cNvPr>
          <p:cNvSpPr/>
          <p:nvPr/>
        </p:nvSpPr>
        <p:spPr>
          <a:xfrm>
            <a:off x="14522687" y="5056733"/>
            <a:ext cx="2997917" cy="1543915"/>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solidFill>
                  <a:schemeClr val="tx1"/>
                </a:solidFill>
                <a:latin typeface="Arial" panose="020B0604020202020204" pitchFamily="34" charset="0"/>
                <a:cs typeface="Arial" panose="020B0604020202020204" pitchFamily="34" charset="0"/>
              </a:rPr>
              <a:t>--</a:t>
            </a:r>
            <a:endParaRPr lang="en-US" sz="2400" dirty="0">
              <a:solidFill>
                <a:schemeClr val="tx1"/>
              </a:solidFill>
              <a:latin typeface="Arial" panose="020B0604020202020204" pitchFamily="34" charset="0"/>
              <a:cs typeface="Arial" panose="020B0604020202020204" pitchFamily="34" charset="0"/>
            </a:endParaRPr>
          </a:p>
        </p:txBody>
      </p:sp>
      <p:pic>
        <p:nvPicPr>
          <p:cNvPr id="106" name="Graphic 105" descr="Checkbox Checked outline">
            <a:extLst>
              <a:ext uri="{FF2B5EF4-FFF2-40B4-BE49-F238E27FC236}">
                <a16:creationId xmlns:a16="http://schemas.microsoft.com/office/drawing/2014/main" id="{AEB2B52E-5FC5-614B-A299-51EDA55323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692781" y="4382964"/>
            <a:ext cx="657727" cy="657727"/>
          </a:xfrm>
          <a:prstGeom prst="rect">
            <a:avLst/>
          </a:prstGeom>
        </p:spPr>
      </p:pic>
      <p:sp>
        <p:nvSpPr>
          <p:cNvPr id="109" name="Rectangle 108">
            <a:extLst>
              <a:ext uri="{FF2B5EF4-FFF2-40B4-BE49-F238E27FC236}">
                <a16:creationId xmlns:a16="http://schemas.microsoft.com/office/drawing/2014/main" id="{E00B404E-5051-8F4C-9C47-2D35593C36B4}"/>
              </a:ext>
            </a:extLst>
          </p:cNvPr>
          <p:cNvSpPr/>
          <p:nvPr/>
        </p:nvSpPr>
        <p:spPr>
          <a:xfrm>
            <a:off x="1507957" y="6879325"/>
            <a:ext cx="295508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 met</a:t>
            </a:r>
            <a:endParaRPr lang="en-US" dirty="0">
              <a:solidFill>
                <a:schemeClr val="tx1"/>
              </a:solidFill>
              <a:latin typeface="Arial" panose="020B060402020202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48F6797E-139B-9D4A-A515-28B3775E0AFC}"/>
              </a:ext>
            </a:extLst>
          </p:cNvPr>
          <p:cNvSpPr/>
          <p:nvPr/>
        </p:nvSpPr>
        <p:spPr>
          <a:xfrm>
            <a:off x="4732419" y="6863703"/>
            <a:ext cx="295508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 met</a:t>
            </a:r>
            <a:endParaRPr lang="en-US" dirty="0">
              <a:solidFill>
                <a:schemeClr val="tx1"/>
              </a:solidFill>
              <a:latin typeface="Arial" panose="020B0604020202020204" pitchFamily="34" charset="0"/>
              <a:cs typeface="Arial" panose="020B0604020202020204" pitchFamily="34" charset="0"/>
            </a:endParaRPr>
          </a:p>
        </p:txBody>
      </p:sp>
      <p:sp>
        <p:nvSpPr>
          <p:cNvPr id="111" name="Rectangle 110">
            <a:extLst>
              <a:ext uri="{FF2B5EF4-FFF2-40B4-BE49-F238E27FC236}">
                <a16:creationId xmlns:a16="http://schemas.microsoft.com/office/drawing/2014/main" id="{DB9D02B5-EE81-2D42-B369-C95EC7E64623}"/>
              </a:ext>
            </a:extLst>
          </p:cNvPr>
          <p:cNvSpPr/>
          <p:nvPr/>
        </p:nvSpPr>
        <p:spPr>
          <a:xfrm>
            <a:off x="8007833" y="6843475"/>
            <a:ext cx="299791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 met</a:t>
            </a:r>
            <a:endParaRPr lang="en-US" dirty="0">
              <a:solidFill>
                <a:schemeClr val="tx1"/>
              </a:solidFill>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9C7D9BDF-3D76-F14A-9542-B07424E0EE86}"/>
              </a:ext>
            </a:extLst>
          </p:cNvPr>
          <p:cNvSpPr/>
          <p:nvPr/>
        </p:nvSpPr>
        <p:spPr>
          <a:xfrm>
            <a:off x="11285991" y="6853095"/>
            <a:ext cx="299791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 met</a:t>
            </a:r>
            <a:endParaRPr lang="en-US" dirty="0">
              <a:solidFill>
                <a:schemeClr val="tx1"/>
              </a:solidFill>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64E27D26-4938-DE44-819F-72F41C0FBEAE}"/>
              </a:ext>
            </a:extLst>
          </p:cNvPr>
          <p:cNvSpPr/>
          <p:nvPr/>
        </p:nvSpPr>
        <p:spPr>
          <a:xfrm>
            <a:off x="14564149" y="6853094"/>
            <a:ext cx="2997917" cy="1152495"/>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Needs met</a:t>
            </a:r>
            <a:endParaRPr lang="en-US" dirty="0">
              <a:solidFill>
                <a:schemeClr val="tx1"/>
              </a:solidFill>
              <a:latin typeface="Arial" panose="020B0604020202020204" pitchFamily="34" charset="0"/>
              <a:cs typeface="Arial" panose="020B0604020202020204" pitchFamily="34" charset="0"/>
            </a:endParaRPr>
          </a:p>
        </p:txBody>
      </p:sp>
      <p:pic>
        <p:nvPicPr>
          <p:cNvPr id="38" name="Graphic 37" descr="Checkbox Checked outline">
            <a:extLst>
              <a:ext uri="{FF2B5EF4-FFF2-40B4-BE49-F238E27FC236}">
                <a16:creationId xmlns:a16="http://schemas.microsoft.com/office/drawing/2014/main" id="{194CA0A9-D7C8-E844-8274-01183A8F37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40969" y="4366000"/>
            <a:ext cx="657727" cy="657727"/>
          </a:xfrm>
          <a:prstGeom prst="rect">
            <a:avLst/>
          </a:prstGeom>
        </p:spPr>
      </p:pic>
      <p:pic>
        <p:nvPicPr>
          <p:cNvPr id="39" name="Graphic 38" descr="Checkbox Checked outline">
            <a:extLst>
              <a:ext uri="{FF2B5EF4-FFF2-40B4-BE49-F238E27FC236}">
                <a16:creationId xmlns:a16="http://schemas.microsoft.com/office/drawing/2014/main" id="{17A018C3-A2AF-ED46-992C-CCB1FB8C51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21468" y="4392301"/>
            <a:ext cx="657727" cy="657727"/>
          </a:xfrm>
          <a:prstGeom prst="rect">
            <a:avLst/>
          </a:prstGeom>
        </p:spPr>
      </p:pic>
    </p:spTree>
    <p:extLst>
      <p:ext uri="{BB962C8B-B14F-4D97-AF65-F5344CB8AC3E}">
        <p14:creationId xmlns:p14="http://schemas.microsoft.com/office/powerpoint/2010/main" val="23390530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956D-2088-940A-5D0A-13A02F5C36A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E1C01B-AEFF-8303-0ED2-4362DD245DA0}"/>
              </a:ext>
            </a:extLst>
          </p:cNvPr>
          <p:cNvSpPr>
            <a:spLocks noGrp="1"/>
          </p:cNvSpPr>
          <p:nvPr>
            <p:ph type="sldNum" sz="quarter" idx="12"/>
          </p:nvPr>
        </p:nvSpPr>
        <p:spPr/>
        <p:txBody>
          <a:bodyPr/>
          <a:lstStyle/>
          <a:p>
            <a:fld id="{B6F15528-21DE-4FAA-801E-634DDDAF4B2B}" type="slidenum">
              <a:rPr lang="en-US" smtClean="0"/>
              <a:pPr/>
              <a:t>55</a:t>
            </a:fld>
            <a:endParaRPr lang="en-US"/>
          </a:p>
        </p:txBody>
      </p:sp>
      <p:sp>
        <p:nvSpPr>
          <p:cNvPr id="6" name="Text Placeholder 5">
            <a:extLst>
              <a:ext uri="{FF2B5EF4-FFF2-40B4-BE49-F238E27FC236}">
                <a16:creationId xmlns:a16="http://schemas.microsoft.com/office/drawing/2014/main" id="{4406C608-408A-3556-2302-4F98126143C6}"/>
              </a:ext>
            </a:extLst>
          </p:cNvPr>
          <p:cNvSpPr>
            <a:spLocks noGrp="1"/>
          </p:cNvSpPr>
          <p:nvPr>
            <p:ph type="body" sz="quarter" idx="15"/>
          </p:nvPr>
        </p:nvSpPr>
        <p:spPr/>
        <p:txBody>
          <a:bodyPr/>
          <a:lstStyle/>
          <a:p>
            <a:endParaRPr lang="en-US"/>
          </a:p>
        </p:txBody>
      </p:sp>
      <p:sp>
        <p:nvSpPr>
          <p:cNvPr id="2" name="Text Placeholder 1">
            <a:extLst>
              <a:ext uri="{FF2B5EF4-FFF2-40B4-BE49-F238E27FC236}">
                <a16:creationId xmlns:a16="http://schemas.microsoft.com/office/drawing/2014/main" id="{BE4B8731-FC1B-64E0-D430-EDB5FD7FCAC6}"/>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48065E65-9FDE-C116-255F-73F4BD12FF1F}"/>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88902D88-2EF5-F8A1-C6FE-FEFDAFC42695}"/>
              </a:ext>
            </a:extLst>
          </p:cNvPr>
          <p:cNvSpPr>
            <a:spLocks noGrp="1"/>
          </p:cNvSpPr>
          <p:nvPr>
            <p:ph type="body" sz="quarter" idx="16"/>
          </p:nvPr>
        </p:nvSpPr>
        <p:spPr/>
        <p:txBody>
          <a:bodyPr/>
          <a:lstStyle/>
          <a:p>
            <a:endParaRPr lang="en-US">
              <a:latin typeface="+mj-lt"/>
            </a:endParaRPr>
          </a:p>
        </p:txBody>
      </p:sp>
      <p:sp>
        <p:nvSpPr>
          <p:cNvPr id="58" name="TextBox 57">
            <a:extLst>
              <a:ext uri="{FF2B5EF4-FFF2-40B4-BE49-F238E27FC236}">
                <a16:creationId xmlns:a16="http://schemas.microsoft.com/office/drawing/2014/main" id="{9191394B-3A86-B247-AB98-63365105758E}"/>
              </a:ext>
            </a:extLst>
          </p:cNvPr>
          <p:cNvSpPr txBox="1"/>
          <p:nvPr/>
        </p:nvSpPr>
        <p:spPr>
          <a:xfrm>
            <a:off x="7066974" y="1789325"/>
            <a:ext cx="3544570" cy="99143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00" dirty="0">
                <a:solidFill>
                  <a:schemeClr val="bg1"/>
                </a:solidFill>
                <a:latin typeface="Arial" panose="020B0604020202020204" pitchFamily="34" charset="0"/>
                <a:ea typeface="Calibri"/>
                <a:cs typeface="Arial" panose="020B0604020202020204" pitchFamily="34" charset="0"/>
              </a:rPr>
              <a:t>Current Initiatives</a:t>
            </a:r>
            <a:endParaRPr lang="en-US"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437A941A-6521-B640-BECB-F5FD6155406A}"/>
              </a:ext>
            </a:extLst>
          </p:cNvPr>
          <p:cNvSpPr/>
          <p:nvPr/>
        </p:nvSpPr>
        <p:spPr>
          <a:xfrm>
            <a:off x="1033370" y="1818291"/>
            <a:ext cx="3526211" cy="917401"/>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dirty="0">
              <a:latin typeface="Arial" panose="020B0604020202020204" pitchFamily="34" charset="0"/>
              <a:cs typeface="Arial" panose="020B0604020202020204" pitchFamily="34" charset="0"/>
            </a:endParaRPr>
          </a:p>
        </p:txBody>
      </p:sp>
      <p:sp>
        <p:nvSpPr>
          <p:cNvPr id="79" name="TextBox 78">
            <a:extLst>
              <a:ext uri="{FF2B5EF4-FFF2-40B4-BE49-F238E27FC236}">
                <a16:creationId xmlns:a16="http://schemas.microsoft.com/office/drawing/2014/main" id="{080FDD03-D419-EE48-92F0-84480EEB3F94}"/>
              </a:ext>
            </a:extLst>
          </p:cNvPr>
          <p:cNvSpPr txBox="1"/>
          <p:nvPr/>
        </p:nvSpPr>
        <p:spPr>
          <a:xfrm>
            <a:off x="1033370" y="1781273"/>
            <a:ext cx="3544570" cy="99143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00" dirty="0">
                <a:solidFill>
                  <a:schemeClr val="bg1"/>
                </a:solidFill>
                <a:latin typeface="Arial" panose="020B0604020202020204" pitchFamily="34" charset="0"/>
                <a:ea typeface="Calibri"/>
                <a:cs typeface="Arial" panose="020B0604020202020204" pitchFamily="34" charset="0"/>
              </a:rPr>
              <a:t>Currently</a:t>
            </a:r>
            <a:endParaRPr lang="en-US" dirty="0">
              <a:latin typeface="Arial" panose="020B0604020202020204" pitchFamily="34" charset="0"/>
              <a:cs typeface="Arial" panose="020B0604020202020204" pitchFamily="34" charset="0"/>
            </a:endParaRPr>
          </a:p>
        </p:txBody>
      </p:sp>
      <p:sp>
        <p:nvSpPr>
          <p:cNvPr id="80" name="Freeform 8">
            <a:extLst>
              <a:ext uri="{FF2B5EF4-FFF2-40B4-BE49-F238E27FC236}">
                <a16:creationId xmlns:a16="http://schemas.microsoft.com/office/drawing/2014/main" id="{3ECFA700-A1CF-8545-A075-FFC6FFA6F5E2}"/>
              </a:ext>
            </a:extLst>
          </p:cNvPr>
          <p:cNvSpPr/>
          <p:nvPr/>
        </p:nvSpPr>
        <p:spPr>
          <a:xfrm>
            <a:off x="1074036" y="2958885"/>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100" name="Triangle 99">
            <a:extLst>
              <a:ext uri="{FF2B5EF4-FFF2-40B4-BE49-F238E27FC236}">
                <a16:creationId xmlns:a16="http://schemas.microsoft.com/office/drawing/2014/main" id="{E935CD54-8494-AF44-A521-DC0759FFA53F}"/>
              </a:ext>
            </a:extLst>
          </p:cNvPr>
          <p:cNvSpPr/>
          <p:nvPr/>
        </p:nvSpPr>
        <p:spPr>
          <a:xfrm rot="5400000">
            <a:off x="2753634" y="5233534"/>
            <a:ext cx="4661284" cy="288432"/>
          </a:xfrm>
          <a:prstGeom prst="triangle">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1" name="Triangle 100">
            <a:extLst>
              <a:ext uri="{FF2B5EF4-FFF2-40B4-BE49-F238E27FC236}">
                <a16:creationId xmlns:a16="http://schemas.microsoft.com/office/drawing/2014/main" id="{EABD5B52-AAE8-3244-9858-D705743F18FD}"/>
              </a:ext>
            </a:extLst>
          </p:cNvPr>
          <p:cNvSpPr/>
          <p:nvPr/>
        </p:nvSpPr>
        <p:spPr>
          <a:xfrm rot="5400000">
            <a:off x="7222172" y="5053301"/>
            <a:ext cx="4661284" cy="288432"/>
          </a:xfrm>
          <a:prstGeom prst="triangle">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2" name="Freeform 101">
            <a:extLst>
              <a:ext uri="{FF2B5EF4-FFF2-40B4-BE49-F238E27FC236}">
                <a16:creationId xmlns:a16="http://schemas.microsoft.com/office/drawing/2014/main" id="{81AE00BC-A3A2-2747-8A1B-73185C091EFB}"/>
              </a:ext>
            </a:extLst>
          </p:cNvPr>
          <p:cNvSpPr/>
          <p:nvPr/>
        </p:nvSpPr>
        <p:spPr>
          <a:xfrm>
            <a:off x="10300390" y="2718291"/>
            <a:ext cx="7254585" cy="1671187"/>
          </a:xfrm>
          <a:custGeom>
            <a:avLst/>
            <a:gdLst/>
            <a:ahLst/>
            <a:cxnLst/>
            <a:rect l="l" t="t" r="r" b="b"/>
            <a:pathLst>
              <a:path w="922696" h="376823">
                <a:moveTo>
                  <a:pt x="0" y="0"/>
                </a:moveTo>
                <a:lnTo>
                  <a:pt x="922696" y="0"/>
                </a:lnTo>
                <a:lnTo>
                  <a:pt x="922696" y="376823"/>
                </a:lnTo>
                <a:lnTo>
                  <a:pt x="0" y="376823"/>
                </a:lnTo>
                <a:close/>
              </a:path>
            </a:pathLst>
          </a:custGeom>
          <a:solidFill>
            <a:schemeClr val="bg1">
              <a:lumMod val="85000"/>
            </a:schemeClr>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A0276C5E-5935-A040-92CE-9AFA37E99A17}"/>
              </a:ext>
            </a:extLst>
          </p:cNvPr>
          <p:cNvSpPr txBox="1"/>
          <p:nvPr/>
        </p:nvSpPr>
        <p:spPr>
          <a:xfrm>
            <a:off x="10300390" y="2296264"/>
            <a:ext cx="7293018" cy="18060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Arial" panose="020B0604020202020204" pitchFamily="34" charset="0"/>
              <a:cs typeface="Arial" panose="020B0604020202020204" pitchFamily="34" charset="0"/>
            </a:endParaRPr>
          </a:p>
        </p:txBody>
      </p:sp>
      <p:sp>
        <p:nvSpPr>
          <p:cNvPr id="104" name="TextBox 9">
            <a:extLst>
              <a:ext uri="{FF2B5EF4-FFF2-40B4-BE49-F238E27FC236}">
                <a16:creationId xmlns:a16="http://schemas.microsoft.com/office/drawing/2014/main" id="{8B8C0352-E40A-414B-84F5-C0500C6DCCB5}"/>
              </a:ext>
            </a:extLst>
          </p:cNvPr>
          <p:cNvSpPr txBox="1"/>
          <p:nvPr/>
        </p:nvSpPr>
        <p:spPr>
          <a:xfrm>
            <a:off x="12190657" y="2974409"/>
            <a:ext cx="5201988" cy="1113622"/>
          </a:xfrm>
          <a:prstGeom prst="rect">
            <a:avLst/>
          </a:prstGeom>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stat</a:t>
            </a:r>
            <a:endParaRPr lang="en-US" sz="2400" spc="50" dirty="0">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4F4A3148-B983-FD46-95F2-E2E4735499B2}"/>
              </a:ext>
            </a:extLst>
          </p:cNvPr>
          <p:cNvSpPr txBox="1"/>
          <p:nvPr/>
        </p:nvSpPr>
        <p:spPr>
          <a:xfrm>
            <a:off x="10854505" y="3053407"/>
            <a:ext cx="25541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400" dirty="0">
                <a:latin typeface="Arial" panose="020B0604020202020204" pitchFamily="34" charset="0"/>
                <a:ea typeface="Calibri"/>
                <a:cs typeface="Arial" panose="020B0604020202020204" pitchFamily="34" charset="0"/>
              </a:rPr>
              <a:t>xx%</a:t>
            </a:r>
          </a:p>
        </p:txBody>
      </p:sp>
      <p:sp>
        <p:nvSpPr>
          <p:cNvPr id="111" name="Freeform 110">
            <a:extLst>
              <a:ext uri="{FF2B5EF4-FFF2-40B4-BE49-F238E27FC236}">
                <a16:creationId xmlns:a16="http://schemas.microsoft.com/office/drawing/2014/main" id="{31659250-8134-124A-BF95-009C43AE424A}"/>
              </a:ext>
            </a:extLst>
          </p:cNvPr>
          <p:cNvSpPr/>
          <p:nvPr/>
        </p:nvSpPr>
        <p:spPr>
          <a:xfrm>
            <a:off x="10315532" y="5523166"/>
            <a:ext cx="7254585" cy="1671187"/>
          </a:xfrm>
          <a:custGeom>
            <a:avLst/>
            <a:gdLst/>
            <a:ahLst/>
            <a:cxnLst/>
            <a:rect l="l" t="t" r="r" b="b"/>
            <a:pathLst>
              <a:path w="922696" h="376823">
                <a:moveTo>
                  <a:pt x="0" y="0"/>
                </a:moveTo>
                <a:lnTo>
                  <a:pt x="922696" y="0"/>
                </a:lnTo>
                <a:lnTo>
                  <a:pt x="922696" y="376823"/>
                </a:lnTo>
                <a:lnTo>
                  <a:pt x="0" y="376823"/>
                </a:lnTo>
                <a:close/>
              </a:path>
            </a:pathLst>
          </a:custGeom>
          <a:solidFill>
            <a:schemeClr val="bg1">
              <a:lumMod val="85000"/>
            </a:schemeClr>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sz="2000" dirty="0">
              <a:solidFill>
                <a:schemeClr val="bg1"/>
              </a:solidFill>
              <a:latin typeface="Arial" panose="020B0604020202020204" pitchFamily="34" charset="0"/>
              <a:cs typeface="Arial" panose="020B0604020202020204" pitchFamily="34" charset="0"/>
            </a:endParaRPr>
          </a:p>
          <a:p>
            <a:pPr algn="ctr"/>
            <a:endParaRPr lang="en-CA" sz="2000" dirty="0">
              <a:solidFill>
                <a:schemeClr val="bg1"/>
              </a:solidFill>
              <a:latin typeface="Arial" panose="020B0604020202020204" pitchFamily="34" charset="0"/>
              <a:cs typeface="Arial" panose="020B0604020202020204" pitchFamily="34" charset="0"/>
            </a:endParaRPr>
          </a:p>
          <a:p>
            <a:pPr algn="ctr"/>
            <a:r>
              <a:rPr lang="en-CA" sz="2000" dirty="0">
                <a:latin typeface="Arial" panose="020B0604020202020204" pitchFamily="34" charset="0"/>
                <a:cs typeface="Arial" panose="020B0604020202020204" pitchFamily="34" charset="0"/>
              </a:rPr>
              <a:t>stat</a:t>
            </a:r>
          </a:p>
        </p:txBody>
      </p:sp>
      <p:sp>
        <p:nvSpPr>
          <p:cNvPr id="38" name="TextBox 21">
            <a:extLst>
              <a:ext uri="{FF2B5EF4-FFF2-40B4-BE49-F238E27FC236}">
                <a16:creationId xmlns:a16="http://schemas.microsoft.com/office/drawing/2014/main" id="{D63CAB1F-918B-C648-B65F-45048AE5E1C0}"/>
              </a:ext>
            </a:extLst>
          </p:cNvPr>
          <p:cNvSpPr txBox="1"/>
          <p:nvPr/>
        </p:nvSpPr>
        <p:spPr>
          <a:xfrm>
            <a:off x="5645988" y="2869789"/>
            <a:ext cx="3233415" cy="1443879"/>
          </a:xfrm>
          <a:prstGeom prst="rect">
            <a:avLst/>
          </a:prstGeom>
          <a:ln w="28575">
            <a:solidFill>
              <a:srgbClr val="C00000"/>
            </a:solidFill>
          </a:ln>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Challenge</a:t>
            </a:r>
            <a:endParaRPr lang="en-US" sz="2500" spc="50" dirty="0">
              <a:latin typeface="Arial" panose="020B0604020202020204" pitchFamily="34" charset="0"/>
              <a:cs typeface="Arial" panose="020B0604020202020204" pitchFamily="34" charset="0"/>
            </a:endParaRPr>
          </a:p>
        </p:txBody>
      </p:sp>
      <p:pic>
        <p:nvPicPr>
          <p:cNvPr id="39" name="Graphic 38" descr="Warning outline">
            <a:extLst>
              <a:ext uri="{FF2B5EF4-FFF2-40B4-BE49-F238E27FC236}">
                <a16:creationId xmlns:a16="http://schemas.microsoft.com/office/drawing/2014/main" id="{A700732B-56D8-5741-BDFA-B7F8AC0194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1473" y="2081641"/>
            <a:ext cx="569495" cy="569495"/>
          </a:xfrm>
          <a:prstGeom prst="rect">
            <a:avLst/>
          </a:prstGeom>
        </p:spPr>
      </p:pic>
      <p:sp>
        <p:nvSpPr>
          <p:cNvPr id="40" name="TextBox 21">
            <a:extLst>
              <a:ext uri="{FF2B5EF4-FFF2-40B4-BE49-F238E27FC236}">
                <a16:creationId xmlns:a16="http://schemas.microsoft.com/office/drawing/2014/main" id="{FB28A393-0808-1C46-AB96-E0F2C602A4C5}"/>
              </a:ext>
            </a:extLst>
          </p:cNvPr>
          <p:cNvSpPr txBox="1"/>
          <p:nvPr/>
        </p:nvSpPr>
        <p:spPr>
          <a:xfrm>
            <a:off x="5696391" y="5622252"/>
            <a:ext cx="3233415" cy="1443879"/>
          </a:xfrm>
          <a:prstGeom prst="rect">
            <a:avLst/>
          </a:prstGeom>
          <a:ln w="28575">
            <a:solidFill>
              <a:srgbClr val="C00000"/>
            </a:solidFill>
          </a:ln>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Challenge</a:t>
            </a:r>
            <a:endParaRPr lang="en-US" sz="2500" spc="50" dirty="0">
              <a:latin typeface="Arial" panose="020B0604020202020204" pitchFamily="34" charset="0"/>
              <a:cs typeface="Arial" panose="020B0604020202020204" pitchFamily="34" charset="0"/>
            </a:endParaRPr>
          </a:p>
        </p:txBody>
      </p:sp>
      <p:pic>
        <p:nvPicPr>
          <p:cNvPr id="41" name="Graphic 40" descr="Warning outline">
            <a:extLst>
              <a:ext uri="{FF2B5EF4-FFF2-40B4-BE49-F238E27FC236}">
                <a16:creationId xmlns:a16="http://schemas.microsoft.com/office/drawing/2014/main" id="{AC0D7873-6958-9A4A-BA7A-5995B0121D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1876" y="4834104"/>
            <a:ext cx="569495" cy="569495"/>
          </a:xfrm>
          <a:prstGeom prst="rect">
            <a:avLst/>
          </a:prstGeom>
        </p:spPr>
      </p:pic>
      <p:sp>
        <p:nvSpPr>
          <p:cNvPr id="42" name="Freeform 8">
            <a:extLst>
              <a:ext uri="{FF2B5EF4-FFF2-40B4-BE49-F238E27FC236}">
                <a16:creationId xmlns:a16="http://schemas.microsoft.com/office/drawing/2014/main" id="{58ACD883-632E-224F-AF4E-05CF746F6CF9}"/>
              </a:ext>
            </a:extLst>
          </p:cNvPr>
          <p:cNvSpPr/>
          <p:nvPr/>
        </p:nvSpPr>
        <p:spPr>
          <a:xfrm>
            <a:off x="1074036" y="4227268"/>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43" name="Freeform 8">
            <a:extLst>
              <a:ext uri="{FF2B5EF4-FFF2-40B4-BE49-F238E27FC236}">
                <a16:creationId xmlns:a16="http://schemas.microsoft.com/office/drawing/2014/main" id="{6EEC52A0-C099-3245-B592-FC82EAE156A1}"/>
              </a:ext>
            </a:extLst>
          </p:cNvPr>
          <p:cNvSpPr/>
          <p:nvPr/>
        </p:nvSpPr>
        <p:spPr>
          <a:xfrm>
            <a:off x="1092395" y="5533872"/>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44" name="Freeform 8">
            <a:extLst>
              <a:ext uri="{FF2B5EF4-FFF2-40B4-BE49-F238E27FC236}">
                <a16:creationId xmlns:a16="http://schemas.microsoft.com/office/drawing/2014/main" id="{C88E34C2-D049-F245-A82A-B3CD406D0F1B}"/>
              </a:ext>
            </a:extLst>
          </p:cNvPr>
          <p:cNvSpPr/>
          <p:nvPr/>
        </p:nvSpPr>
        <p:spPr>
          <a:xfrm>
            <a:off x="1092395" y="6802255"/>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pic>
        <p:nvPicPr>
          <p:cNvPr id="45" name="Graphic 44" descr="Checkbox Checked outline">
            <a:extLst>
              <a:ext uri="{FF2B5EF4-FFF2-40B4-BE49-F238E27FC236}">
                <a16:creationId xmlns:a16="http://schemas.microsoft.com/office/drawing/2014/main" id="{168EE175-49B2-6D47-8FDB-813A57583F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0414" y="3118141"/>
            <a:ext cx="757476" cy="757476"/>
          </a:xfrm>
          <a:prstGeom prst="rect">
            <a:avLst/>
          </a:prstGeom>
        </p:spPr>
      </p:pic>
      <p:pic>
        <p:nvPicPr>
          <p:cNvPr id="46" name="Graphic 45" descr="Checkbox Checked outline">
            <a:extLst>
              <a:ext uri="{FF2B5EF4-FFF2-40B4-BE49-F238E27FC236}">
                <a16:creationId xmlns:a16="http://schemas.microsoft.com/office/drawing/2014/main" id="{EB123FE4-0F25-9545-8A27-34B8F88820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0414" y="4384949"/>
            <a:ext cx="757476" cy="757476"/>
          </a:xfrm>
          <a:prstGeom prst="rect">
            <a:avLst/>
          </a:prstGeom>
        </p:spPr>
      </p:pic>
      <p:pic>
        <p:nvPicPr>
          <p:cNvPr id="47" name="Graphic 46" descr="Checkbox Checked outline">
            <a:extLst>
              <a:ext uri="{FF2B5EF4-FFF2-40B4-BE49-F238E27FC236}">
                <a16:creationId xmlns:a16="http://schemas.microsoft.com/office/drawing/2014/main" id="{1FDAEAE2-9FC2-A849-82C8-1EBF8E79DC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0451" y="5669249"/>
            <a:ext cx="757476" cy="757476"/>
          </a:xfrm>
          <a:prstGeom prst="rect">
            <a:avLst/>
          </a:prstGeom>
        </p:spPr>
      </p:pic>
      <p:pic>
        <p:nvPicPr>
          <p:cNvPr id="48" name="Graphic 47" descr="Checkbox Checked outline">
            <a:extLst>
              <a:ext uri="{FF2B5EF4-FFF2-40B4-BE49-F238E27FC236}">
                <a16:creationId xmlns:a16="http://schemas.microsoft.com/office/drawing/2014/main" id="{B6487897-2073-1941-AD8C-617AA1B6D4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894" y="6945608"/>
            <a:ext cx="757476" cy="757476"/>
          </a:xfrm>
          <a:prstGeom prst="rect">
            <a:avLst/>
          </a:prstGeom>
        </p:spPr>
      </p:pic>
    </p:spTree>
    <p:extLst>
      <p:ext uri="{BB962C8B-B14F-4D97-AF65-F5344CB8AC3E}">
        <p14:creationId xmlns:p14="http://schemas.microsoft.com/office/powerpoint/2010/main" val="30634924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956D-2088-940A-5D0A-13A02F5C36A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E1C01B-AEFF-8303-0ED2-4362DD245DA0}"/>
              </a:ext>
            </a:extLst>
          </p:cNvPr>
          <p:cNvSpPr>
            <a:spLocks noGrp="1"/>
          </p:cNvSpPr>
          <p:nvPr>
            <p:ph type="sldNum" sz="quarter" idx="12"/>
          </p:nvPr>
        </p:nvSpPr>
        <p:spPr/>
        <p:txBody>
          <a:bodyPr/>
          <a:lstStyle/>
          <a:p>
            <a:fld id="{B6F15528-21DE-4FAA-801E-634DDDAF4B2B}" type="slidenum">
              <a:rPr lang="en-US" smtClean="0"/>
              <a:pPr/>
              <a:t>56</a:t>
            </a:fld>
            <a:endParaRPr lang="en-US"/>
          </a:p>
        </p:txBody>
      </p:sp>
      <p:sp>
        <p:nvSpPr>
          <p:cNvPr id="6" name="Text Placeholder 5">
            <a:extLst>
              <a:ext uri="{FF2B5EF4-FFF2-40B4-BE49-F238E27FC236}">
                <a16:creationId xmlns:a16="http://schemas.microsoft.com/office/drawing/2014/main" id="{4406C608-408A-3556-2302-4F98126143C6}"/>
              </a:ext>
            </a:extLst>
          </p:cNvPr>
          <p:cNvSpPr>
            <a:spLocks noGrp="1"/>
          </p:cNvSpPr>
          <p:nvPr>
            <p:ph type="body" sz="quarter" idx="15"/>
          </p:nvPr>
        </p:nvSpPr>
        <p:spPr/>
        <p:txBody>
          <a:bodyPr/>
          <a:lstStyle/>
          <a:p>
            <a:endParaRPr lang="en-US"/>
          </a:p>
        </p:txBody>
      </p:sp>
      <p:sp>
        <p:nvSpPr>
          <p:cNvPr id="2" name="Text Placeholder 1">
            <a:extLst>
              <a:ext uri="{FF2B5EF4-FFF2-40B4-BE49-F238E27FC236}">
                <a16:creationId xmlns:a16="http://schemas.microsoft.com/office/drawing/2014/main" id="{BE4B8731-FC1B-64E0-D430-EDB5FD7FCAC6}"/>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48065E65-9FDE-C116-255F-73F4BD12FF1F}"/>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88902D88-2EF5-F8A1-C6FE-FEFDAFC42695}"/>
              </a:ext>
            </a:extLst>
          </p:cNvPr>
          <p:cNvSpPr>
            <a:spLocks noGrp="1"/>
          </p:cNvSpPr>
          <p:nvPr>
            <p:ph type="body" sz="quarter" idx="16"/>
          </p:nvPr>
        </p:nvSpPr>
        <p:spPr/>
        <p:txBody>
          <a:bodyPr/>
          <a:lstStyle/>
          <a:p>
            <a:endParaRPr lang="en-US">
              <a:latin typeface="+mj-lt"/>
            </a:endParaRPr>
          </a:p>
        </p:txBody>
      </p:sp>
      <p:sp>
        <p:nvSpPr>
          <p:cNvPr id="58" name="TextBox 57">
            <a:extLst>
              <a:ext uri="{FF2B5EF4-FFF2-40B4-BE49-F238E27FC236}">
                <a16:creationId xmlns:a16="http://schemas.microsoft.com/office/drawing/2014/main" id="{9191394B-3A86-B247-AB98-63365105758E}"/>
              </a:ext>
            </a:extLst>
          </p:cNvPr>
          <p:cNvSpPr txBox="1"/>
          <p:nvPr/>
        </p:nvSpPr>
        <p:spPr>
          <a:xfrm>
            <a:off x="7066974" y="1789325"/>
            <a:ext cx="3544570" cy="99143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00" dirty="0">
                <a:solidFill>
                  <a:schemeClr val="bg1"/>
                </a:solidFill>
                <a:latin typeface="Arial" panose="020B0604020202020204" pitchFamily="34" charset="0"/>
                <a:ea typeface="Calibri"/>
                <a:cs typeface="Arial" panose="020B0604020202020204" pitchFamily="34" charset="0"/>
              </a:rPr>
              <a:t>Current Initiatives</a:t>
            </a:r>
            <a:endParaRPr lang="en-US"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437A941A-6521-B640-BECB-F5FD6155406A}"/>
              </a:ext>
            </a:extLst>
          </p:cNvPr>
          <p:cNvSpPr/>
          <p:nvPr/>
        </p:nvSpPr>
        <p:spPr>
          <a:xfrm>
            <a:off x="1033370" y="1818291"/>
            <a:ext cx="3526211" cy="917401"/>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dirty="0">
              <a:latin typeface="Arial" panose="020B0604020202020204" pitchFamily="34" charset="0"/>
              <a:cs typeface="Arial" panose="020B0604020202020204" pitchFamily="34" charset="0"/>
            </a:endParaRPr>
          </a:p>
        </p:txBody>
      </p:sp>
      <p:sp>
        <p:nvSpPr>
          <p:cNvPr id="79" name="TextBox 78">
            <a:extLst>
              <a:ext uri="{FF2B5EF4-FFF2-40B4-BE49-F238E27FC236}">
                <a16:creationId xmlns:a16="http://schemas.microsoft.com/office/drawing/2014/main" id="{080FDD03-D419-EE48-92F0-84480EEB3F94}"/>
              </a:ext>
            </a:extLst>
          </p:cNvPr>
          <p:cNvSpPr txBox="1"/>
          <p:nvPr/>
        </p:nvSpPr>
        <p:spPr>
          <a:xfrm>
            <a:off x="1033370" y="1781273"/>
            <a:ext cx="3544570" cy="99143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00" dirty="0">
                <a:solidFill>
                  <a:schemeClr val="bg1"/>
                </a:solidFill>
                <a:latin typeface="Arial" panose="020B0604020202020204" pitchFamily="34" charset="0"/>
                <a:ea typeface="Calibri"/>
                <a:cs typeface="Arial" panose="020B0604020202020204" pitchFamily="34" charset="0"/>
              </a:rPr>
              <a:t>Currently</a:t>
            </a:r>
            <a:endParaRPr lang="en-US" dirty="0">
              <a:latin typeface="Arial" panose="020B0604020202020204" pitchFamily="34" charset="0"/>
              <a:cs typeface="Arial" panose="020B0604020202020204" pitchFamily="34" charset="0"/>
            </a:endParaRPr>
          </a:p>
        </p:txBody>
      </p:sp>
      <p:sp>
        <p:nvSpPr>
          <p:cNvPr id="80" name="Freeform 8">
            <a:extLst>
              <a:ext uri="{FF2B5EF4-FFF2-40B4-BE49-F238E27FC236}">
                <a16:creationId xmlns:a16="http://schemas.microsoft.com/office/drawing/2014/main" id="{3ECFA700-A1CF-8545-A075-FFC6FFA6F5E2}"/>
              </a:ext>
            </a:extLst>
          </p:cNvPr>
          <p:cNvSpPr/>
          <p:nvPr/>
        </p:nvSpPr>
        <p:spPr>
          <a:xfrm>
            <a:off x="1074036" y="2958885"/>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104" name="TextBox 9">
            <a:extLst>
              <a:ext uri="{FF2B5EF4-FFF2-40B4-BE49-F238E27FC236}">
                <a16:creationId xmlns:a16="http://schemas.microsoft.com/office/drawing/2014/main" id="{8B8C0352-E40A-414B-84F5-C0500C6DCCB5}"/>
              </a:ext>
            </a:extLst>
          </p:cNvPr>
          <p:cNvSpPr txBox="1"/>
          <p:nvPr/>
        </p:nvSpPr>
        <p:spPr>
          <a:xfrm>
            <a:off x="11805647" y="4533078"/>
            <a:ext cx="5201988" cy="1113622"/>
          </a:xfrm>
          <a:prstGeom prst="rect">
            <a:avLst/>
          </a:prstGeom>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Photo</a:t>
            </a:r>
            <a:endParaRPr lang="en-US" sz="2400" spc="50" dirty="0">
              <a:latin typeface="Arial" panose="020B0604020202020204" pitchFamily="34" charset="0"/>
              <a:cs typeface="Arial" panose="020B0604020202020204" pitchFamily="34" charset="0"/>
            </a:endParaRPr>
          </a:p>
        </p:txBody>
      </p:sp>
      <p:sp>
        <p:nvSpPr>
          <p:cNvPr id="38" name="TextBox 21">
            <a:extLst>
              <a:ext uri="{FF2B5EF4-FFF2-40B4-BE49-F238E27FC236}">
                <a16:creationId xmlns:a16="http://schemas.microsoft.com/office/drawing/2014/main" id="{D63CAB1F-918B-C648-B65F-45048AE5E1C0}"/>
              </a:ext>
            </a:extLst>
          </p:cNvPr>
          <p:cNvSpPr txBox="1"/>
          <p:nvPr/>
        </p:nvSpPr>
        <p:spPr>
          <a:xfrm>
            <a:off x="5696391" y="3618046"/>
            <a:ext cx="3233415" cy="1443879"/>
          </a:xfrm>
          <a:prstGeom prst="rect">
            <a:avLst/>
          </a:prstGeom>
          <a:ln w="28575">
            <a:solidFill>
              <a:srgbClr val="C00000"/>
            </a:solidFill>
          </a:ln>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Challenge</a:t>
            </a:r>
            <a:endParaRPr lang="en-US" sz="2500" spc="50" dirty="0">
              <a:latin typeface="Arial" panose="020B0604020202020204" pitchFamily="34" charset="0"/>
              <a:cs typeface="Arial" panose="020B0604020202020204" pitchFamily="34" charset="0"/>
            </a:endParaRPr>
          </a:p>
        </p:txBody>
      </p:sp>
      <p:pic>
        <p:nvPicPr>
          <p:cNvPr id="39" name="Graphic 38" descr="Warning outline">
            <a:extLst>
              <a:ext uri="{FF2B5EF4-FFF2-40B4-BE49-F238E27FC236}">
                <a16:creationId xmlns:a16="http://schemas.microsoft.com/office/drawing/2014/main" id="{A700732B-56D8-5741-BDFA-B7F8AC0194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1785" y="4477108"/>
            <a:ext cx="569495" cy="569495"/>
          </a:xfrm>
          <a:prstGeom prst="rect">
            <a:avLst/>
          </a:prstGeom>
        </p:spPr>
      </p:pic>
      <p:sp>
        <p:nvSpPr>
          <p:cNvPr id="40" name="TextBox 21">
            <a:extLst>
              <a:ext uri="{FF2B5EF4-FFF2-40B4-BE49-F238E27FC236}">
                <a16:creationId xmlns:a16="http://schemas.microsoft.com/office/drawing/2014/main" id="{FB28A393-0808-1C46-AB96-E0F2C602A4C5}"/>
              </a:ext>
            </a:extLst>
          </p:cNvPr>
          <p:cNvSpPr txBox="1"/>
          <p:nvPr/>
        </p:nvSpPr>
        <p:spPr>
          <a:xfrm>
            <a:off x="5696391" y="5622252"/>
            <a:ext cx="3233415" cy="1443879"/>
          </a:xfrm>
          <a:prstGeom prst="rect">
            <a:avLst/>
          </a:prstGeom>
          <a:ln w="28575">
            <a:solidFill>
              <a:srgbClr val="C00000"/>
            </a:solidFill>
          </a:ln>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Challenge</a:t>
            </a:r>
            <a:endParaRPr lang="en-US" sz="2500" spc="50" dirty="0">
              <a:latin typeface="Arial" panose="020B0604020202020204" pitchFamily="34" charset="0"/>
              <a:cs typeface="Arial" panose="020B0604020202020204" pitchFamily="34" charset="0"/>
            </a:endParaRPr>
          </a:p>
        </p:txBody>
      </p:sp>
      <p:pic>
        <p:nvPicPr>
          <p:cNvPr id="41" name="Graphic 40" descr="Warning outline">
            <a:extLst>
              <a:ext uri="{FF2B5EF4-FFF2-40B4-BE49-F238E27FC236}">
                <a16:creationId xmlns:a16="http://schemas.microsoft.com/office/drawing/2014/main" id="{AC0D7873-6958-9A4A-BA7A-5995B0121D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52418" y="5847684"/>
            <a:ext cx="569495" cy="569495"/>
          </a:xfrm>
          <a:prstGeom prst="rect">
            <a:avLst/>
          </a:prstGeom>
        </p:spPr>
      </p:pic>
      <p:sp>
        <p:nvSpPr>
          <p:cNvPr id="42" name="Freeform 8">
            <a:extLst>
              <a:ext uri="{FF2B5EF4-FFF2-40B4-BE49-F238E27FC236}">
                <a16:creationId xmlns:a16="http://schemas.microsoft.com/office/drawing/2014/main" id="{58ACD883-632E-224F-AF4E-05CF746F6CF9}"/>
              </a:ext>
            </a:extLst>
          </p:cNvPr>
          <p:cNvSpPr/>
          <p:nvPr/>
        </p:nvSpPr>
        <p:spPr>
          <a:xfrm>
            <a:off x="1074036" y="4227268"/>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43" name="Freeform 8">
            <a:extLst>
              <a:ext uri="{FF2B5EF4-FFF2-40B4-BE49-F238E27FC236}">
                <a16:creationId xmlns:a16="http://schemas.microsoft.com/office/drawing/2014/main" id="{6EEC52A0-C099-3245-B592-FC82EAE156A1}"/>
              </a:ext>
            </a:extLst>
          </p:cNvPr>
          <p:cNvSpPr/>
          <p:nvPr/>
        </p:nvSpPr>
        <p:spPr>
          <a:xfrm>
            <a:off x="1092395" y="5533872"/>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sp>
        <p:nvSpPr>
          <p:cNvPr id="44" name="Freeform 8">
            <a:extLst>
              <a:ext uri="{FF2B5EF4-FFF2-40B4-BE49-F238E27FC236}">
                <a16:creationId xmlns:a16="http://schemas.microsoft.com/office/drawing/2014/main" id="{C88E34C2-D049-F245-A82A-B3CD406D0F1B}"/>
              </a:ext>
            </a:extLst>
          </p:cNvPr>
          <p:cNvSpPr/>
          <p:nvPr/>
        </p:nvSpPr>
        <p:spPr>
          <a:xfrm>
            <a:off x="1092395" y="6802255"/>
            <a:ext cx="3485545"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CA" dirty="0">
              <a:latin typeface="Arial" panose="020B0604020202020204" pitchFamily="34" charset="0"/>
              <a:cs typeface="Arial" panose="020B0604020202020204" pitchFamily="34" charset="0"/>
            </a:endParaRPr>
          </a:p>
          <a:p>
            <a:pPr algn="ctr"/>
            <a:r>
              <a:rPr lang="en-CA" dirty="0">
                <a:latin typeface="Arial" panose="020B0604020202020204" pitchFamily="34" charset="0"/>
                <a:cs typeface="Arial" panose="020B0604020202020204" pitchFamily="34" charset="0"/>
              </a:rPr>
              <a:t>--</a:t>
            </a:r>
          </a:p>
        </p:txBody>
      </p:sp>
      <p:cxnSp>
        <p:nvCxnSpPr>
          <p:cNvPr id="8" name="Straight Connector 7">
            <a:extLst>
              <a:ext uri="{FF2B5EF4-FFF2-40B4-BE49-F238E27FC236}">
                <a16:creationId xmlns:a16="http://schemas.microsoft.com/office/drawing/2014/main" id="{2396D6B3-1109-D442-8734-B6F9B860DEDA}"/>
              </a:ext>
            </a:extLst>
          </p:cNvPr>
          <p:cNvCxnSpPr>
            <a:cxnSpLocks/>
            <a:endCxn id="38" idx="1"/>
          </p:cNvCxnSpPr>
          <p:nvPr/>
        </p:nvCxnSpPr>
        <p:spPr>
          <a:xfrm flipV="1">
            <a:off x="5249829" y="4339986"/>
            <a:ext cx="446562" cy="34322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A8ECEC1-3361-2F4B-B2EA-472F0D6C4B30}"/>
              </a:ext>
            </a:extLst>
          </p:cNvPr>
          <p:cNvCxnSpPr>
            <a:cxnSpLocks/>
            <a:stCxn id="40" idx="1"/>
          </p:cNvCxnSpPr>
          <p:nvPr/>
        </p:nvCxnSpPr>
        <p:spPr>
          <a:xfrm flipH="1" flipV="1">
            <a:off x="5207915" y="6001802"/>
            <a:ext cx="488476" cy="34239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0155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1"/>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39" name="TextBox 37">
            <a:extLst>
              <a:ext uri="{FF2B5EF4-FFF2-40B4-BE49-F238E27FC236}">
                <a16:creationId xmlns:a16="http://schemas.microsoft.com/office/drawing/2014/main" id="{5ED8638B-CBD4-C445-845C-BFD41D25D021}"/>
              </a:ext>
            </a:extLst>
          </p:cNvPr>
          <p:cNvSpPr txBox="1"/>
          <p:nvPr/>
        </p:nvSpPr>
        <p:spPr>
          <a:xfrm>
            <a:off x="1787569" y="2558327"/>
            <a:ext cx="2022431" cy="333289"/>
          </a:xfrm>
          <a:prstGeom prst="rect">
            <a:avLst/>
          </a:prstGeom>
        </p:spPr>
        <p:txBody>
          <a:bodyPr lIns="0" tIns="0" rIns="0" bIns="0" rtlCol="0" anchor="t">
            <a:spAutoFit/>
          </a:bodyPr>
          <a:lstStyle/>
          <a:p>
            <a:pPr>
              <a:lnSpc>
                <a:spcPts val="2515"/>
              </a:lnSpc>
            </a:pPr>
            <a:r>
              <a:rPr lang="en-US" sz="2566" b="1" spc="51">
                <a:solidFill>
                  <a:srgbClr val="263F6B"/>
                </a:solidFill>
                <a:latin typeface="Arial" panose="020B0604020202020204" pitchFamily="34" charset="0"/>
                <a:cs typeface="Arial" panose="020B0604020202020204" pitchFamily="34" charset="0"/>
              </a:rPr>
              <a:t>CURRENT</a:t>
            </a:r>
          </a:p>
        </p:txBody>
      </p:sp>
      <p:sp>
        <p:nvSpPr>
          <p:cNvPr id="40" name="TextBox 37">
            <a:extLst>
              <a:ext uri="{FF2B5EF4-FFF2-40B4-BE49-F238E27FC236}">
                <a16:creationId xmlns:a16="http://schemas.microsoft.com/office/drawing/2014/main" id="{A5142FA9-BF33-6C4F-9893-12CBC82E754A}"/>
              </a:ext>
            </a:extLst>
          </p:cNvPr>
          <p:cNvSpPr txBox="1"/>
          <p:nvPr/>
        </p:nvSpPr>
        <p:spPr>
          <a:xfrm>
            <a:off x="15163800" y="2558326"/>
            <a:ext cx="2022431" cy="333289"/>
          </a:xfrm>
          <a:prstGeom prst="rect">
            <a:avLst/>
          </a:prstGeom>
        </p:spPr>
        <p:txBody>
          <a:bodyPr lIns="0" tIns="0" rIns="0" bIns="0" rtlCol="0" anchor="t">
            <a:spAutoFit/>
          </a:bodyPr>
          <a:lstStyle/>
          <a:p>
            <a:pPr>
              <a:lnSpc>
                <a:spcPts val="2515"/>
              </a:lnSpc>
            </a:pPr>
            <a:r>
              <a:rPr lang="en-US" sz="2566" b="1" spc="51">
                <a:solidFill>
                  <a:srgbClr val="263F6B"/>
                </a:solidFill>
                <a:latin typeface="Arial" panose="020B0604020202020204" pitchFamily="34" charset="0"/>
                <a:cs typeface="Arial" panose="020B0604020202020204" pitchFamily="34" charset="0"/>
              </a:rPr>
              <a:t>IDEAL</a:t>
            </a:r>
          </a:p>
        </p:txBody>
      </p:sp>
      <p:grpSp>
        <p:nvGrpSpPr>
          <p:cNvPr id="42" name="Group 19">
            <a:extLst>
              <a:ext uri="{FF2B5EF4-FFF2-40B4-BE49-F238E27FC236}">
                <a16:creationId xmlns:a16="http://schemas.microsoft.com/office/drawing/2014/main" id="{A4E2BE10-3A35-5B45-8808-FA333DEA4878}"/>
              </a:ext>
            </a:extLst>
          </p:cNvPr>
          <p:cNvGrpSpPr/>
          <p:nvPr/>
        </p:nvGrpSpPr>
        <p:grpSpPr>
          <a:xfrm>
            <a:off x="1295400" y="6227860"/>
            <a:ext cx="2770190" cy="1520541"/>
            <a:chOff x="0" y="-19050"/>
            <a:chExt cx="1019711" cy="377841"/>
          </a:xfrm>
        </p:grpSpPr>
        <p:sp>
          <p:nvSpPr>
            <p:cNvPr id="43" name="Freeform 20">
              <a:extLst>
                <a:ext uri="{FF2B5EF4-FFF2-40B4-BE49-F238E27FC236}">
                  <a16:creationId xmlns:a16="http://schemas.microsoft.com/office/drawing/2014/main" id="{91AAE351-1E51-2B4B-A3E5-F5EF26640D9A}"/>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solidFill>
              <a:srgbClr val="263F6B"/>
            </a:solidFill>
          </p:spPr>
          <p:txBody>
            <a:bodyPr anchor="ctr"/>
            <a:lstStyle/>
            <a:p>
              <a:pPr algn="ctr"/>
              <a:r>
                <a:rPr lang="en-US" sz="2500">
                  <a:solidFill>
                    <a:schemeClr val="bg1"/>
                  </a:solidFill>
                  <a:latin typeface="Arial" panose="020B0604020202020204" pitchFamily="34" charset="0"/>
                  <a:cs typeface="Arial" panose="020B0604020202020204" pitchFamily="34" charset="0"/>
                </a:rPr>
                <a:t>%</a:t>
              </a:r>
            </a:p>
          </p:txBody>
        </p:sp>
        <p:sp>
          <p:nvSpPr>
            <p:cNvPr id="44" name="TextBox 21">
              <a:extLst>
                <a:ext uri="{FF2B5EF4-FFF2-40B4-BE49-F238E27FC236}">
                  <a16:creationId xmlns:a16="http://schemas.microsoft.com/office/drawing/2014/main" id="{81B34F5B-8219-004B-BF20-639B72777465}"/>
                </a:ext>
              </a:extLst>
            </p:cNvPr>
            <p:cNvSpPr txBox="1"/>
            <p:nvPr/>
          </p:nvSpPr>
          <p:spPr>
            <a:xfrm>
              <a:off x="0" y="-19050"/>
              <a:ext cx="1019711" cy="377841"/>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grpSp>
      <p:grpSp>
        <p:nvGrpSpPr>
          <p:cNvPr id="45" name="Group 19">
            <a:extLst>
              <a:ext uri="{FF2B5EF4-FFF2-40B4-BE49-F238E27FC236}">
                <a16:creationId xmlns:a16="http://schemas.microsoft.com/office/drawing/2014/main" id="{15E307B8-67CD-F641-A173-9E6FE8B4E1F1}"/>
              </a:ext>
            </a:extLst>
          </p:cNvPr>
          <p:cNvGrpSpPr/>
          <p:nvPr/>
        </p:nvGrpSpPr>
        <p:grpSpPr>
          <a:xfrm>
            <a:off x="1295401" y="3314701"/>
            <a:ext cx="2770189" cy="3067724"/>
            <a:chOff x="0" y="-19050"/>
            <a:chExt cx="1019711" cy="377841"/>
          </a:xfrm>
          <a:solidFill>
            <a:srgbClr val="2C8BBB"/>
          </a:solidFill>
        </p:grpSpPr>
        <p:sp>
          <p:nvSpPr>
            <p:cNvPr id="46" name="Freeform 20">
              <a:extLst>
                <a:ext uri="{FF2B5EF4-FFF2-40B4-BE49-F238E27FC236}">
                  <a16:creationId xmlns:a16="http://schemas.microsoft.com/office/drawing/2014/main" id="{11E6E193-4378-8343-ACA8-26D67745659F}"/>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grpFill/>
          </p:spPr>
          <p:txBody>
            <a:bodyPr anchor="ctr"/>
            <a:lstStyle/>
            <a:p>
              <a:pPr algn="ctr"/>
              <a:r>
                <a:rPr lang="en-US" sz="2500">
                  <a:solidFill>
                    <a:schemeClr val="bg1"/>
                  </a:solidFill>
                  <a:latin typeface="Arial" panose="020B0604020202020204" pitchFamily="34" charset="0"/>
                  <a:cs typeface="Arial" panose="020B0604020202020204" pitchFamily="34" charset="0"/>
                </a:rPr>
                <a:t>%</a:t>
              </a:r>
            </a:p>
          </p:txBody>
        </p:sp>
        <p:sp>
          <p:nvSpPr>
            <p:cNvPr id="47" name="TextBox 21">
              <a:extLst>
                <a:ext uri="{FF2B5EF4-FFF2-40B4-BE49-F238E27FC236}">
                  <a16:creationId xmlns:a16="http://schemas.microsoft.com/office/drawing/2014/main" id="{5C191946-2C71-634E-AD74-143717B6E826}"/>
                </a:ext>
              </a:extLst>
            </p:cNvPr>
            <p:cNvSpPr txBox="1"/>
            <p:nvPr/>
          </p:nvSpPr>
          <p:spPr>
            <a:xfrm>
              <a:off x="0" y="-19050"/>
              <a:ext cx="1019711" cy="377841"/>
            </a:xfrm>
            <a:prstGeom prst="rect">
              <a:avLst/>
            </a:prstGeom>
            <a:grpFill/>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grpSp>
      <p:grpSp>
        <p:nvGrpSpPr>
          <p:cNvPr id="48" name="Group 19">
            <a:extLst>
              <a:ext uri="{FF2B5EF4-FFF2-40B4-BE49-F238E27FC236}">
                <a16:creationId xmlns:a16="http://schemas.microsoft.com/office/drawing/2014/main" id="{B2C7F6EF-2F66-2C42-94A8-053B8F31E8E5}"/>
              </a:ext>
            </a:extLst>
          </p:cNvPr>
          <p:cNvGrpSpPr/>
          <p:nvPr/>
        </p:nvGrpSpPr>
        <p:grpSpPr>
          <a:xfrm>
            <a:off x="14388332" y="4919691"/>
            <a:ext cx="2770189" cy="1520541"/>
            <a:chOff x="0" y="-19050"/>
            <a:chExt cx="1019711" cy="377841"/>
          </a:xfrm>
          <a:solidFill>
            <a:srgbClr val="2C8BBB"/>
          </a:solidFill>
        </p:grpSpPr>
        <p:sp>
          <p:nvSpPr>
            <p:cNvPr id="49" name="Freeform 20">
              <a:extLst>
                <a:ext uri="{FF2B5EF4-FFF2-40B4-BE49-F238E27FC236}">
                  <a16:creationId xmlns:a16="http://schemas.microsoft.com/office/drawing/2014/main" id="{308AA36A-BA70-9340-B901-D20653388A0C}"/>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grpFill/>
          </p:spPr>
          <p:txBody>
            <a:bodyPr anchor="ctr"/>
            <a:lstStyle/>
            <a:p>
              <a:pPr algn="ctr"/>
              <a:r>
                <a:rPr lang="en-US" sz="2500">
                  <a:solidFill>
                    <a:schemeClr val="bg1"/>
                  </a:solidFill>
                  <a:latin typeface="Arial" panose="020B0604020202020204" pitchFamily="34" charset="0"/>
                  <a:cs typeface="Arial" panose="020B0604020202020204" pitchFamily="34" charset="0"/>
                </a:rPr>
                <a:t>%</a:t>
              </a:r>
            </a:p>
          </p:txBody>
        </p:sp>
        <p:sp>
          <p:nvSpPr>
            <p:cNvPr id="50" name="TextBox 21">
              <a:extLst>
                <a:ext uri="{FF2B5EF4-FFF2-40B4-BE49-F238E27FC236}">
                  <a16:creationId xmlns:a16="http://schemas.microsoft.com/office/drawing/2014/main" id="{77ADF86A-ACC4-F549-933F-BB5579E7DD5B}"/>
                </a:ext>
              </a:extLst>
            </p:cNvPr>
            <p:cNvSpPr txBox="1"/>
            <p:nvPr/>
          </p:nvSpPr>
          <p:spPr>
            <a:xfrm>
              <a:off x="0" y="-19050"/>
              <a:ext cx="1019711" cy="377841"/>
            </a:xfrm>
            <a:prstGeom prst="rect">
              <a:avLst/>
            </a:prstGeom>
            <a:grpFill/>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grpSp>
      <p:grpSp>
        <p:nvGrpSpPr>
          <p:cNvPr id="54" name="Group 19">
            <a:extLst>
              <a:ext uri="{FF2B5EF4-FFF2-40B4-BE49-F238E27FC236}">
                <a16:creationId xmlns:a16="http://schemas.microsoft.com/office/drawing/2014/main" id="{32695C8D-E1EC-2944-8BAB-BA6DDA7CC00E}"/>
              </a:ext>
            </a:extLst>
          </p:cNvPr>
          <p:cNvGrpSpPr/>
          <p:nvPr/>
        </p:nvGrpSpPr>
        <p:grpSpPr>
          <a:xfrm>
            <a:off x="14388331" y="3399150"/>
            <a:ext cx="2770189" cy="1520541"/>
            <a:chOff x="0" y="-19050"/>
            <a:chExt cx="1019711" cy="377841"/>
          </a:xfrm>
          <a:solidFill>
            <a:srgbClr val="3FB9D6"/>
          </a:solidFill>
        </p:grpSpPr>
        <p:sp>
          <p:nvSpPr>
            <p:cNvPr id="55" name="Freeform 20">
              <a:extLst>
                <a:ext uri="{FF2B5EF4-FFF2-40B4-BE49-F238E27FC236}">
                  <a16:creationId xmlns:a16="http://schemas.microsoft.com/office/drawing/2014/main" id="{0C5E5CAB-FFBC-314E-8E55-302C87C88FAD}"/>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grpFill/>
          </p:spPr>
          <p:txBody>
            <a:bodyPr anchor="ctr"/>
            <a:lstStyle/>
            <a:p>
              <a:pPr algn="ctr"/>
              <a:r>
                <a:rPr lang="en-US" sz="2500">
                  <a:solidFill>
                    <a:schemeClr val="bg1"/>
                  </a:solidFill>
                  <a:latin typeface="Arial" panose="020B0604020202020204" pitchFamily="34" charset="0"/>
                  <a:cs typeface="Arial" panose="020B0604020202020204" pitchFamily="34" charset="0"/>
                </a:rPr>
                <a:t>%</a:t>
              </a:r>
            </a:p>
          </p:txBody>
        </p:sp>
        <p:sp>
          <p:nvSpPr>
            <p:cNvPr id="56" name="TextBox 21">
              <a:extLst>
                <a:ext uri="{FF2B5EF4-FFF2-40B4-BE49-F238E27FC236}">
                  <a16:creationId xmlns:a16="http://schemas.microsoft.com/office/drawing/2014/main" id="{E7BADB0C-3B4E-1246-BB6E-398F3D579C64}"/>
                </a:ext>
              </a:extLst>
            </p:cNvPr>
            <p:cNvSpPr txBox="1"/>
            <p:nvPr/>
          </p:nvSpPr>
          <p:spPr>
            <a:xfrm>
              <a:off x="0" y="-19050"/>
              <a:ext cx="1019711" cy="377841"/>
            </a:xfrm>
            <a:prstGeom prst="rect">
              <a:avLst/>
            </a:prstGeom>
            <a:grpFill/>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grpSp>
      <p:sp>
        <p:nvSpPr>
          <p:cNvPr id="68" name="TextBox 21">
            <a:extLst>
              <a:ext uri="{FF2B5EF4-FFF2-40B4-BE49-F238E27FC236}">
                <a16:creationId xmlns:a16="http://schemas.microsoft.com/office/drawing/2014/main" id="{3E392D36-45D9-2249-844B-388B69373469}"/>
              </a:ext>
            </a:extLst>
          </p:cNvPr>
          <p:cNvSpPr txBox="1"/>
          <p:nvPr/>
        </p:nvSpPr>
        <p:spPr>
          <a:xfrm>
            <a:off x="5334000" y="2983593"/>
            <a:ext cx="3705204" cy="1443879"/>
          </a:xfrm>
          <a:prstGeom prst="rect">
            <a:avLst/>
          </a:prstGeom>
          <a:ln w="28575">
            <a:solidFill>
              <a:srgbClr val="C00000"/>
            </a:solidFill>
          </a:ln>
        </p:spPr>
        <p:txBody>
          <a:bodyPr lIns="50800" tIns="50800" rIns="50800" bIns="50800" rtlCol="0" anchor="ctr"/>
          <a:lstStyle/>
          <a:p>
            <a:pPr algn="ctr">
              <a:lnSpc>
                <a:spcPts val="3250"/>
              </a:lnSpc>
            </a:pPr>
            <a:r>
              <a:rPr lang="en-US" sz="2500" spc="50" dirty="0">
                <a:latin typeface="Arial" panose="020B0604020202020204" pitchFamily="34" charset="0"/>
                <a:cs typeface="Arial" panose="020B0604020202020204" pitchFamily="34" charset="0"/>
              </a:rPr>
              <a:t>Challenge</a:t>
            </a:r>
          </a:p>
        </p:txBody>
      </p:sp>
      <p:grpSp>
        <p:nvGrpSpPr>
          <p:cNvPr id="72" name="Group 19">
            <a:extLst>
              <a:ext uri="{FF2B5EF4-FFF2-40B4-BE49-F238E27FC236}">
                <a16:creationId xmlns:a16="http://schemas.microsoft.com/office/drawing/2014/main" id="{5D9FE305-4626-E649-9F8D-81B685B117EA}"/>
              </a:ext>
            </a:extLst>
          </p:cNvPr>
          <p:cNvGrpSpPr/>
          <p:nvPr/>
        </p:nvGrpSpPr>
        <p:grpSpPr>
          <a:xfrm>
            <a:off x="14388332" y="6266191"/>
            <a:ext cx="2770190" cy="1520541"/>
            <a:chOff x="0" y="-19050"/>
            <a:chExt cx="1019711" cy="377841"/>
          </a:xfrm>
        </p:grpSpPr>
        <p:sp>
          <p:nvSpPr>
            <p:cNvPr id="73" name="Freeform 20">
              <a:extLst>
                <a:ext uri="{FF2B5EF4-FFF2-40B4-BE49-F238E27FC236}">
                  <a16:creationId xmlns:a16="http://schemas.microsoft.com/office/drawing/2014/main" id="{D4FC46EC-419B-6D49-AF55-BA2F7E862E47}"/>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solidFill>
              <a:srgbClr val="263F6B"/>
            </a:solidFill>
          </p:spPr>
          <p:txBody>
            <a:bodyPr anchor="ctr"/>
            <a:lstStyle/>
            <a:p>
              <a:pPr algn="ctr"/>
              <a:r>
                <a:rPr lang="en-US" sz="2500">
                  <a:solidFill>
                    <a:schemeClr val="bg1"/>
                  </a:solidFill>
                  <a:latin typeface="Arial" panose="020B0604020202020204" pitchFamily="34" charset="0"/>
                  <a:cs typeface="Arial" panose="020B0604020202020204" pitchFamily="34" charset="0"/>
                </a:rPr>
                <a:t>%</a:t>
              </a:r>
            </a:p>
          </p:txBody>
        </p:sp>
        <p:sp>
          <p:nvSpPr>
            <p:cNvPr id="74" name="TextBox 21">
              <a:extLst>
                <a:ext uri="{FF2B5EF4-FFF2-40B4-BE49-F238E27FC236}">
                  <a16:creationId xmlns:a16="http://schemas.microsoft.com/office/drawing/2014/main" id="{55ED214D-A64B-504C-9EB4-91B4DFA20202}"/>
                </a:ext>
              </a:extLst>
            </p:cNvPr>
            <p:cNvSpPr txBox="1"/>
            <p:nvPr/>
          </p:nvSpPr>
          <p:spPr>
            <a:xfrm>
              <a:off x="0" y="-19050"/>
              <a:ext cx="1019711" cy="377841"/>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grpSp>
      <p:sp>
        <p:nvSpPr>
          <p:cNvPr id="8" name="Slide Number Placeholder 7">
            <a:extLst>
              <a:ext uri="{FF2B5EF4-FFF2-40B4-BE49-F238E27FC236}">
                <a16:creationId xmlns:a16="http://schemas.microsoft.com/office/drawing/2014/main" id="{4EA88E7B-C3EF-CD1F-56C5-BCD87516C683}"/>
              </a:ext>
            </a:extLst>
          </p:cNvPr>
          <p:cNvSpPr>
            <a:spLocks noGrp="1"/>
          </p:cNvSpPr>
          <p:nvPr>
            <p:ph type="sldNum" sz="quarter" idx="12"/>
          </p:nvPr>
        </p:nvSpPr>
        <p:spPr/>
        <p:txBody>
          <a:bodyPr/>
          <a:lstStyle/>
          <a:p>
            <a:fld id="{B6F15528-21DE-4FAA-801E-634DDDAF4B2B}" type="slidenum">
              <a:rPr lang="en-US" smtClean="0"/>
              <a:pPr/>
              <a:t>57</a:t>
            </a:fld>
            <a:endParaRPr lang="en-US"/>
          </a:p>
        </p:txBody>
      </p:sp>
      <p:sp>
        <p:nvSpPr>
          <p:cNvPr id="18" name="Text Placeholder 17">
            <a:extLst>
              <a:ext uri="{FF2B5EF4-FFF2-40B4-BE49-F238E27FC236}">
                <a16:creationId xmlns:a16="http://schemas.microsoft.com/office/drawing/2014/main" id="{D31BB076-FC76-76BE-53F2-777CDCA84BD3}"/>
              </a:ext>
            </a:extLst>
          </p:cNvPr>
          <p:cNvSpPr>
            <a:spLocks noGrp="1"/>
          </p:cNvSpPr>
          <p:nvPr>
            <p:ph type="body" sz="quarter" idx="15"/>
          </p:nvPr>
        </p:nvSpPr>
        <p:spPr/>
        <p:txBody>
          <a:bodyPr/>
          <a:lstStyle/>
          <a:p>
            <a:endParaRPr lang="en-US" dirty="0"/>
          </a:p>
        </p:txBody>
      </p:sp>
      <p:sp>
        <p:nvSpPr>
          <p:cNvPr id="16" name="Text Placeholder 15">
            <a:extLst>
              <a:ext uri="{FF2B5EF4-FFF2-40B4-BE49-F238E27FC236}">
                <a16:creationId xmlns:a16="http://schemas.microsoft.com/office/drawing/2014/main" id="{C09743C8-47AA-0CE8-3511-2BCC4C12923F}"/>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7178F1F6-C0BD-E8D8-07D8-79B120123C47}"/>
              </a:ext>
            </a:extLst>
          </p:cNvPr>
          <p:cNvSpPr>
            <a:spLocks noGrp="1"/>
          </p:cNvSpPr>
          <p:nvPr>
            <p:ph type="body" sz="quarter" idx="14"/>
          </p:nvPr>
        </p:nvSpPr>
        <p:spPr/>
        <p:txBody>
          <a:bodyPr/>
          <a:lstStyle/>
          <a:p>
            <a:endParaRPr lang="en-US"/>
          </a:p>
        </p:txBody>
      </p:sp>
      <p:sp>
        <p:nvSpPr>
          <p:cNvPr id="19" name="Text Placeholder 18">
            <a:extLst>
              <a:ext uri="{FF2B5EF4-FFF2-40B4-BE49-F238E27FC236}">
                <a16:creationId xmlns:a16="http://schemas.microsoft.com/office/drawing/2014/main" id="{33B8879F-5BA2-6870-4B2C-9FE813FAFEEB}"/>
              </a:ext>
            </a:extLst>
          </p:cNvPr>
          <p:cNvSpPr>
            <a:spLocks noGrp="1"/>
          </p:cNvSpPr>
          <p:nvPr>
            <p:ph type="body" sz="quarter" idx="16"/>
          </p:nvPr>
        </p:nvSpPr>
        <p:spPr/>
        <p:txBody>
          <a:bodyPr/>
          <a:lstStyle/>
          <a:p>
            <a:endParaRPr lang="en-US"/>
          </a:p>
        </p:txBody>
      </p:sp>
      <p:sp>
        <p:nvSpPr>
          <p:cNvPr id="51" name="TextBox 21">
            <a:extLst>
              <a:ext uri="{FF2B5EF4-FFF2-40B4-BE49-F238E27FC236}">
                <a16:creationId xmlns:a16="http://schemas.microsoft.com/office/drawing/2014/main" id="{1F28D8F6-9822-104D-A4F3-3FA7779B93BC}"/>
              </a:ext>
            </a:extLst>
          </p:cNvPr>
          <p:cNvSpPr txBox="1"/>
          <p:nvPr/>
        </p:nvSpPr>
        <p:spPr>
          <a:xfrm>
            <a:off x="9414717" y="2974424"/>
            <a:ext cx="3705204" cy="1443879"/>
          </a:xfrm>
          <a:prstGeom prst="rect">
            <a:avLst/>
          </a:prstGeom>
          <a:ln w="28575">
            <a:solidFill>
              <a:srgbClr val="C00000"/>
            </a:solidFill>
          </a:ln>
        </p:spPr>
        <p:txBody>
          <a:bodyPr lIns="50800" tIns="50800" rIns="50800" bIns="50800" rtlCol="0" anchor="ctr"/>
          <a:lstStyle/>
          <a:p>
            <a:pPr algn="ctr">
              <a:lnSpc>
                <a:spcPts val="3250"/>
              </a:lnSpc>
            </a:pPr>
            <a:r>
              <a:rPr lang="en-US" sz="2500" spc="50" dirty="0">
                <a:latin typeface="Arial" panose="020B0604020202020204" pitchFamily="34" charset="0"/>
                <a:cs typeface="Arial" panose="020B0604020202020204" pitchFamily="34" charset="0"/>
              </a:rPr>
              <a:t>Challenge</a:t>
            </a:r>
          </a:p>
        </p:txBody>
      </p:sp>
      <p:pic>
        <p:nvPicPr>
          <p:cNvPr id="5" name="Graphic 4" descr="Warning outline">
            <a:extLst>
              <a:ext uri="{FF2B5EF4-FFF2-40B4-BE49-F238E27FC236}">
                <a16:creationId xmlns:a16="http://schemas.microsoft.com/office/drawing/2014/main" id="{FE1AEB60-3056-124B-BDC5-F9AFAEF521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01854" y="2232453"/>
            <a:ext cx="569495" cy="569495"/>
          </a:xfrm>
          <a:prstGeom prst="rect">
            <a:avLst/>
          </a:prstGeom>
        </p:spPr>
      </p:pic>
      <p:pic>
        <p:nvPicPr>
          <p:cNvPr id="53" name="Graphic 52" descr="Warning outline">
            <a:extLst>
              <a:ext uri="{FF2B5EF4-FFF2-40B4-BE49-F238E27FC236}">
                <a16:creationId xmlns:a16="http://schemas.microsoft.com/office/drawing/2014/main" id="{E9842942-9243-5840-B04E-AACBB788F6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50487" y="2223116"/>
            <a:ext cx="569495" cy="569495"/>
          </a:xfrm>
          <a:prstGeom prst="rect">
            <a:avLst/>
          </a:prstGeom>
        </p:spPr>
      </p:pic>
      <p:sp>
        <p:nvSpPr>
          <p:cNvPr id="6" name="Right Arrow 5">
            <a:extLst>
              <a:ext uri="{FF2B5EF4-FFF2-40B4-BE49-F238E27FC236}">
                <a16:creationId xmlns:a16="http://schemas.microsoft.com/office/drawing/2014/main" id="{18CD9150-F88E-8D49-A4F4-9BFFC1F2B939}"/>
              </a:ext>
            </a:extLst>
          </p:cNvPr>
          <p:cNvSpPr/>
          <p:nvPr/>
        </p:nvSpPr>
        <p:spPr>
          <a:xfrm>
            <a:off x="5334000" y="4873069"/>
            <a:ext cx="7785921" cy="2643232"/>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31662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549401" y="2873900"/>
            <a:ext cx="3503363" cy="1503080"/>
            <a:chOff x="0" y="-19050"/>
            <a:chExt cx="922696" cy="395873"/>
          </a:xfrm>
        </p:grpSpPr>
        <p:sp>
          <p:nvSpPr>
            <p:cNvPr id="8" name="Freeform 8"/>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a:latin typeface="Arial" panose="020B0604020202020204" pitchFamily="34" charset="0"/>
                <a:cs typeface="Arial" panose="020B0604020202020204" pitchFamily="34" charset="0"/>
              </a:endParaRPr>
            </a:p>
          </p:txBody>
        </p:sp>
        <p:sp>
          <p:nvSpPr>
            <p:cNvPr id="9" name="TextBox 9"/>
            <p:cNvSpPr txBox="1"/>
            <p:nvPr/>
          </p:nvSpPr>
          <p:spPr>
            <a:xfrm>
              <a:off x="0" y="-19050"/>
              <a:ext cx="922696" cy="395873"/>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p>
          </p:txBody>
        </p:sp>
      </p:grpSp>
      <p:grpSp>
        <p:nvGrpSpPr>
          <p:cNvPr id="10" name="Group 10"/>
          <p:cNvGrpSpPr/>
          <p:nvPr/>
        </p:nvGrpSpPr>
        <p:grpSpPr>
          <a:xfrm>
            <a:off x="566924" y="4643681"/>
            <a:ext cx="3503363" cy="1430750"/>
            <a:chOff x="0" y="0"/>
            <a:chExt cx="922696" cy="376823"/>
          </a:xfrm>
        </p:grpSpPr>
        <p:sp>
          <p:nvSpPr>
            <p:cNvPr id="11" name="Freeform 11"/>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a:latin typeface="Arial" panose="020B0604020202020204" pitchFamily="34" charset="0"/>
                <a:cs typeface="Arial" panose="020B0604020202020204" pitchFamily="34" charset="0"/>
              </a:endParaRPr>
            </a:p>
          </p:txBody>
        </p:sp>
        <p:sp>
          <p:nvSpPr>
            <p:cNvPr id="12" name="TextBox 12"/>
            <p:cNvSpPr txBox="1"/>
            <p:nvPr/>
          </p:nvSpPr>
          <p:spPr>
            <a:xfrm>
              <a:off x="0" y="-19050"/>
              <a:ext cx="922696" cy="395873"/>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endParaRPr lang="en-US" sz="2500" spc="50" dirty="0">
                <a:solidFill>
                  <a:srgbClr val="FFFFFF"/>
                </a:solidFill>
                <a:latin typeface="Arial" panose="020B0604020202020204" pitchFamily="34" charset="0"/>
                <a:cs typeface="Arial" panose="020B0604020202020204" pitchFamily="34" charset="0"/>
              </a:endParaRPr>
            </a:p>
          </p:txBody>
        </p:sp>
      </p:grpSp>
      <p:grpSp>
        <p:nvGrpSpPr>
          <p:cNvPr id="13" name="Group 13"/>
          <p:cNvGrpSpPr/>
          <p:nvPr/>
        </p:nvGrpSpPr>
        <p:grpSpPr>
          <a:xfrm>
            <a:off x="566924" y="6268801"/>
            <a:ext cx="3503363" cy="1503080"/>
            <a:chOff x="0" y="-19050"/>
            <a:chExt cx="922696" cy="395873"/>
          </a:xfrm>
        </p:grpSpPr>
        <p:sp>
          <p:nvSpPr>
            <p:cNvPr id="14" name="Freeform 14"/>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a:latin typeface="Arial" panose="020B0604020202020204" pitchFamily="34" charset="0"/>
                <a:cs typeface="Arial" panose="020B0604020202020204" pitchFamily="34" charset="0"/>
              </a:endParaRPr>
            </a:p>
          </p:txBody>
        </p:sp>
        <p:sp>
          <p:nvSpPr>
            <p:cNvPr id="15" name="TextBox 15"/>
            <p:cNvSpPr txBox="1"/>
            <p:nvPr/>
          </p:nvSpPr>
          <p:spPr>
            <a:xfrm>
              <a:off x="0" y="-19050"/>
              <a:ext cx="922696" cy="395873"/>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endParaRPr lang="en-US" sz="2500" spc="50" dirty="0">
                <a:solidFill>
                  <a:srgbClr val="FFFFFF"/>
                </a:solidFill>
                <a:latin typeface="Arial" panose="020B0604020202020204" pitchFamily="34" charset="0"/>
                <a:cs typeface="Arial" panose="020B0604020202020204" pitchFamily="34" charset="0"/>
              </a:endParaRPr>
            </a:p>
          </p:txBody>
        </p:sp>
      </p:grpSp>
      <p:grpSp>
        <p:nvGrpSpPr>
          <p:cNvPr id="16" name="Group 16"/>
          <p:cNvGrpSpPr/>
          <p:nvPr/>
        </p:nvGrpSpPr>
        <p:grpSpPr>
          <a:xfrm>
            <a:off x="4370375" y="1699258"/>
            <a:ext cx="4090046" cy="1083128"/>
            <a:chOff x="0" y="-19050"/>
            <a:chExt cx="1077214" cy="285268"/>
          </a:xfrm>
          <a:solidFill>
            <a:schemeClr val="bg1">
              <a:lumMod val="50000"/>
            </a:schemeClr>
          </a:solidFill>
        </p:grpSpPr>
        <p:sp>
          <p:nvSpPr>
            <p:cNvPr id="17" name="Freeform 17"/>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grpFill/>
          </p:spPr>
          <p:txBody>
            <a:bodyPr/>
            <a:lstStyle/>
            <a:p>
              <a:endParaRPr lang="en-CA" b="1">
                <a:latin typeface="Arial" panose="020B0604020202020204" pitchFamily="34" charset="0"/>
                <a:cs typeface="Arial" panose="020B0604020202020204" pitchFamily="34" charset="0"/>
              </a:endParaRPr>
            </a:p>
          </p:txBody>
        </p:sp>
        <p:sp>
          <p:nvSpPr>
            <p:cNvPr id="18" name="TextBox 18"/>
            <p:cNvSpPr txBox="1"/>
            <p:nvPr/>
          </p:nvSpPr>
          <p:spPr>
            <a:xfrm>
              <a:off x="0" y="-19050"/>
              <a:ext cx="1077214" cy="285268"/>
            </a:xfrm>
            <a:prstGeom prst="rect">
              <a:avLst/>
            </a:prstGeom>
            <a:grpFill/>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Option 1</a:t>
              </a:r>
            </a:p>
          </p:txBody>
        </p:sp>
      </p:grpSp>
      <p:grpSp>
        <p:nvGrpSpPr>
          <p:cNvPr id="19" name="Group 19"/>
          <p:cNvGrpSpPr/>
          <p:nvPr/>
        </p:nvGrpSpPr>
        <p:grpSpPr>
          <a:xfrm>
            <a:off x="8763599" y="1699258"/>
            <a:ext cx="4090046" cy="1083128"/>
            <a:chOff x="0" y="-19050"/>
            <a:chExt cx="1077214" cy="285268"/>
          </a:xfrm>
          <a:solidFill>
            <a:schemeClr val="bg1">
              <a:lumMod val="50000"/>
            </a:schemeClr>
          </a:solidFill>
        </p:grpSpPr>
        <p:sp>
          <p:nvSpPr>
            <p:cNvPr id="20" name="Freeform 20"/>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grpFill/>
          </p:spPr>
          <p:txBody>
            <a:bodyPr/>
            <a:lstStyle/>
            <a:p>
              <a:endParaRPr lang="en-CA" b="1">
                <a:latin typeface="Arial" panose="020B0604020202020204" pitchFamily="34" charset="0"/>
                <a:cs typeface="Arial" panose="020B0604020202020204" pitchFamily="34" charset="0"/>
              </a:endParaRPr>
            </a:p>
          </p:txBody>
        </p:sp>
        <p:sp>
          <p:nvSpPr>
            <p:cNvPr id="21" name="TextBox 21"/>
            <p:cNvSpPr txBox="1"/>
            <p:nvPr/>
          </p:nvSpPr>
          <p:spPr>
            <a:xfrm>
              <a:off x="0" y="-19050"/>
              <a:ext cx="1077214" cy="285268"/>
            </a:xfrm>
            <a:prstGeom prst="rect">
              <a:avLst/>
            </a:prstGeom>
            <a:grpFill/>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Option 2</a:t>
              </a:r>
            </a:p>
          </p:txBody>
        </p:sp>
      </p:grpSp>
      <p:grpSp>
        <p:nvGrpSpPr>
          <p:cNvPr id="22" name="Group 22"/>
          <p:cNvGrpSpPr/>
          <p:nvPr/>
        </p:nvGrpSpPr>
        <p:grpSpPr>
          <a:xfrm>
            <a:off x="13158445" y="1699258"/>
            <a:ext cx="4090046" cy="1083128"/>
            <a:chOff x="0" y="-19050"/>
            <a:chExt cx="1077214" cy="285268"/>
          </a:xfrm>
          <a:solidFill>
            <a:schemeClr val="bg1">
              <a:lumMod val="50000"/>
            </a:schemeClr>
          </a:solidFill>
        </p:grpSpPr>
        <p:sp>
          <p:nvSpPr>
            <p:cNvPr id="23" name="Freeform 23"/>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grpFill/>
          </p:spPr>
          <p:txBody>
            <a:bodyPr/>
            <a:lstStyle/>
            <a:p>
              <a:endParaRPr lang="en-CA" b="1">
                <a:latin typeface="Arial" panose="020B0604020202020204" pitchFamily="34" charset="0"/>
                <a:cs typeface="Arial" panose="020B0604020202020204" pitchFamily="34" charset="0"/>
              </a:endParaRPr>
            </a:p>
          </p:txBody>
        </p:sp>
        <p:sp>
          <p:nvSpPr>
            <p:cNvPr id="24" name="TextBox 24"/>
            <p:cNvSpPr txBox="1"/>
            <p:nvPr/>
          </p:nvSpPr>
          <p:spPr>
            <a:xfrm>
              <a:off x="0" y="-19050"/>
              <a:ext cx="1077214" cy="285268"/>
            </a:xfrm>
            <a:prstGeom prst="rect">
              <a:avLst/>
            </a:prstGeom>
            <a:grpFill/>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Option 3</a:t>
              </a:r>
            </a:p>
          </p:txBody>
        </p:sp>
      </p:grpSp>
      <p:sp>
        <p:nvSpPr>
          <p:cNvPr id="30" name="TextBox 30"/>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3" name="Text Placeholder 2">
            <a:extLst>
              <a:ext uri="{FF2B5EF4-FFF2-40B4-BE49-F238E27FC236}">
                <a16:creationId xmlns:a16="http://schemas.microsoft.com/office/drawing/2014/main" id="{691A0F30-49E5-9946-AB1D-AEEEAD489A6E}"/>
              </a:ext>
            </a:extLst>
          </p:cNvPr>
          <p:cNvSpPr>
            <a:spLocks noGrp="1"/>
          </p:cNvSpPr>
          <p:nvPr>
            <p:ph type="body" sz="quarter" idx="15"/>
          </p:nvPr>
        </p:nvSpPr>
        <p:spPr/>
        <p:txBody>
          <a:bodyPr/>
          <a:lstStyle/>
          <a:p>
            <a:r>
              <a:rPr lang="en-US" dirty="0"/>
              <a:t>Decision Matrix</a:t>
            </a:r>
          </a:p>
        </p:txBody>
      </p:sp>
      <p:sp>
        <p:nvSpPr>
          <p:cNvPr id="2" name="Text Placeholder 1">
            <a:extLst>
              <a:ext uri="{FF2B5EF4-FFF2-40B4-BE49-F238E27FC236}">
                <a16:creationId xmlns:a16="http://schemas.microsoft.com/office/drawing/2014/main" id="{9F236379-F8E9-BB4A-9291-7D80DF6CA77C}"/>
              </a:ext>
            </a:extLst>
          </p:cNvPr>
          <p:cNvSpPr>
            <a:spLocks noGrp="1"/>
          </p:cNvSpPr>
          <p:nvPr>
            <p:ph type="body" sz="quarter" idx="14"/>
          </p:nvPr>
        </p:nvSpPr>
        <p:spPr>
          <a:xfrm>
            <a:off x="517525" y="448056"/>
            <a:ext cx="17075150" cy="534424"/>
          </a:xfrm>
        </p:spPr>
        <p:txBody>
          <a:bodyPr/>
          <a:lstStyle/>
          <a:p>
            <a:endParaRPr lang="en-US" sz="4000" dirty="0"/>
          </a:p>
        </p:txBody>
      </p:sp>
      <p:sp>
        <p:nvSpPr>
          <p:cNvPr id="4" name="Text Placeholder 3">
            <a:extLst>
              <a:ext uri="{FF2B5EF4-FFF2-40B4-BE49-F238E27FC236}">
                <a16:creationId xmlns:a16="http://schemas.microsoft.com/office/drawing/2014/main" id="{4BEF9899-E50A-8B44-A65B-BC8DA0162EF9}"/>
              </a:ext>
            </a:extLst>
          </p:cNvPr>
          <p:cNvSpPr>
            <a:spLocks noGrp="1"/>
          </p:cNvSpPr>
          <p:nvPr>
            <p:ph type="body" sz="quarter" idx="16"/>
          </p:nvPr>
        </p:nvSpPr>
        <p:spPr/>
        <p:txBody>
          <a:bodyPr/>
          <a:lstStyle/>
          <a:p>
            <a:r>
              <a:rPr lang="en-US"/>
              <a:t>Statista</a:t>
            </a:r>
          </a:p>
        </p:txBody>
      </p:sp>
      <p:sp>
        <p:nvSpPr>
          <p:cNvPr id="179" name="TextBox 21">
            <a:extLst>
              <a:ext uri="{FF2B5EF4-FFF2-40B4-BE49-F238E27FC236}">
                <a16:creationId xmlns:a16="http://schemas.microsoft.com/office/drawing/2014/main" id="{8CBE2F88-8048-2F40-8D54-3DCB4678663E}"/>
              </a:ext>
            </a:extLst>
          </p:cNvPr>
          <p:cNvSpPr txBox="1"/>
          <p:nvPr/>
        </p:nvSpPr>
        <p:spPr>
          <a:xfrm>
            <a:off x="4370375" y="3049903"/>
            <a:ext cx="4090046" cy="4721978"/>
          </a:xfrm>
          <a:prstGeom prst="rect">
            <a:avLst/>
          </a:prstGeom>
          <a:solidFill>
            <a:srgbClr val="F4F4F4"/>
          </a:solidFill>
        </p:spPr>
        <p:txBody>
          <a:bodyPr lIns="50800" tIns="50800" rIns="50800" bIns="50800" rtlCol="0" anchor="ctr"/>
          <a:lstStyle/>
          <a:p>
            <a:pPr algn="ctr">
              <a:lnSpc>
                <a:spcPts val="3250"/>
              </a:lnSpc>
            </a:pPr>
            <a:endParaRPr lang="en-US" sz="2000" spc="50">
              <a:solidFill>
                <a:srgbClr val="29416E"/>
              </a:solidFill>
              <a:latin typeface="Arial" panose="020B0604020202020204" pitchFamily="34" charset="0"/>
              <a:cs typeface="Arial" panose="020B0604020202020204" pitchFamily="34" charset="0"/>
            </a:endParaRPr>
          </a:p>
        </p:txBody>
      </p:sp>
      <p:sp>
        <p:nvSpPr>
          <p:cNvPr id="182" name="TextBox 21">
            <a:extLst>
              <a:ext uri="{FF2B5EF4-FFF2-40B4-BE49-F238E27FC236}">
                <a16:creationId xmlns:a16="http://schemas.microsoft.com/office/drawing/2014/main" id="{AC31EED9-542E-984E-8610-4EE9BDE6D8DB}"/>
              </a:ext>
            </a:extLst>
          </p:cNvPr>
          <p:cNvSpPr txBox="1"/>
          <p:nvPr/>
        </p:nvSpPr>
        <p:spPr>
          <a:xfrm>
            <a:off x="8778032" y="3044803"/>
            <a:ext cx="4090046" cy="4721978"/>
          </a:xfrm>
          <a:prstGeom prst="rect">
            <a:avLst/>
          </a:prstGeom>
          <a:solidFill>
            <a:srgbClr val="F4F4F4"/>
          </a:solidFill>
        </p:spPr>
        <p:txBody>
          <a:bodyPr lIns="50800" tIns="50800" rIns="50800" bIns="50800" rtlCol="0" anchor="ctr"/>
          <a:lstStyle/>
          <a:p>
            <a:pPr algn="ctr">
              <a:lnSpc>
                <a:spcPts val="3250"/>
              </a:lnSpc>
            </a:pPr>
            <a:endParaRPr lang="en-US" sz="2000" spc="50">
              <a:solidFill>
                <a:srgbClr val="29416E"/>
              </a:solidFill>
              <a:latin typeface="Arial" panose="020B0604020202020204" pitchFamily="34" charset="0"/>
              <a:cs typeface="Arial" panose="020B0604020202020204" pitchFamily="34" charset="0"/>
            </a:endParaRPr>
          </a:p>
        </p:txBody>
      </p:sp>
      <p:sp>
        <p:nvSpPr>
          <p:cNvPr id="185" name="TextBox 21">
            <a:extLst>
              <a:ext uri="{FF2B5EF4-FFF2-40B4-BE49-F238E27FC236}">
                <a16:creationId xmlns:a16="http://schemas.microsoft.com/office/drawing/2014/main" id="{89B2FD66-D863-C244-8ABC-F0C9B7B45E8A}"/>
              </a:ext>
            </a:extLst>
          </p:cNvPr>
          <p:cNvSpPr txBox="1"/>
          <p:nvPr/>
        </p:nvSpPr>
        <p:spPr>
          <a:xfrm>
            <a:off x="13185689" y="3044803"/>
            <a:ext cx="4090046" cy="4721978"/>
          </a:xfrm>
          <a:prstGeom prst="rect">
            <a:avLst/>
          </a:prstGeom>
          <a:solidFill>
            <a:srgbClr val="F4F4F4"/>
          </a:solidFill>
        </p:spPr>
        <p:txBody>
          <a:bodyPr lIns="50800" tIns="50800" rIns="50800" bIns="50800" rtlCol="0" anchor="ctr"/>
          <a:lstStyle/>
          <a:p>
            <a:pPr algn="ctr">
              <a:lnSpc>
                <a:spcPts val="3250"/>
              </a:lnSpc>
            </a:pPr>
            <a:endParaRPr lang="en-US" sz="2000" spc="50">
              <a:solidFill>
                <a:srgbClr val="29416E"/>
              </a:solidFill>
              <a:latin typeface="Arial" panose="020B0604020202020204" pitchFamily="34" charset="0"/>
              <a:cs typeface="Arial" panose="020B0604020202020204" pitchFamily="34" charset="0"/>
            </a:endParaRPr>
          </a:p>
        </p:txBody>
      </p:sp>
      <p:sp>
        <p:nvSpPr>
          <p:cNvPr id="188" name="TextBox 37">
            <a:extLst>
              <a:ext uri="{FF2B5EF4-FFF2-40B4-BE49-F238E27FC236}">
                <a16:creationId xmlns:a16="http://schemas.microsoft.com/office/drawing/2014/main" id="{D72C162F-5C57-4B41-8BCD-A5124992B2E2}"/>
              </a:ext>
            </a:extLst>
          </p:cNvPr>
          <p:cNvSpPr txBox="1"/>
          <p:nvPr/>
        </p:nvSpPr>
        <p:spPr>
          <a:xfrm>
            <a:off x="4508752" y="3570402"/>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69M</a:t>
            </a:r>
          </a:p>
        </p:txBody>
      </p:sp>
      <p:sp>
        <p:nvSpPr>
          <p:cNvPr id="189" name="TextBox 37">
            <a:extLst>
              <a:ext uri="{FF2B5EF4-FFF2-40B4-BE49-F238E27FC236}">
                <a16:creationId xmlns:a16="http://schemas.microsoft.com/office/drawing/2014/main" id="{05F0DF57-CBB3-F849-8026-C62F452F6269}"/>
              </a:ext>
            </a:extLst>
          </p:cNvPr>
          <p:cNvSpPr txBox="1"/>
          <p:nvPr/>
        </p:nvSpPr>
        <p:spPr>
          <a:xfrm>
            <a:off x="13172067" y="3649040"/>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2.7B</a:t>
            </a:r>
          </a:p>
        </p:txBody>
      </p:sp>
      <p:sp>
        <p:nvSpPr>
          <p:cNvPr id="190" name="TextBox 37">
            <a:extLst>
              <a:ext uri="{FF2B5EF4-FFF2-40B4-BE49-F238E27FC236}">
                <a16:creationId xmlns:a16="http://schemas.microsoft.com/office/drawing/2014/main" id="{3DFEBD09-243A-6944-A3CF-9352691EFCBB}"/>
              </a:ext>
            </a:extLst>
          </p:cNvPr>
          <p:cNvSpPr txBox="1"/>
          <p:nvPr/>
        </p:nvSpPr>
        <p:spPr>
          <a:xfrm>
            <a:off x="8840409" y="3649040"/>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1.3B</a:t>
            </a:r>
          </a:p>
        </p:txBody>
      </p:sp>
      <p:sp>
        <p:nvSpPr>
          <p:cNvPr id="191" name="TextBox 37">
            <a:extLst>
              <a:ext uri="{FF2B5EF4-FFF2-40B4-BE49-F238E27FC236}">
                <a16:creationId xmlns:a16="http://schemas.microsoft.com/office/drawing/2014/main" id="{35B661C9-7FB0-A340-85BE-0F27CC9537F2}"/>
              </a:ext>
            </a:extLst>
          </p:cNvPr>
          <p:cNvSpPr txBox="1"/>
          <p:nvPr/>
        </p:nvSpPr>
        <p:spPr>
          <a:xfrm>
            <a:off x="4508752" y="5164060"/>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$80.27B</a:t>
            </a:r>
          </a:p>
        </p:txBody>
      </p:sp>
      <p:sp>
        <p:nvSpPr>
          <p:cNvPr id="192" name="TextBox 37">
            <a:extLst>
              <a:ext uri="{FF2B5EF4-FFF2-40B4-BE49-F238E27FC236}">
                <a16:creationId xmlns:a16="http://schemas.microsoft.com/office/drawing/2014/main" id="{9D49745B-CCC6-F945-B105-28A8F4B809F2}"/>
              </a:ext>
            </a:extLst>
          </p:cNvPr>
          <p:cNvSpPr txBox="1"/>
          <p:nvPr/>
        </p:nvSpPr>
        <p:spPr>
          <a:xfrm>
            <a:off x="8853138" y="5231157"/>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$104B</a:t>
            </a:r>
          </a:p>
        </p:txBody>
      </p:sp>
      <p:sp>
        <p:nvSpPr>
          <p:cNvPr id="193" name="TextBox 37">
            <a:extLst>
              <a:ext uri="{FF2B5EF4-FFF2-40B4-BE49-F238E27FC236}">
                <a16:creationId xmlns:a16="http://schemas.microsoft.com/office/drawing/2014/main" id="{1D041F67-4F2F-E74A-8BE9-C50DEE2C271E}"/>
              </a:ext>
            </a:extLst>
          </p:cNvPr>
          <p:cNvSpPr txBox="1"/>
          <p:nvPr/>
        </p:nvSpPr>
        <p:spPr>
          <a:xfrm>
            <a:off x="13197524" y="5267322"/>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$196B</a:t>
            </a:r>
          </a:p>
        </p:txBody>
      </p:sp>
      <p:sp>
        <p:nvSpPr>
          <p:cNvPr id="194" name="TextBox 37">
            <a:extLst>
              <a:ext uri="{FF2B5EF4-FFF2-40B4-BE49-F238E27FC236}">
                <a16:creationId xmlns:a16="http://schemas.microsoft.com/office/drawing/2014/main" id="{4289553E-9957-434C-96C8-28992F2D6536}"/>
              </a:ext>
            </a:extLst>
          </p:cNvPr>
          <p:cNvSpPr txBox="1"/>
          <p:nvPr/>
        </p:nvSpPr>
        <p:spPr>
          <a:xfrm>
            <a:off x="4508752" y="6904286"/>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1.12%</a:t>
            </a:r>
          </a:p>
        </p:txBody>
      </p:sp>
      <p:sp>
        <p:nvSpPr>
          <p:cNvPr id="195" name="TextBox 37">
            <a:extLst>
              <a:ext uri="{FF2B5EF4-FFF2-40B4-BE49-F238E27FC236}">
                <a16:creationId xmlns:a16="http://schemas.microsoft.com/office/drawing/2014/main" id="{BBBDE683-075C-6443-A2C3-78A3E786FE3F}"/>
              </a:ext>
            </a:extLst>
          </p:cNvPr>
          <p:cNvSpPr txBox="1"/>
          <p:nvPr/>
        </p:nvSpPr>
        <p:spPr>
          <a:xfrm>
            <a:off x="9008466" y="6952241"/>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2.05%</a:t>
            </a:r>
          </a:p>
        </p:txBody>
      </p:sp>
      <p:sp>
        <p:nvSpPr>
          <p:cNvPr id="196" name="TextBox 37">
            <a:extLst>
              <a:ext uri="{FF2B5EF4-FFF2-40B4-BE49-F238E27FC236}">
                <a16:creationId xmlns:a16="http://schemas.microsoft.com/office/drawing/2014/main" id="{18A534F5-C84F-7E49-A09F-E2ED2D471AF9}"/>
              </a:ext>
            </a:extLst>
          </p:cNvPr>
          <p:cNvSpPr txBox="1"/>
          <p:nvPr/>
        </p:nvSpPr>
        <p:spPr>
          <a:xfrm>
            <a:off x="13296822" y="7037758"/>
            <a:ext cx="3840536" cy="333874"/>
          </a:xfrm>
          <a:prstGeom prst="rect">
            <a:avLst/>
          </a:prstGeom>
        </p:spPr>
        <p:txBody>
          <a:bodyPr wrap="square" lIns="0" tIns="0" rIns="0" bIns="0" rtlCol="0" anchor="t">
            <a:spAutoFit/>
          </a:bodyPr>
          <a:lstStyle/>
          <a:p>
            <a:pPr algn="ctr">
              <a:lnSpc>
                <a:spcPts val="2515"/>
              </a:lnSpc>
            </a:pPr>
            <a:r>
              <a:rPr lang="en-US" sz="3200" spc="51">
                <a:solidFill>
                  <a:srgbClr val="263F6B"/>
                </a:solidFill>
                <a:latin typeface="Arial" panose="020B0604020202020204" pitchFamily="34" charset="0"/>
                <a:ea typeface="Arial Unicode MS" panose="020B0604020202020204" pitchFamily="34" charset="-128"/>
                <a:cs typeface="Arial" panose="020B0604020202020204" pitchFamily="34" charset="0"/>
              </a:rPr>
              <a:t>10.39%</a:t>
            </a:r>
          </a:p>
        </p:txBody>
      </p:sp>
    </p:spTree>
    <p:extLst>
      <p:ext uri="{BB962C8B-B14F-4D97-AF65-F5344CB8AC3E}">
        <p14:creationId xmlns:p14="http://schemas.microsoft.com/office/powerpoint/2010/main" val="2405482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517338" y="3095457"/>
            <a:ext cx="3503363" cy="834335"/>
            <a:chOff x="0" y="-19050"/>
            <a:chExt cx="922696" cy="395873"/>
          </a:xfrm>
        </p:grpSpPr>
        <p:sp>
          <p:nvSpPr>
            <p:cNvPr id="8" name="Freeform 8"/>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a:latin typeface="Arial" panose="020B0604020202020204" pitchFamily="34" charset="0"/>
                <a:cs typeface="Arial" panose="020B0604020202020204" pitchFamily="34" charset="0"/>
              </a:endParaRPr>
            </a:p>
          </p:txBody>
        </p:sp>
        <p:sp>
          <p:nvSpPr>
            <p:cNvPr id="9" name="TextBox 9"/>
            <p:cNvSpPr txBox="1"/>
            <p:nvPr/>
          </p:nvSpPr>
          <p:spPr>
            <a:xfrm>
              <a:off x="0" y="-19050"/>
              <a:ext cx="922696" cy="395873"/>
            </a:xfrm>
            <a:prstGeom prst="rect">
              <a:avLst/>
            </a:prstGeom>
          </p:spPr>
          <p:txBody>
            <a:bodyPr lIns="50800" tIns="50800" rIns="50800" bIns="50800" rtlCol="0" anchor="ctr"/>
            <a:lstStyle/>
            <a:p>
              <a:pPr algn="ctr">
                <a:lnSpc>
                  <a:spcPts val="3250"/>
                </a:lnSpc>
              </a:pPr>
              <a:endParaRPr lang="en-US" sz="2500" b="1" spc="50">
                <a:solidFill>
                  <a:srgbClr val="FFFFFF"/>
                </a:solidFill>
                <a:latin typeface="Arial" panose="020B0604020202020204" pitchFamily="34" charset="0"/>
                <a:cs typeface="Arial" panose="020B0604020202020204" pitchFamily="34" charset="0"/>
              </a:endParaRPr>
            </a:p>
          </p:txBody>
        </p:sp>
      </p:grpSp>
      <p:grpSp>
        <p:nvGrpSpPr>
          <p:cNvPr id="10" name="Group 10"/>
          <p:cNvGrpSpPr/>
          <p:nvPr/>
        </p:nvGrpSpPr>
        <p:grpSpPr>
          <a:xfrm>
            <a:off x="478396" y="4116663"/>
            <a:ext cx="3541685" cy="834335"/>
            <a:chOff x="-10621" y="17367"/>
            <a:chExt cx="932789" cy="313965"/>
          </a:xfrm>
        </p:grpSpPr>
        <p:sp>
          <p:nvSpPr>
            <p:cNvPr id="11" name="Freeform 11"/>
            <p:cNvSpPr/>
            <p:nvPr/>
          </p:nvSpPr>
          <p:spPr>
            <a:xfrm>
              <a:off x="-528" y="35336"/>
              <a:ext cx="922696" cy="285635"/>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a:latin typeface="Arial" panose="020B0604020202020204" pitchFamily="34" charset="0"/>
                <a:cs typeface="Arial" panose="020B0604020202020204" pitchFamily="34" charset="0"/>
              </a:endParaRPr>
            </a:p>
          </p:txBody>
        </p:sp>
        <p:sp>
          <p:nvSpPr>
            <p:cNvPr id="12" name="TextBox 12"/>
            <p:cNvSpPr txBox="1"/>
            <p:nvPr/>
          </p:nvSpPr>
          <p:spPr>
            <a:xfrm>
              <a:off x="-10621" y="17367"/>
              <a:ext cx="922696" cy="313965"/>
            </a:xfrm>
            <a:prstGeom prst="rect">
              <a:avLst/>
            </a:prstGeom>
          </p:spPr>
          <p:txBody>
            <a:bodyPr lIns="50800" tIns="50400" rIns="50800" bIns="504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p>
          </p:txBody>
        </p:sp>
      </p:grpSp>
      <p:sp>
        <p:nvSpPr>
          <p:cNvPr id="15" name="TextBox 15"/>
          <p:cNvSpPr txBox="1"/>
          <p:nvPr/>
        </p:nvSpPr>
        <p:spPr>
          <a:xfrm>
            <a:off x="536248" y="5360938"/>
            <a:ext cx="3503363" cy="1503080"/>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sp>
        <p:nvSpPr>
          <p:cNvPr id="30" name="TextBox 30"/>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33" name="Text Placeholder 32">
            <a:extLst>
              <a:ext uri="{FF2B5EF4-FFF2-40B4-BE49-F238E27FC236}">
                <a16:creationId xmlns:a16="http://schemas.microsoft.com/office/drawing/2014/main" id="{E892D92F-4FF2-D745-998D-5458C19DBA92}"/>
              </a:ext>
            </a:extLst>
          </p:cNvPr>
          <p:cNvSpPr>
            <a:spLocks noGrp="1"/>
          </p:cNvSpPr>
          <p:nvPr>
            <p:ph type="body" sz="quarter" idx="13"/>
          </p:nvPr>
        </p:nvSpPr>
        <p:spPr/>
        <p:txBody>
          <a:bodyPr/>
          <a:lstStyle/>
          <a:p>
            <a:endParaRPr lang="en-US" dirty="0"/>
          </a:p>
        </p:txBody>
      </p:sp>
      <p:sp>
        <p:nvSpPr>
          <p:cNvPr id="3" name="Text Placeholder 2">
            <a:extLst>
              <a:ext uri="{FF2B5EF4-FFF2-40B4-BE49-F238E27FC236}">
                <a16:creationId xmlns:a16="http://schemas.microsoft.com/office/drawing/2014/main" id="{F76C641A-CC21-1649-86F5-AEF68D9AB528}"/>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B3B8D3D9-2A1F-B245-9D8D-A339780DEAEF}"/>
              </a:ext>
            </a:extLst>
          </p:cNvPr>
          <p:cNvSpPr>
            <a:spLocks noGrp="1"/>
          </p:cNvSpPr>
          <p:nvPr>
            <p:ph type="body" sz="quarter" idx="15"/>
          </p:nvPr>
        </p:nvSpPr>
        <p:spPr/>
        <p:txBody>
          <a:bodyPr/>
          <a:lstStyle/>
          <a:p>
            <a:r>
              <a:rPr lang="en-US" dirty="0"/>
              <a:t>Decision Matrix</a:t>
            </a:r>
          </a:p>
        </p:txBody>
      </p:sp>
      <p:sp>
        <p:nvSpPr>
          <p:cNvPr id="5" name="Text Placeholder 4">
            <a:extLst>
              <a:ext uri="{FF2B5EF4-FFF2-40B4-BE49-F238E27FC236}">
                <a16:creationId xmlns:a16="http://schemas.microsoft.com/office/drawing/2014/main" id="{F4F6AB67-11C3-C44B-83EE-18ACC5EA1F9A}"/>
              </a:ext>
            </a:extLst>
          </p:cNvPr>
          <p:cNvSpPr>
            <a:spLocks noGrp="1"/>
          </p:cNvSpPr>
          <p:nvPr>
            <p:ph type="body" sz="quarter" idx="16"/>
          </p:nvPr>
        </p:nvSpPr>
        <p:spPr/>
        <p:txBody>
          <a:bodyPr/>
          <a:lstStyle/>
          <a:p>
            <a:endParaRPr lang="en-US"/>
          </a:p>
        </p:txBody>
      </p:sp>
      <p:sp>
        <p:nvSpPr>
          <p:cNvPr id="197" name="Freeform 20">
            <a:extLst>
              <a:ext uri="{FF2B5EF4-FFF2-40B4-BE49-F238E27FC236}">
                <a16:creationId xmlns:a16="http://schemas.microsoft.com/office/drawing/2014/main" id="{BF779B90-020F-A6FF-B070-9FA2F4E37976}"/>
              </a:ext>
            </a:extLst>
          </p:cNvPr>
          <p:cNvSpPr/>
          <p:nvPr/>
        </p:nvSpPr>
        <p:spPr>
          <a:xfrm>
            <a:off x="4840839" y="1854199"/>
            <a:ext cx="5818113" cy="971203"/>
          </a:xfrm>
          <a:custGeom>
            <a:avLst/>
            <a:gdLst/>
            <a:ahLst/>
            <a:cxnLst/>
            <a:rect l="l" t="t" r="r" b="b"/>
            <a:pathLst>
              <a:path w="1077214" h="266218">
                <a:moveTo>
                  <a:pt x="0" y="0"/>
                </a:moveTo>
                <a:lnTo>
                  <a:pt x="1077214" y="0"/>
                </a:lnTo>
                <a:lnTo>
                  <a:pt x="1077214" y="266218"/>
                </a:lnTo>
                <a:lnTo>
                  <a:pt x="0" y="266218"/>
                </a:lnTo>
                <a:close/>
              </a:path>
            </a:pathLst>
          </a:custGeom>
          <a:solidFill>
            <a:schemeClr val="bg1">
              <a:lumMod val="50000"/>
            </a:schemeClr>
          </a:solidFill>
        </p:spPr>
        <p:txBody>
          <a:bodyPr/>
          <a:lstStyle/>
          <a:p>
            <a:pPr algn="ctr"/>
            <a:endParaRPr lang="en-CA" b="1" dirty="0">
              <a:solidFill>
                <a:schemeClr val="bg1"/>
              </a:solidFill>
              <a:latin typeface="Arial" panose="020B0604020202020204" pitchFamily="34" charset="0"/>
              <a:cs typeface="Arial" panose="020B0604020202020204" pitchFamily="34" charset="0"/>
            </a:endParaRPr>
          </a:p>
          <a:p>
            <a:pPr algn="ctr"/>
            <a:r>
              <a:rPr lang="en-CA" sz="2400" b="1" dirty="0">
                <a:solidFill>
                  <a:schemeClr val="bg1"/>
                </a:solidFill>
                <a:latin typeface="Arial" panose="020B0604020202020204" pitchFamily="34" charset="0"/>
                <a:cs typeface="Arial" panose="020B0604020202020204" pitchFamily="34" charset="0"/>
              </a:rPr>
              <a:t>Option 1</a:t>
            </a:r>
          </a:p>
        </p:txBody>
      </p:sp>
      <p:grpSp>
        <p:nvGrpSpPr>
          <p:cNvPr id="250" name="Group 10">
            <a:extLst>
              <a:ext uri="{FF2B5EF4-FFF2-40B4-BE49-F238E27FC236}">
                <a16:creationId xmlns:a16="http://schemas.microsoft.com/office/drawing/2014/main" id="{6D025B7E-7A9F-04E0-501D-83219D9AFD91}"/>
              </a:ext>
            </a:extLst>
          </p:cNvPr>
          <p:cNvGrpSpPr/>
          <p:nvPr/>
        </p:nvGrpSpPr>
        <p:grpSpPr>
          <a:xfrm>
            <a:off x="516715" y="6091495"/>
            <a:ext cx="3503983" cy="872103"/>
            <a:chOff x="-529" y="142265"/>
            <a:chExt cx="922859" cy="281758"/>
          </a:xfrm>
        </p:grpSpPr>
        <p:sp>
          <p:nvSpPr>
            <p:cNvPr id="251" name="Freeform 11">
              <a:extLst>
                <a:ext uri="{FF2B5EF4-FFF2-40B4-BE49-F238E27FC236}">
                  <a16:creationId xmlns:a16="http://schemas.microsoft.com/office/drawing/2014/main" id="{11877778-9102-6616-4A00-E178DB389702}"/>
                </a:ext>
              </a:extLst>
            </p:cNvPr>
            <p:cNvSpPr/>
            <p:nvPr/>
          </p:nvSpPr>
          <p:spPr>
            <a:xfrm>
              <a:off x="-529" y="149044"/>
              <a:ext cx="922696" cy="268200"/>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dirty="0">
                <a:latin typeface="Arial" panose="020B0604020202020204" pitchFamily="34" charset="0"/>
                <a:cs typeface="Arial" panose="020B0604020202020204" pitchFamily="34" charset="0"/>
              </a:endParaRPr>
            </a:p>
          </p:txBody>
        </p:sp>
        <p:sp>
          <p:nvSpPr>
            <p:cNvPr id="252" name="TextBox 12">
              <a:extLst>
                <a:ext uri="{FF2B5EF4-FFF2-40B4-BE49-F238E27FC236}">
                  <a16:creationId xmlns:a16="http://schemas.microsoft.com/office/drawing/2014/main" id="{D1CAB8D7-8EC5-8E70-D29D-974D8A6371D4}"/>
                </a:ext>
              </a:extLst>
            </p:cNvPr>
            <p:cNvSpPr txBox="1"/>
            <p:nvPr/>
          </p:nvSpPr>
          <p:spPr>
            <a:xfrm>
              <a:off x="-366" y="142265"/>
              <a:ext cx="922696" cy="281758"/>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p>
          </p:txBody>
        </p:sp>
      </p:grpSp>
      <p:sp>
        <p:nvSpPr>
          <p:cNvPr id="259" name="TextBox 12">
            <a:extLst>
              <a:ext uri="{FF2B5EF4-FFF2-40B4-BE49-F238E27FC236}">
                <a16:creationId xmlns:a16="http://schemas.microsoft.com/office/drawing/2014/main" id="{0CC44222-0B82-EF41-91F9-37793BA78981}"/>
              </a:ext>
            </a:extLst>
          </p:cNvPr>
          <p:cNvSpPr txBox="1"/>
          <p:nvPr/>
        </p:nvSpPr>
        <p:spPr>
          <a:xfrm>
            <a:off x="517336" y="2825402"/>
            <a:ext cx="3503363" cy="1312622"/>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endParaRPr lang="en-US" sz="2500" spc="50" dirty="0">
              <a:solidFill>
                <a:srgbClr val="FFFFFF"/>
              </a:solidFill>
              <a:latin typeface="Arial" panose="020B0604020202020204" pitchFamily="34" charset="0"/>
              <a:cs typeface="Arial" panose="020B0604020202020204" pitchFamily="34" charset="0"/>
            </a:endParaRPr>
          </a:p>
        </p:txBody>
      </p:sp>
      <p:grpSp>
        <p:nvGrpSpPr>
          <p:cNvPr id="320" name="Group 10">
            <a:extLst>
              <a:ext uri="{FF2B5EF4-FFF2-40B4-BE49-F238E27FC236}">
                <a16:creationId xmlns:a16="http://schemas.microsoft.com/office/drawing/2014/main" id="{F0945386-E92F-294E-9F65-B7A84E6B9273}"/>
              </a:ext>
            </a:extLst>
          </p:cNvPr>
          <p:cNvGrpSpPr/>
          <p:nvPr/>
        </p:nvGrpSpPr>
        <p:grpSpPr>
          <a:xfrm>
            <a:off x="478398" y="5152707"/>
            <a:ext cx="3541681" cy="715770"/>
            <a:chOff x="-10092" y="71730"/>
            <a:chExt cx="932788" cy="395873"/>
          </a:xfrm>
        </p:grpSpPr>
        <p:sp>
          <p:nvSpPr>
            <p:cNvPr id="321" name="Freeform 11">
              <a:extLst>
                <a:ext uri="{FF2B5EF4-FFF2-40B4-BE49-F238E27FC236}">
                  <a16:creationId xmlns:a16="http://schemas.microsoft.com/office/drawing/2014/main" id="{392DB8FE-8573-484F-B3AE-0A7BC122C9C0}"/>
                </a:ext>
              </a:extLst>
            </p:cNvPr>
            <p:cNvSpPr/>
            <p:nvPr/>
          </p:nvSpPr>
          <p:spPr>
            <a:xfrm>
              <a:off x="0" y="8965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a:latin typeface="Arial" panose="020B0604020202020204" pitchFamily="34" charset="0"/>
                <a:cs typeface="Arial" panose="020B0604020202020204" pitchFamily="34" charset="0"/>
              </a:endParaRPr>
            </a:p>
          </p:txBody>
        </p:sp>
        <p:sp>
          <p:nvSpPr>
            <p:cNvPr id="322" name="TextBox 12">
              <a:extLst>
                <a:ext uri="{FF2B5EF4-FFF2-40B4-BE49-F238E27FC236}">
                  <a16:creationId xmlns:a16="http://schemas.microsoft.com/office/drawing/2014/main" id="{38B2A043-EF31-B34A-9B83-E3E36D055280}"/>
                </a:ext>
              </a:extLst>
            </p:cNvPr>
            <p:cNvSpPr txBox="1"/>
            <p:nvPr/>
          </p:nvSpPr>
          <p:spPr>
            <a:xfrm>
              <a:off x="-10092" y="71730"/>
              <a:ext cx="922696" cy="395873"/>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p>
          </p:txBody>
        </p:sp>
      </p:grpSp>
      <p:sp>
        <p:nvSpPr>
          <p:cNvPr id="333" name="TextBox 21">
            <a:extLst>
              <a:ext uri="{FF2B5EF4-FFF2-40B4-BE49-F238E27FC236}">
                <a16:creationId xmlns:a16="http://schemas.microsoft.com/office/drawing/2014/main" id="{026DF00D-B8B8-104B-83EB-F7CA7D5611EA}"/>
              </a:ext>
            </a:extLst>
          </p:cNvPr>
          <p:cNvSpPr txBox="1"/>
          <p:nvPr/>
        </p:nvSpPr>
        <p:spPr>
          <a:xfrm>
            <a:off x="4840837" y="3175691"/>
            <a:ext cx="5818113" cy="4824272"/>
          </a:xfrm>
          <a:prstGeom prst="rect">
            <a:avLst/>
          </a:prstGeom>
          <a:solidFill>
            <a:srgbClr val="F4F4F4"/>
          </a:solidFill>
        </p:spPr>
        <p:txBody>
          <a:bodyPr lIns="50800" tIns="50800" rIns="50800" bIns="50800" rtlCol="0" anchor="ctr"/>
          <a:lstStyle/>
          <a:p>
            <a:pPr algn="ctr">
              <a:lnSpc>
                <a:spcPts val="3250"/>
              </a:lnSpc>
            </a:pPr>
            <a:endParaRPr lang="en-US" sz="2000" spc="50">
              <a:solidFill>
                <a:srgbClr val="29416E"/>
              </a:solidFill>
              <a:latin typeface="Arial" panose="020B0604020202020204" pitchFamily="34" charset="0"/>
              <a:cs typeface="Arial" panose="020B0604020202020204" pitchFamily="34" charset="0"/>
            </a:endParaRPr>
          </a:p>
        </p:txBody>
      </p:sp>
      <p:sp>
        <p:nvSpPr>
          <p:cNvPr id="341" name="TextBox 21">
            <a:extLst>
              <a:ext uri="{FF2B5EF4-FFF2-40B4-BE49-F238E27FC236}">
                <a16:creationId xmlns:a16="http://schemas.microsoft.com/office/drawing/2014/main" id="{CBD6FF5B-79A7-604B-91AC-37DA055544E6}"/>
              </a:ext>
            </a:extLst>
          </p:cNvPr>
          <p:cNvSpPr txBox="1"/>
          <p:nvPr/>
        </p:nvSpPr>
        <p:spPr>
          <a:xfrm>
            <a:off x="11506032" y="3236360"/>
            <a:ext cx="5818113" cy="4784585"/>
          </a:xfrm>
          <a:prstGeom prst="rect">
            <a:avLst/>
          </a:prstGeom>
          <a:solidFill>
            <a:srgbClr val="F4F4F4"/>
          </a:solidFill>
        </p:spPr>
        <p:txBody>
          <a:bodyPr lIns="50800" tIns="50800" rIns="50800" bIns="50800" rtlCol="0" anchor="ctr"/>
          <a:lstStyle/>
          <a:p>
            <a:pPr algn="ctr">
              <a:lnSpc>
                <a:spcPts val="3250"/>
              </a:lnSpc>
            </a:pPr>
            <a:endParaRPr lang="en-US" sz="2000" spc="50">
              <a:solidFill>
                <a:srgbClr val="29416E"/>
              </a:solidFill>
              <a:latin typeface="Arial" panose="020B0604020202020204" pitchFamily="34" charset="0"/>
              <a:cs typeface="Arial" panose="020B0604020202020204" pitchFamily="34" charset="0"/>
            </a:endParaRPr>
          </a:p>
        </p:txBody>
      </p:sp>
      <p:sp>
        <p:nvSpPr>
          <p:cNvPr id="346" name="TextBox 37">
            <a:extLst>
              <a:ext uri="{FF2B5EF4-FFF2-40B4-BE49-F238E27FC236}">
                <a16:creationId xmlns:a16="http://schemas.microsoft.com/office/drawing/2014/main" id="{838DFFF1-65C0-2349-8A91-E0752464F284}"/>
              </a:ext>
            </a:extLst>
          </p:cNvPr>
          <p:cNvSpPr txBox="1"/>
          <p:nvPr/>
        </p:nvSpPr>
        <p:spPr>
          <a:xfrm>
            <a:off x="5771060" y="3490275"/>
            <a:ext cx="3840536" cy="322204"/>
          </a:xfrm>
          <a:prstGeom prst="rect">
            <a:avLst/>
          </a:prstGeom>
        </p:spPr>
        <p:txBody>
          <a:bodyPr wrap="square" lIns="0" tIns="0" rIns="0" bIns="0" rtlCol="0" anchor="t">
            <a:spAutoFit/>
          </a:bodyPr>
          <a:lstStyle/>
          <a:p>
            <a:pPr algn="ctr">
              <a:lnSpc>
                <a:spcPts val="2515"/>
              </a:lnSpc>
            </a:pPr>
            <a:r>
              <a:rPr lang="en-US" sz="280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13.4%</a:t>
            </a:r>
            <a:endPar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47" name="TextBox 37">
            <a:extLst>
              <a:ext uri="{FF2B5EF4-FFF2-40B4-BE49-F238E27FC236}">
                <a16:creationId xmlns:a16="http://schemas.microsoft.com/office/drawing/2014/main" id="{8C65D403-D5D2-3045-A2E3-4BF08C94E8B1}"/>
              </a:ext>
            </a:extLst>
          </p:cNvPr>
          <p:cNvSpPr txBox="1"/>
          <p:nvPr/>
        </p:nvSpPr>
        <p:spPr>
          <a:xfrm>
            <a:off x="12494817" y="3510472"/>
            <a:ext cx="3840536" cy="322204"/>
          </a:xfrm>
          <a:prstGeom prst="rect">
            <a:avLst/>
          </a:prstGeom>
        </p:spPr>
        <p:txBody>
          <a:bodyPr wrap="square" lIns="0" tIns="0" rIns="0" bIns="0" rtlCol="0" anchor="t">
            <a:spAutoFit/>
          </a:bodyPr>
          <a:lstStyle/>
          <a:p>
            <a:pPr algn="ctr">
              <a:lnSpc>
                <a:spcPts val="2515"/>
              </a:lnSpc>
            </a:pPr>
            <a:r>
              <a:rPr lang="en-US" sz="2800" spc="51">
                <a:solidFill>
                  <a:srgbClr val="263F6B"/>
                </a:solidFill>
                <a:latin typeface="Arial" panose="020B0604020202020204" pitchFamily="34" charset="0"/>
                <a:ea typeface="Arial Unicode MS" panose="020B0604020202020204" pitchFamily="34" charset="-128"/>
                <a:cs typeface="Arial" panose="020B0604020202020204" pitchFamily="34" charset="0"/>
              </a:rPr>
              <a:t>7.7%</a:t>
            </a:r>
            <a:endParaRPr lang="en-US" sz="2550" spc="51">
              <a:solidFill>
                <a:srgbClr val="263F6B"/>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48" name="TextBox 37">
            <a:extLst>
              <a:ext uri="{FF2B5EF4-FFF2-40B4-BE49-F238E27FC236}">
                <a16:creationId xmlns:a16="http://schemas.microsoft.com/office/drawing/2014/main" id="{DFDD600E-8797-FB45-A917-2F2E6A1B60C5}"/>
              </a:ext>
            </a:extLst>
          </p:cNvPr>
          <p:cNvSpPr txBox="1"/>
          <p:nvPr/>
        </p:nvSpPr>
        <p:spPr>
          <a:xfrm>
            <a:off x="12467871" y="4557961"/>
            <a:ext cx="3840536" cy="322204"/>
          </a:xfrm>
          <a:prstGeom prst="rect">
            <a:avLst/>
          </a:prstGeom>
        </p:spPr>
        <p:txBody>
          <a:bodyPr wrap="square" lIns="0" tIns="0" rIns="0" bIns="0" rtlCol="0" anchor="t">
            <a:spAutoFit/>
          </a:bodyPr>
          <a:lstStyle/>
          <a:p>
            <a:pPr algn="ctr">
              <a:lnSpc>
                <a:spcPts val="2515"/>
              </a:lnSpc>
            </a:pPr>
            <a:r>
              <a:rPr lang="en-US" sz="280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$2.4M</a:t>
            </a:r>
            <a:endPar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49" name="TextBox 37">
            <a:extLst>
              <a:ext uri="{FF2B5EF4-FFF2-40B4-BE49-F238E27FC236}">
                <a16:creationId xmlns:a16="http://schemas.microsoft.com/office/drawing/2014/main" id="{2F44D229-B2AB-9241-857A-589040F5B8A1}"/>
              </a:ext>
            </a:extLst>
          </p:cNvPr>
          <p:cNvSpPr txBox="1"/>
          <p:nvPr/>
        </p:nvSpPr>
        <p:spPr>
          <a:xfrm>
            <a:off x="5771060" y="4482941"/>
            <a:ext cx="3840536" cy="322204"/>
          </a:xfrm>
          <a:prstGeom prst="rect">
            <a:avLst/>
          </a:prstGeom>
        </p:spPr>
        <p:txBody>
          <a:bodyPr wrap="square" lIns="0" tIns="0" rIns="0" bIns="0" rtlCol="0" anchor="t">
            <a:spAutoFit/>
          </a:bodyPr>
          <a:lstStyle/>
          <a:p>
            <a:pPr algn="ctr">
              <a:lnSpc>
                <a:spcPts val="2515"/>
              </a:lnSpc>
            </a:pPr>
            <a:r>
              <a:rPr lang="en-US" sz="280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$312B</a:t>
            </a:r>
            <a:endPar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endParaRPr>
          </a:p>
        </p:txBody>
      </p:sp>
      <p:grpSp>
        <p:nvGrpSpPr>
          <p:cNvPr id="350" name="Group 31">
            <a:extLst>
              <a:ext uri="{FF2B5EF4-FFF2-40B4-BE49-F238E27FC236}">
                <a16:creationId xmlns:a16="http://schemas.microsoft.com/office/drawing/2014/main" id="{43274C1E-8368-8649-A205-4F554C89CCBD}"/>
              </a:ext>
            </a:extLst>
          </p:cNvPr>
          <p:cNvGrpSpPr/>
          <p:nvPr/>
        </p:nvGrpSpPr>
        <p:grpSpPr>
          <a:xfrm>
            <a:off x="6270278" y="5308696"/>
            <a:ext cx="491812" cy="491812"/>
            <a:chOff x="0" y="0"/>
            <a:chExt cx="812800" cy="812800"/>
          </a:xfrm>
        </p:grpSpPr>
        <p:sp>
          <p:nvSpPr>
            <p:cNvPr id="351" name="Freeform 32">
              <a:extLst>
                <a:ext uri="{FF2B5EF4-FFF2-40B4-BE49-F238E27FC236}">
                  <a16:creationId xmlns:a16="http://schemas.microsoft.com/office/drawing/2014/main" id="{13450ABF-D4BE-AA42-A17A-20071D5CA9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52" name="TextBox 33">
              <a:extLst>
                <a:ext uri="{FF2B5EF4-FFF2-40B4-BE49-F238E27FC236}">
                  <a16:creationId xmlns:a16="http://schemas.microsoft.com/office/drawing/2014/main" id="{DFEC49E9-B3F9-B84D-8457-B3DF55E9FEEA}"/>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53" name="Group 34">
            <a:extLst>
              <a:ext uri="{FF2B5EF4-FFF2-40B4-BE49-F238E27FC236}">
                <a16:creationId xmlns:a16="http://schemas.microsoft.com/office/drawing/2014/main" id="{82632A50-6CA1-174C-AE2A-9F5967F43A12}"/>
              </a:ext>
            </a:extLst>
          </p:cNvPr>
          <p:cNvGrpSpPr/>
          <p:nvPr/>
        </p:nvGrpSpPr>
        <p:grpSpPr>
          <a:xfrm>
            <a:off x="6859417" y="5308696"/>
            <a:ext cx="491812" cy="491812"/>
            <a:chOff x="0" y="0"/>
            <a:chExt cx="812800" cy="812800"/>
          </a:xfrm>
        </p:grpSpPr>
        <p:sp>
          <p:nvSpPr>
            <p:cNvPr id="354" name="Freeform 35">
              <a:extLst>
                <a:ext uri="{FF2B5EF4-FFF2-40B4-BE49-F238E27FC236}">
                  <a16:creationId xmlns:a16="http://schemas.microsoft.com/office/drawing/2014/main" id="{7DE3712F-069B-7F43-80EB-C210475918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55" name="TextBox 36">
              <a:extLst>
                <a:ext uri="{FF2B5EF4-FFF2-40B4-BE49-F238E27FC236}">
                  <a16:creationId xmlns:a16="http://schemas.microsoft.com/office/drawing/2014/main" id="{D58544DE-0427-4348-91CA-54E7BA63317F}"/>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56" name="Group 37">
            <a:extLst>
              <a:ext uri="{FF2B5EF4-FFF2-40B4-BE49-F238E27FC236}">
                <a16:creationId xmlns:a16="http://schemas.microsoft.com/office/drawing/2014/main" id="{7113B095-EFC8-844D-9775-79C36E8D1610}"/>
              </a:ext>
            </a:extLst>
          </p:cNvPr>
          <p:cNvGrpSpPr/>
          <p:nvPr/>
        </p:nvGrpSpPr>
        <p:grpSpPr>
          <a:xfrm>
            <a:off x="7446479" y="5308696"/>
            <a:ext cx="491812" cy="491812"/>
            <a:chOff x="0" y="0"/>
            <a:chExt cx="812800" cy="812800"/>
          </a:xfrm>
        </p:grpSpPr>
        <p:sp>
          <p:nvSpPr>
            <p:cNvPr id="357" name="Freeform 38">
              <a:extLst>
                <a:ext uri="{FF2B5EF4-FFF2-40B4-BE49-F238E27FC236}">
                  <a16:creationId xmlns:a16="http://schemas.microsoft.com/office/drawing/2014/main" id="{A1AABD90-C479-B340-8965-5EB5B0CDFB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58" name="TextBox 39">
              <a:extLst>
                <a:ext uri="{FF2B5EF4-FFF2-40B4-BE49-F238E27FC236}">
                  <a16:creationId xmlns:a16="http://schemas.microsoft.com/office/drawing/2014/main" id="{29406092-1991-794C-9F7B-63FCA87D4498}"/>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59" name="Group 40">
            <a:extLst>
              <a:ext uri="{FF2B5EF4-FFF2-40B4-BE49-F238E27FC236}">
                <a16:creationId xmlns:a16="http://schemas.microsoft.com/office/drawing/2014/main" id="{0BFB09B7-5D20-1343-8030-B1461F514E24}"/>
              </a:ext>
            </a:extLst>
          </p:cNvPr>
          <p:cNvGrpSpPr/>
          <p:nvPr/>
        </p:nvGrpSpPr>
        <p:grpSpPr>
          <a:xfrm>
            <a:off x="8033541" y="5308696"/>
            <a:ext cx="491812" cy="491812"/>
            <a:chOff x="0" y="0"/>
            <a:chExt cx="812800" cy="812800"/>
          </a:xfrm>
        </p:grpSpPr>
        <p:sp>
          <p:nvSpPr>
            <p:cNvPr id="360" name="Freeform 41">
              <a:extLst>
                <a:ext uri="{FF2B5EF4-FFF2-40B4-BE49-F238E27FC236}">
                  <a16:creationId xmlns:a16="http://schemas.microsoft.com/office/drawing/2014/main" id="{7411C53F-AC1B-A54D-A1F7-0C5BA6635D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61" name="TextBox 42">
              <a:extLst>
                <a:ext uri="{FF2B5EF4-FFF2-40B4-BE49-F238E27FC236}">
                  <a16:creationId xmlns:a16="http://schemas.microsoft.com/office/drawing/2014/main" id="{53538C7C-9286-8E4B-A129-DB41D256E77C}"/>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62" name="Group 43">
            <a:extLst>
              <a:ext uri="{FF2B5EF4-FFF2-40B4-BE49-F238E27FC236}">
                <a16:creationId xmlns:a16="http://schemas.microsoft.com/office/drawing/2014/main" id="{8E31E5D4-C97D-8C44-9876-AE4503AE9ADB}"/>
              </a:ext>
            </a:extLst>
          </p:cNvPr>
          <p:cNvGrpSpPr/>
          <p:nvPr/>
        </p:nvGrpSpPr>
        <p:grpSpPr>
          <a:xfrm>
            <a:off x="8620602" y="5308696"/>
            <a:ext cx="491812" cy="491812"/>
            <a:chOff x="0" y="0"/>
            <a:chExt cx="812800" cy="812800"/>
          </a:xfrm>
        </p:grpSpPr>
        <p:sp>
          <p:nvSpPr>
            <p:cNvPr id="363" name="Freeform 44">
              <a:extLst>
                <a:ext uri="{FF2B5EF4-FFF2-40B4-BE49-F238E27FC236}">
                  <a16:creationId xmlns:a16="http://schemas.microsoft.com/office/drawing/2014/main" id="{F91F5D42-CC01-DB43-92DB-B643BC83C1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64" name="TextBox 45">
              <a:extLst>
                <a:ext uri="{FF2B5EF4-FFF2-40B4-BE49-F238E27FC236}">
                  <a16:creationId xmlns:a16="http://schemas.microsoft.com/office/drawing/2014/main" id="{5AF21170-35C1-654D-9A34-8677B3DB5B15}"/>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65" name="Group 31">
            <a:extLst>
              <a:ext uri="{FF2B5EF4-FFF2-40B4-BE49-F238E27FC236}">
                <a16:creationId xmlns:a16="http://schemas.microsoft.com/office/drawing/2014/main" id="{E7146BCE-0C48-ED4B-92F6-EE9FD8F8D16C}"/>
              </a:ext>
            </a:extLst>
          </p:cNvPr>
          <p:cNvGrpSpPr/>
          <p:nvPr/>
        </p:nvGrpSpPr>
        <p:grpSpPr>
          <a:xfrm>
            <a:off x="12953348" y="5339005"/>
            <a:ext cx="491812" cy="491812"/>
            <a:chOff x="0" y="0"/>
            <a:chExt cx="812800" cy="812800"/>
          </a:xfrm>
        </p:grpSpPr>
        <p:sp>
          <p:nvSpPr>
            <p:cNvPr id="366" name="Freeform 32">
              <a:extLst>
                <a:ext uri="{FF2B5EF4-FFF2-40B4-BE49-F238E27FC236}">
                  <a16:creationId xmlns:a16="http://schemas.microsoft.com/office/drawing/2014/main" id="{2329B115-4B23-A649-9E4D-0C36AB6ED6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67" name="TextBox 33">
              <a:extLst>
                <a:ext uri="{FF2B5EF4-FFF2-40B4-BE49-F238E27FC236}">
                  <a16:creationId xmlns:a16="http://schemas.microsoft.com/office/drawing/2014/main" id="{B15C6C12-387F-2043-B68E-0E9F161C079E}"/>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71" name="Group 85">
            <a:extLst>
              <a:ext uri="{FF2B5EF4-FFF2-40B4-BE49-F238E27FC236}">
                <a16:creationId xmlns:a16="http://schemas.microsoft.com/office/drawing/2014/main" id="{F1832170-2D75-3E44-B612-BE6DB90335A0}"/>
              </a:ext>
            </a:extLst>
          </p:cNvPr>
          <p:cNvGrpSpPr/>
          <p:nvPr/>
        </p:nvGrpSpPr>
        <p:grpSpPr>
          <a:xfrm>
            <a:off x="14736154" y="5340583"/>
            <a:ext cx="491812" cy="491812"/>
            <a:chOff x="0" y="0"/>
            <a:chExt cx="812800" cy="812800"/>
          </a:xfrm>
        </p:grpSpPr>
        <p:sp>
          <p:nvSpPr>
            <p:cNvPr id="372" name="Freeform 86">
              <a:extLst>
                <a:ext uri="{FF2B5EF4-FFF2-40B4-BE49-F238E27FC236}">
                  <a16:creationId xmlns:a16="http://schemas.microsoft.com/office/drawing/2014/main" id="{D9B31398-FAAC-0C42-BA5A-EAE5A82BE19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373" name="TextBox 87">
              <a:extLst>
                <a:ext uri="{FF2B5EF4-FFF2-40B4-BE49-F238E27FC236}">
                  <a16:creationId xmlns:a16="http://schemas.microsoft.com/office/drawing/2014/main" id="{FB409D60-D131-1B4B-B20A-886F75FD6178}"/>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74" name="Group 88">
            <a:extLst>
              <a:ext uri="{FF2B5EF4-FFF2-40B4-BE49-F238E27FC236}">
                <a16:creationId xmlns:a16="http://schemas.microsoft.com/office/drawing/2014/main" id="{6FE7279E-9109-4446-B4AD-6DE02CF13277}"/>
              </a:ext>
            </a:extLst>
          </p:cNvPr>
          <p:cNvGrpSpPr/>
          <p:nvPr/>
        </p:nvGrpSpPr>
        <p:grpSpPr>
          <a:xfrm>
            <a:off x="15323216" y="5340583"/>
            <a:ext cx="491812" cy="491812"/>
            <a:chOff x="0" y="0"/>
            <a:chExt cx="812800" cy="812800"/>
          </a:xfrm>
        </p:grpSpPr>
        <p:sp>
          <p:nvSpPr>
            <p:cNvPr id="375" name="Freeform 89">
              <a:extLst>
                <a:ext uri="{FF2B5EF4-FFF2-40B4-BE49-F238E27FC236}">
                  <a16:creationId xmlns:a16="http://schemas.microsoft.com/office/drawing/2014/main" id="{55C5E7B0-0E50-364A-B8AD-73C60BFEFF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376" name="TextBox 90">
              <a:extLst>
                <a:ext uri="{FF2B5EF4-FFF2-40B4-BE49-F238E27FC236}">
                  <a16:creationId xmlns:a16="http://schemas.microsoft.com/office/drawing/2014/main" id="{466F7A1E-FFF1-3044-B927-0272633F8CC9}"/>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77" name="Group 85">
            <a:extLst>
              <a:ext uri="{FF2B5EF4-FFF2-40B4-BE49-F238E27FC236}">
                <a16:creationId xmlns:a16="http://schemas.microsoft.com/office/drawing/2014/main" id="{8D15F958-C40C-CB42-B077-18181B47E246}"/>
              </a:ext>
            </a:extLst>
          </p:cNvPr>
          <p:cNvGrpSpPr/>
          <p:nvPr/>
        </p:nvGrpSpPr>
        <p:grpSpPr>
          <a:xfrm>
            <a:off x="14147015" y="5348861"/>
            <a:ext cx="491812" cy="491812"/>
            <a:chOff x="0" y="0"/>
            <a:chExt cx="812800" cy="812800"/>
          </a:xfrm>
        </p:grpSpPr>
        <p:sp>
          <p:nvSpPr>
            <p:cNvPr id="378" name="Freeform 86">
              <a:extLst>
                <a:ext uri="{FF2B5EF4-FFF2-40B4-BE49-F238E27FC236}">
                  <a16:creationId xmlns:a16="http://schemas.microsoft.com/office/drawing/2014/main" id="{954B2CED-B929-0F41-A114-B4545A6E2F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379" name="TextBox 87">
              <a:extLst>
                <a:ext uri="{FF2B5EF4-FFF2-40B4-BE49-F238E27FC236}">
                  <a16:creationId xmlns:a16="http://schemas.microsoft.com/office/drawing/2014/main" id="{D0AE2F7B-F563-134F-B631-25C07AFCA816}"/>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80" name="Group 85">
            <a:extLst>
              <a:ext uri="{FF2B5EF4-FFF2-40B4-BE49-F238E27FC236}">
                <a16:creationId xmlns:a16="http://schemas.microsoft.com/office/drawing/2014/main" id="{928A7A3F-8CA4-034B-9107-217B9AA1C305}"/>
              </a:ext>
            </a:extLst>
          </p:cNvPr>
          <p:cNvGrpSpPr/>
          <p:nvPr/>
        </p:nvGrpSpPr>
        <p:grpSpPr>
          <a:xfrm>
            <a:off x="13546254" y="5340583"/>
            <a:ext cx="491812" cy="491812"/>
            <a:chOff x="0" y="0"/>
            <a:chExt cx="812800" cy="812800"/>
          </a:xfrm>
        </p:grpSpPr>
        <p:sp>
          <p:nvSpPr>
            <p:cNvPr id="381" name="Freeform 86">
              <a:extLst>
                <a:ext uri="{FF2B5EF4-FFF2-40B4-BE49-F238E27FC236}">
                  <a16:creationId xmlns:a16="http://schemas.microsoft.com/office/drawing/2014/main" id="{E3571214-37BA-2849-B1D3-2D1FF62384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382" name="TextBox 87">
              <a:extLst>
                <a:ext uri="{FF2B5EF4-FFF2-40B4-BE49-F238E27FC236}">
                  <a16:creationId xmlns:a16="http://schemas.microsoft.com/office/drawing/2014/main" id="{40FCA2C3-E529-F04A-B4DB-3674C1354AC8}"/>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86" name="Group 31">
            <a:extLst>
              <a:ext uri="{FF2B5EF4-FFF2-40B4-BE49-F238E27FC236}">
                <a16:creationId xmlns:a16="http://schemas.microsoft.com/office/drawing/2014/main" id="{92095108-A8C9-EE47-8C66-14E929634950}"/>
              </a:ext>
            </a:extLst>
          </p:cNvPr>
          <p:cNvGrpSpPr/>
          <p:nvPr/>
        </p:nvGrpSpPr>
        <p:grpSpPr>
          <a:xfrm>
            <a:off x="6250734" y="6320199"/>
            <a:ext cx="491812" cy="491812"/>
            <a:chOff x="0" y="0"/>
            <a:chExt cx="812800" cy="812800"/>
          </a:xfrm>
        </p:grpSpPr>
        <p:sp>
          <p:nvSpPr>
            <p:cNvPr id="387" name="Freeform 32">
              <a:extLst>
                <a:ext uri="{FF2B5EF4-FFF2-40B4-BE49-F238E27FC236}">
                  <a16:creationId xmlns:a16="http://schemas.microsoft.com/office/drawing/2014/main" id="{B85FAEAF-5435-D64E-9B8D-118B6CF2C4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88" name="TextBox 33">
              <a:extLst>
                <a:ext uri="{FF2B5EF4-FFF2-40B4-BE49-F238E27FC236}">
                  <a16:creationId xmlns:a16="http://schemas.microsoft.com/office/drawing/2014/main" id="{54B968F6-B751-9A42-B1D4-9118499A1845}"/>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89" name="Group 34">
            <a:extLst>
              <a:ext uri="{FF2B5EF4-FFF2-40B4-BE49-F238E27FC236}">
                <a16:creationId xmlns:a16="http://schemas.microsoft.com/office/drawing/2014/main" id="{42097DD3-35B2-1247-8CDC-CFCF2BAE0115}"/>
              </a:ext>
            </a:extLst>
          </p:cNvPr>
          <p:cNvGrpSpPr/>
          <p:nvPr/>
        </p:nvGrpSpPr>
        <p:grpSpPr>
          <a:xfrm>
            <a:off x="6839873" y="6320199"/>
            <a:ext cx="491812" cy="491812"/>
            <a:chOff x="0" y="0"/>
            <a:chExt cx="812800" cy="812800"/>
          </a:xfrm>
        </p:grpSpPr>
        <p:sp>
          <p:nvSpPr>
            <p:cNvPr id="390" name="Freeform 35">
              <a:extLst>
                <a:ext uri="{FF2B5EF4-FFF2-40B4-BE49-F238E27FC236}">
                  <a16:creationId xmlns:a16="http://schemas.microsoft.com/office/drawing/2014/main" id="{C26EA296-4251-D245-BEFB-921668D0FD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391" name="TextBox 36">
              <a:extLst>
                <a:ext uri="{FF2B5EF4-FFF2-40B4-BE49-F238E27FC236}">
                  <a16:creationId xmlns:a16="http://schemas.microsoft.com/office/drawing/2014/main" id="{8813BEAB-1C36-424F-B5BB-BA4467F12AED}"/>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92" name="Group 85">
            <a:extLst>
              <a:ext uri="{FF2B5EF4-FFF2-40B4-BE49-F238E27FC236}">
                <a16:creationId xmlns:a16="http://schemas.microsoft.com/office/drawing/2014/main" id="{DC2234B3-4626-FD41-BD3D-B56D8FE39148}"/>
              </a:ext>
            </a:extLst>
          </p:cNvPr>
          <p:cNvGrpSpPr/>
          <p:nvPr/>
        </p:nvGrpSpPr>
        <p:grpSpPr>
          <a:xfrm>
            <a:off x="8033540" y="6305735"/>
            <a:ext cx="491812" cy="491812"/>
            <a:chOff x="0" y="0"/>
            <a:chExt cx="812800" cy="812800"/>
          </a:xfrm>
        </p:grpSpPr>
        <p:sp>
          <p:nvSpPr>
            <p:cNvPr id="393" name="Freeform 86">
              <a:extLst>
                <a:ext uri="{FF2B5EF4-FFF2-40B4-BE49-F238E27FC236}">
                  <a16:creationId xmlns:a16="http://schemas.microsoft.com/office/drawing/2014/main" id="{99E8ABCE-5CCF-D248-A645-DB91C91A55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394" name="TextBox 87">
              <a:extLst>
                <a:ext uri="{FF2B5EF4-FFF2-40B4-BE49-F238E27FC236}">
                  <a16:creationId xmlns:a16="http://schemas.microsoft.com/office/drawing/2014/main" id="{B19AD84E-F25D-6A4C-9512-EA71C0348739}"/>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95" name="Group 88">
            <a:extLst>
              <a:ext uri="{FF2B5EF4-FFF2-40B4-BE49-F238E27FC236}">
                <a16:creationId xmlns:a16="http://schemas.microsoft.com/office/drawing/2014/main" id="{8D902B53-C597-354E-AADF-0DAA0C2ED93A}"/>
              </a:ext>
            </a:extLst>
          </p:cNvPr>
          <p:cNvGrpSpPr/>
          <p:nvPr/>
        </p:nvGrpSpPr>
        <p:grpSpPr>
          <a:xfrm>
            <a:off x="8620602" y="6305735"/>
            <a:ext cx="491812" cy="491812"/>
            <a:chOff x="0" y="0"/>
            <a:chExt cx="812800" cy="812800"/>
          </a:xfrm>
        </p:grpSpPr>
        <p:sp>
          <p:nvSpPr>
            <p:cNvPr id="396" name="Freeform 89">
              <a:extLst>
                <a:ext uri="{FF2B5EF4-FFF2-40B4-BE49-F238E27FC236}">
                  <a16:creationId xmlns:a16="http://schemas.microsoft.com/office/drawing/2014/main" id="{EBD63340-111F-EE4F-94C3-68C2331AD5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397" name="TextBox 90">
              <a:extLst>
                <a:ext uri="{FF2B5EF4-FFF2-40B4-BE49-F238E27FC236}">
                  <a16:creationId xmlns:a16="http://schemas.microsoft.com/office/drawing/2014/main" id="{B78DE3A3-7582-BD4D-99AA-20830F2383CB}"/>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398" name="Group 85">
            <a:extLst>
              <a:ext uri="{FF2B5EF4-FFF2-40B4-BE49-F238E27FC236}">
                <a16:creationId xmlns:a16="http://schemas.microsoft.com/office/drawing/2014/main" id="{DE229C35-EFB7-7E46-AC41-FE25C6F4D1DD}"/>
              </a:ext>
            </a:extLst>
          </p:cNvPr>
          <p:cNvGrpSpPr/>
          <p:nvPr/>
        </p:nvGrpSpPr>
        <p:grpSpPr>
          <a:xfrm>
            <a:off x="7444401" y="6314013"/>
            <a:ext cx="491812" cy="491812"/>
            <a:chOff x="0" y="0"/>
            <a:chExt cx="812800" cy="812800"/>
          </a:xfrm>
        </p:grpSpPr>
        <p:sp>
          <p:nvSpPr>
            <p:cNvPr id="399" name="Freeform 86">
              <a:extLst>
                <a:ext uri="{FF2B5EF4-FFF2-40B4-BE49-F238E27FC236}">
                  <a16:creationId xmlns:a16="http://schemas.microsoft.com/office/drawing/2014/main" id="{10A9E2DA-DF84-A041-80DF-1F4BC22544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latin typeface="Arial" panose="020B0604020202020204" pitchFamily="34" charset="0"/>
                <a:cs typeface="Arial" panose="020B0604020202020204" pitchFamily="34" charset="0"/>
              </a:endParaRPr>
            </a:p>
          </p:txBody>
        </p:sp>
        <p:sp>
          <p:nvSpPr>
            <p:cNvPr id="400" name="TextBox 87">
              <a:extLst>
                <a:ext uri="{FF2B5EF4-FFF2-40B4-BE49-F238E27FC236}">
                  <a16:creationId xmlns:a16="http://schemas.microsoft.com/office/drawing/2014/main" id="{DF14C04C-1905-014E-8914-2891012A4A6A}"/>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401" name="Group 31">
            <a:extLst>
              <a:ext uri="{FF2B5EF4-FFF2-40B4-BE49-F238E27FC236}">
                <a16:creationId xmlns:a16="http://schemas.microsoft.com/office/drawing/2014/main" id="{97217BB3-C32F-7044-94D9-28CBFE244A50}"/>
              </a:ext>
            </a:extLst>
          </p:cNvPr>
          <p:cNvGrpSpPr/>
          <p:nvPr/>
        </p:nvGrpSpPr>
        <p:grpSpPr>
          <a:xfrm>
            <a:off x="12954362" y="6366306"/>
            <a:ext cx="491812" cy="491812"/>
            <a:chOff x="0" y="0"/>
            <a:chExt cx="812800" cy="812800"/>
          </a:xfrm>
        </p:grpSpPr>
        <p:sp>
          <p:nvSpPr>
            <p:cNvPr id="402" name="Freeform 32">
              <a:extLst>
                <a:ext uri="{FF2B5EF4-FFF2-40B4-BE49-F238E27FC236}">
                  <a16:creationId xmlns:a16="http://schemas.microsoft.com/office/drawing/2014/main" id="{2A328530-AF57-754B-9858-40E688E01E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403" name="TextBox 33">
              <a:extLst>
                <a:ext uri="{FF2B5EF4-FFF2-40B4-BE49-F238E27FC236}">
                  <a16:creationId xmlns:a16="http://schemas.microsoft.com/office/drawing/2014/main" id="{97E91E8C-28CD-574D-B54D-C98C563DD8FC}"/>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404" name="Group 34">
            <a:extLst>
              <a:ext uri="{FF2B5EF4-FFF2-40B4-BE49-F238E27FC236}">
                <a16:creationId xmlns:a16="http://schemas.microsoft.com/office/drawing/2014/main" id="{A547108F-E6A3-E047-AD0F-6EC19DD5A949}"/>
              </a:ext>
            </a:extLst>
          </p:cNvPr>
          <p:cNvGrpSpPr/>
          <p:nvPr/>
        </p:nvGrpSpPr>
        <p:grpSpPr>
          <a:xfrm>
            <a:off x="13543501" y="6366306"/>
            <a:ext cx="491812" cy="491812"/>
            <a:chOff x="0" y="0"/>
            <a:chExt cx="812800" cy="812800"/>
          </a:xfrm>
        </p:grpSpPr>
        <p:sp>
          <p:nvSpPr>
            <p:cNvPr id="405" name="Freeform 35">
              <a:extLst>
                <a:ext uri="{FF2B5EF4-FFF2-40B4-BE49-F238E27FC236}">
                  <a16:creationId xmlns:a16="http://schemas.microsoft.com/office/drawing/2014/main" id="{5D3810A9-E630-0B45-9E22-0119932B759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406" name="TextBox 36">
              <a:extLst>
                <a:ext uri="{FF2B5EF4-FFF2-40B4-BE49-F238E27FC236}">
                  <a16:creationId xmlns:a16="http://schemas.microsoft.com/office/drawing/2014/main" id="{2EA90814-3BDF-9044-B651-41058A1243AA}"/>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407" name="Group 37">
            <a:extLst>
              <a:ext uri="{FF2B5EF4-FFF2-40B4-BE49-F238E27FC236}">
                <a16:creationId xmlns:a16="http://schemas.microsoft.com/office/drawing/2014/main" id="{1D48E32A-7FDE-914A-96E6-452A6950357E}"/>
              </a:ext>
            </a:extLst>
          </p:cNvPr>
          <p:cNvGrpSpPr/>
          <p:nvPr/>
        </p:nvGrpSpPr>
        <p:grpSpPr>
          <a:xfrm>
            <a:off x="14130563" y="6366306"/>
            <a:ext cx="491812" cy="491812"/>
            <a:chOff x="0" y="0"/>
            <a:chExt cx="812800" cy="812800"/>
          </a:xfrm>
        </p:grpSpPr>
        <p:sp>
          <p:nvSpPr>
            <p:cNvPr id="408" name="Freeform 38">
              <a:extLst>
                <a:ext uri="{FF2B5EF4-FFF2-40B4-BE49-F238E27FC236}">
                  <a16:creationId xmlns:a16="http://schemas.microsoft.com/office/drawing/2014/main" id="{25559812-2816-2341-9BC2-E2F012DC35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409" name="TextBox 39">
              <a:extLst>
                <a:ext uri="{FF2B5EF4-FFF2-40B4-BE49-F238E27FC236}">
                  <a16:creationId xmlns:a16="http://schemas.microsoft.com/office/drawing/2014/main" id="{217EBDD4-E651-4B4F-8679-B104B32CEE2D}"/>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410" name="Group 40">
            <a:extLst>
              <a:ext uri="{FF2B5EF4-FFF2-40B4-BE49-F238E27FC236}">
                <a16:creationId xmlns:a16="http://schemas.microsoft.com/office/drawing/2014/main" id="{5EE58A15-BE2A-E24A-81D0-9F9BB5D07C2A}"/>
              </a:ext>
            </a:extLst>
          </p:cNvPr>
          <p:cNvGrpSpPr/>
          <p:nvPr/>
        </p:nvGrpSpPr>
        <p:grpSpPr>
          <a:xfrm>
            <a:off x="14717625" y="6366306"/>
            <a:ext cx="491812" cy="491812"/>
            <a:chOff x="0" y="0"/>
            <a:chExt cx="812800" cy="812800"/>
          </a:xfrm>
        </p:grpSpPr>
        <p:sp>
          <p:nvSpPr>
            <p:cNvPr id="411" name="Freeform 41">
              <a:extLst>
                <a:ext uri="{FF2B5EF4-FFF2-40B4-BE49-F238E27FC236}">
                  <a16:creationId xmlns:a16="http://schemas.microsoft.com/office/drawing/2014/main" id="{9F5A3B03-3A8A-3A4D-A415-027F0F4430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412" name="TextBox 42">
              <a:extLst>
                <a:ext uri="{FF2B5EF4-FFF2-40B4-BE49-F238E27FC236}">
                  <a16:creationId xmlns:a16="http://schemas.microsoft.com/office/drawing/2014/main" id="{FC1772B0-4046-1149-ACE2-DF8D1C50C2FC}"/>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413" name="Group 43">
            <a:extLst>
              <a:ext uri="{FF2B5EF4-FFF2-40B4-BE49-F238E27FC236}">
                <a16:creationId xmlns:a16="http://schemas.microsoft.com/office/drawing/2014/main" id="{D8BE768D-21AA-E942-BF1B-59185F0F7FA3}"/>
              </a:ext>
            </a:extLst>
          </p:cNvPr>
          <p:cNvGrpSpPr/>
          <p:nvPr/>
        </p:nvGrpSpPr>
        <p:grpSpPr>
          <a:xfrm>
            <a:off x="15304686" y="6366306"/>
            <a:ext cx="491812" cy="491812"/>
            <a:chOff x="0" y="0"/>
            <a:chExt cx="812800" cy="812800"/>
          </a:xfrm>
        </p:grpSpPr>
        <p:sp>
          <p:nvSpPr>
            <p:cNvPr id="414" name="Freeform 44">
              <a:extLst>
                <a:ext uri="{FF2B5EF4-FFF2-40B4-BE49-F238E27FC236}">
                  <a16:creationId xmlns:a16="http://schemas.microsoft.com/office/drawing/2014/main" id="{5E2A3996-D011-6B49-AD04-6C47F3CD43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latin typeface="Arial" panose="020B0604020202020204" pitchFamily="34" charset="0"/>
                <a:cs typeface="Arial" panose="020B0604020202020204" pitchFamily="34" charset="0"/>
              </a:endParaRPr>
            </a:p>
          </p:txBody>
        </p:sp>
        <p:sp>
          <p:nvSpPr>
            <p:cNvPr id="415" name="TextBox 45">
              <a:extLst>
                <a:ext uri="{FF2B5EF4-FFF2-40B4-BE49-F238E27FC236}">
                  <a16:creationId xmlns:a16="http://schemas.microsoft.com/office/drawing/2014/main" id="{9FBD0C73-EF0D-B148-977E-7B5BD19E707D}"/>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416" name="TextBox 37">
            <a:extLst>
              <a:ext uri="{FF2B5EF4-FFF2-40B4-BE49-F238E27FC236}">
                <a16:creationId xmlns:a16="http://schemas.microsoft.com/office/drawing/2014/main" id="{D6F5FEBE-4977-EB40-B222-61B0B54F85EA}"/>
              </a:ext>
            </a:extLst>
          </p:cNvPr>
          <p:cNvSpPr txBox="1"/>
          <p:nvPr/>
        </p:nvSpPr>
        <p:spPr>
          <a:xfrm>
            <a:off x="5770038" y="7493145"/>
            <a:ext cx="3840536" cy="322204"/>
          </a:xfrm>
          <a:prstGeom prst="rect">
            <a:avLst/>
          </a:prstGeom>
        </p:spPr>
        <p:txBody>
          <a:bodyPr wrap="square" lIns="0" tIns="0" rIns="0" bIns="0" rtlCol="0" anchor="t">
            <a:spAutoFit/>
          </a:bodyPr>
          <a:lstStyle/>
          <a:p>
            <a:pPr algn="ctr">
              <a:lnSpc>
                <a:spcPts val="2515"/>
              </a:lnSpc>
            </a:pPr>
            <a:r>
              <a:rPr lang="en-US" sz="280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a:t>
            </a:r>
            <a:endPar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417" name="TextBox 37">
            <a:extLst>
              <a:ext uri="{FF2B5EF4-FFF2-40B4-BE49-F238E27FC236}">
                <a16:creationId xmlns:a16="http://schemas.microsoft.com/office/drawing/2014/main" id="{0DFE9813-95B9-AE4A-86D1-DAF0E77072A7}"/>
              </a:ext>
            </a:extLst>
          </p:cNvPr>
          <p:cNvSpPr txBox="1"/>
          <p:nvPr/>
        </p:nvSpPr>
        <p:spPr>
          <a:xfrm>
            <a:off x="12467871" y="7533622"/>
            <a:ext cx="3840536" cy="322204"/>
          </a:xfrm>
          <a:prstGeom prst="rect">
            <a:avLst/>
          </a:prstGeom>
        </p:spPr>
        <p:txBody>
          <a:bodyPr wrap="square" lIns="0" tIns="0" rIns="0" bIns="0" rtlCol="0" anchor="t">
            <a:spAutoFit/>
          </a:bodyPr>
          <a:lstStyle/>
          <a:p>
            <a:pPr algn="ctr">
              <a:lnSpc>
                <a:spcPts val="2515"/>
              </a:lnSpc>
            </a:pPr>
            <a:r>
              <a:rPr lang="en-US" sz="2800" spc="51" dirty="0">
                <a:solidFill>
                  <a:srgbClr val="263F6B"/>
                </a:solidFill>
                <a:latin typeface="Arial" panose="020B0604020202020204" pitchFamily="34" charset="0"/>
                <a:ea typeface="Arial Unicode MS" panose="020B0604020202020204" pitchFamily="34" charset="-128"/>
                <a:cs typeface="Arial" panose="020B0604020202020204" pitchFamily="34" charset="0"/>
              </a:rPr>
              <a:t>--</a:t>
            </a:r>
            <a:endParaRPr lang="en-US" sz="2550" spc="51" dirty="0">
              <a:solidFill>
                <a:srgbClr val="263F6B"/>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9" name="Freeform 20">
            <a:extLst>
              <a:ext uri="{FF2B5EF4-FFF2-40B4-BE49-F238E27FC236}">
                <a16:creationId xmlns:a16="http://schemas.microsoft.com/office/drawing/2014/main" id="{FD8468BA-C7CE-CD4D-81D0-774EC152DEB9}"/>
              </a:ext>
            </a:extLst>
          </p:cNvPr>
          <p:cNvSpPr/>
          <p:nvPr/>
        </p:nvSpPr>
        <p:spPr>
          <a:xfrm>
            <a:off x="11430209" y="1862461"/>
            <a:ext cx="5818113" cy="971203"/>
          </a:xfrm>
          <a:custGeom>
            <a:avLst/>
            <a:gdLst/>
            <a:ahLst/>
            <a:cxnLst/>
            <a:rect l="l" t="t" r="r" b="b"/>
            <a:pathLst>
              <a:path w="1077214" h="266218">
                <a:moveTo>
                  <a:pt x="0" y="0"/>
                </a:moveTo>
                <a:lnTo>
                  <a:pt x="1077214" y="0"/>
                </a:lnTo>
                <a:lnTo>
                  <a:pt x="1077214" y="266218"/>
                </a:lnTo>
                <a:lnTo>
                  <a:pt x="0" y="266218"/>
                </a:lnTo>
                <a:close/>
              </a:path>
            </a:pathLst>
          </a:custGeom>
          <a:solidFill>
            <a:schemeClr val="bg1">
              <a:lumMod val="50000"/>
            </a:schemeClr>
          </a:solidFill>
        </p:spPr>
        <p:txBody>
          <a:bodyPr/>
          <a:lstStyle/>
          <a:p>
            <a:pPr algn="ctr"/>
            <a:endParaRPr lang="en-CA" b="1" dirty="0">
              <a:solidFill>
                <a:schemeClr val="bg1"/>
              </a:solidFill>
              <a:latin typeface="Arial" panose="020B0604020202020204" pitchFamily="34" charset="0"/>
              <a:cs typeface="Arial" panose="020B0604020202020204" pitchFamily="34" charset="0"/>
            </a:endParaRPr>
          </a:p>
          <a:p>
            <a:pPr algn="ctr"/>
            <a:r>
              <a:rPr lang="en-CA" sz="2400" b="1" dirty="0">
                <a:solidFill>
                  <a:schemeClr val="bg1"/>
                </a:solidFill>
                <a:latin typeface="Arial" panose="020B0604020202020204" pitchFamily="34" charset="0"/>
                <a:cs typeface="Arial" panose="020B0604020202020204" pitchFamily="34" charset="0"/>
              </a:rPr>
              <a:t>Option 2</a:t>
            </a:r>
          </a:p>
        </p:txBody>
      </p:sp>
      <p:grpSp>
        <p:nvGrpSpPr>
          <p:cNvPr id="110" name="Group 10">
            <a:extLst>
              <a:ext uri="{FF2B5EF4-FFF2-40B4-BE49-F238E27FC236}">
                <a16:creationId xmlns:a16="http://schemas.microsoft.com/office/drawing/2014/main" id="{2AC4D5E7-733D-3E45-9564-FF4A5279AE16}"/>
              </a:ext>
            </a:extLst>
          </p:cNvPr>
          <p:cNvGrpSpPr/>
          <p:nvPr/>
        </p:nvGrpSpPr>
        <p:grpSpPr>
          <a:xfrm>
            <a:off x="536248" y="7148843"/>
            <a:ext cx="3503983" cy="872103"/>
            <a:chOff x="-529" y="142265"/>
            <a:chExt cx="922859" cy="281758"/>
          </a:xfrm>
        </p:grpSpPr>
        <p:sp>
          <p:nvSpPr>
            <p:cNvPr id="111" name="Freeform 11">
              <a:extLst>
                <a:ext uri="{FF2B5EF4-FFF2-40B4-BE49-F238E27FC236}">
                  <a16:creationId xmlns:a16="http://schemas.microsoft.com/office/drawing/2014/main" id="{68ABBBD3-EDDF-A64C-A805-264348982C76}"/>
                </a:ext>
              </a:extLst>
            </p:cNvPr>
            <p:cNvSpPr/>
            <p:nvPr/>
          </p:nvSpPr>
          <p:spPr>
            <a:xfrm>
              <a:off x="-529" y="149044"/>
              <a:ext cx="922696" cy="268200"/>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b="1" dirty="0">
                <a:latin typeface="Arial" panose="020B0604020202020204" pitchFamily="34" charset="0"/>
                <a:cs typeface="Arial" panose="020B0604020202020204" pitchFamily="34" charset="0"/>
              </a:endParaRPr>
            </a:p>
          </p:txBody>
        </p:sp>
        <p:sp>
          <p:nvSpPr>
            <p:cNvPr id="112" name="TextBox 12">
              <a:extLst>
                <a:ext uri="{FF2B5EF4-FFF2-40B4-BE49-F238E27FC236}">
                  <a16:creationId xmlns:a16="http://schemas.microsoft.com/office/drawing/2014/main" id="{5ABB35C2-8A7F-CA4A-9F52-891A099E167B}"/>
                </a:ext>
              </a:extLst>
            </p:cNvPr>
            <p:cNvSpPr txBox="1"/>
            <p:nvPr/>
          </p:nvSpPr>
          <p:spPr>
            <a:xfrm>
              <a:off x="-366" y="142265"/>
              <a:ext cx="922696" cy="281758"/>
            </a:xfrm>
            <a:prstGeom prst="rect">
              <a:avLst/>
            </a:prstGeom>
          </p:spPr>
          <p:txBody>
            <a:bodyPr lIns="50800" tIns="50800" rIns="50800" bIns="50800" rtlCol="0" anchor="ctr"/>
            <a:lstStyle/>
            <a:p>
              <a:pPr algn="ctr">
                <a:lnSpc>
                  <a:spcPts val="3250"/>
                </a:lnSpc>
              </a:pPr>
              <a:r>
                <a:rPr lang="en-US" sz="2500" b="1" spc="50" dirty="0">
                  <a:solidFill>
                    <a:srgbClr val="FFFFFF"/>
                  </a:solidFill>
                  <a:latin typeface="Arial" panose="020B0604020202020204" pitchFamily="34" charset="0"/>
                  <a:cs typeface="Arial" panose="020B0604020202020204" pitchFamily="34" charset="0"/>
                </a:rPr>
                <a:t>Criteria</a:t>
              </a:r>
            </a:p>
          </p:txBody>
        </p:sp>
      </p:grpSp>
    </p:spTree>
    <p:extLst>
      <p:ext uri="{BB962C8B-B14F-4D97-AF65-F5344CB8AC3E}">
        <p14:creationId xmlns:p14="http://schemas.microsoft.com/office/powerpoint/2010/main" val="4036927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7073B8-2DA9-2148-4206-2B5C4AAC5A5A}"/>
              </a:ext>
            </a:extLst>
          </p:cNvPr>
          <p:cNvSpPr/>
          <p:nvPr/>
        </p:nvSpPr>
        <p:spPr>
          <a:xfrm>
            <a:off x="748429" y="6919615"/>
            <a:ext cx="17143700" cy="2167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bg1"/>
              </a:solidFill>
              <a:latin typeface="Arial" panose="020B0604020202020204" pitchFamily="34" charset="0"/>
              <a:cs typeface="Arial" panose="020B0604020202020204" pitchFamily="34" charset="0"/>
            </a:endParaRPr>
          </a:p>
        </p:txBody>
      </p:sp>
      <p:sp>
        <p:nvSpPr>
          <p:cNvPr id="22" name="object 28">
            <a:extLst>
              <a:ext uri="{FF2B5EF4-FFF2-40B4-BE49-F238E27FC236}">
                <a16:creationId xmlns:a16="http://schemas.microsoft.com/office/drawing/2014/main" id="{8381E047-86B2-3459-148E-D37838CE3F1B}"/>
              </a:ext>
            </a:extLst>
          </p:cNvPr>
          <p:cNvSpPr/>
          <p:nvPr/>
        </p:nvSpPr>
        <p:spPr>
          <a:xfrm>
            <a:off x="5974000" y="3056379"/>
            <a:ext cx="297212" cy="2140236"/>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E0783E60-697C-3E7D-A760-5D6B93A52551}"/>
              </a:ext>
            </a:extLst>
          </p:cNvPr>
          <p:cNvSpPr/>
          <p:nvPr/>
        </p:nvSpPr>
        <p:spPr>
          <a:xfrm>
            <a:off x="6609914" y="2614521"/>
            <a:ext cx="5591222" cy="1410498"/>
          </a:xfrm>
          <a:prstGeom prst="rect">
            <a:avLst/>
          </a:prstGeom>
          <a:solidFill>
            <a:srgbClr val="263E6B"/>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700">
                <a:solidFill>
                  <a:schemeClr val="bg1"/>
                </a:solidFill>
                <a:latin typeface="Arial" panose="020B0604020202020204" pitchFamily="34" charset="0"/>
                <a:cs typeface="Arial" panose="020B0604020202020204" pitchFamily="34" charset="0"/>
              </a:rPr>
              <a:t>--</a:t>
            </a:r>
          </a:p>
        </p:txBody>
      </p:sp>
      <p:sp>
        <p:nvSpPr>
          <p:cNvPr id="26" name="object 28">
            <a:extLst>
              <a:ext uri="{FF2B5EF4-FFF2-40B4-BE49-F238E27FC236}">
                <a16:creationId xmlns:a16="http://schemas.microsoft.com/office/drawing/2014/main" id="{750A2EA0-10CC-F742-F1DB-178EDB384B0E}"/>
              </a:ext>
            </a:extLst>
          </p:cNvPr>
          <p:cNvSpPr/>
          <p:nvPr/>
        </p:nvSpPr>
        <p:spPr>
          <a:xfrm>
            <a:off x="12571365" y="1858310"/>
            <a:ext cx="555531" cy="4462742"/>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75">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BEA12686-AF4C-FC91-664F-BCBCBB7D2F96}"/>
              </a:ext>
            </a:extLst>
          </p:cNvPr>
          <p:cNvSpPr/>
          <p:nvPr/>
        </p:nvSpPr>
        <p:spPr>
          <a:xfrm>
            <a:off x="3703806" y="7388164"/>
            <a:ext cx="3074409" cy="1369907"/>
          </a:xfrm>
          <a:prstGeom prst="rect">
            <a:avLst/>
          </a:prstGeom>
          <a:solidFill>
            <a:srgbClr val="263E6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solidFill>
                  <a:schemeClr val="bg1"/>
                </a:solidFill>
                <a:latin typeface="Arial" panose="020B0604020202020204" pitchFamily="34" charset="0"/>
                <a:cs typeface="Arial" panose="020B0604020202020204" pitchFamily="34" charset="0"/>
              </a:rPr>
              <a:t>--</a:t>
            </a:r>
          </a:p>
        </p:txBody>
      </p:sp>
      <p:sp>
        <p:nvSpPr>
          <p:cNvPr id="28" name="Rectangle 27">
            <a:extLst>
              <a:ext uri="{FF2B5EF4-FFF2-40B4-BE49-F238E27FC236}">
                <a16:creationId xmlns:a16="http://schemas.microsoft.com/office/drawing/2014/main" id="{5A6B2E8A-9D16-BB86-4AD8-7F60602DEE45}"/>
              </a:ext>
            </a:extLst>
          </p:cNvPr>
          <p:cNvSpPr/>
          <p:nvPr/>
        </p:nvSpPr>
        <p:spPr>
          <a:xfrm>
            <a:off x="8089304" y="7388164"/>
            <a:ext cx="3074409" cy="1369907"/>
          </a:xfrm>
          <a:prstGeom prst="rect">
            <a:avLst/>
          </a:prstGeom>
          <a:solidFill>
            <a:srgbClr val="263E6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solidFill>
                  <a:schemeClr val="bg1"/>
                </a:solidFill>
                <a:latin typeface="Arial" panose="020B0604020202020204" pitchFamily="34" charset="0"/>
                <a:cs typeface="Arial" panose="020B0604020202020204" pitchFamily="34" charset="0"/>
              </a:rPr>
              <a:t>--</a:t>
            </a:r>
          </a:p>
        </p:txBody>
      </p:sp>
      <p:sp>
        <p:nvSpPr>
          <p:cNvPr id="29" name="Rectangle 28">
            <a:extLst>
              <a:ext uri="{FF2B5EF4-FFF2-40B4-BE49-F238E27FC236}">
                <a16:creationId xmlns:a16="http://schemas.microsoft.com/office/drawing/2014/main" id="{D21DBE47-742F-632A-BE1B-6184D2213E86}"/>
              </a:ext>
            </a:extLst>
          </p:cNvPr>
          <p:cNvSpPr/>
          <p:nvPr/>
        </p:nvSpPr>
        <p:spPr>
          <a:xfrm>
            <a:off x="12474802" y="7156004"/>
            <a:ext cx="5188964" cy="1694301"/>
          </a:xfrm>
          <a:prstGeom prst="rect">
            <a:avLst/>
          </a:prstGeom>
          <a:solidFill>
            <a:srgbClr val="2A8BBB"/>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a:solidFill>
                  <a:schemeClr val="bg1">
                    <a:lumMod val="95000"/>
                  </a:schemeClr>
                </a:solidFill>
                <a:latin typeface="Arial" panose="020B0604020202020204" pitchFamily="34" charset="0"/>
                <a:cs typeface="Arial" panose="020B0604020202020204" pitchFamily="34" charset="0"/>
              </a:rPr>
              <a:t>--</a:t>
            </a:r>
          </a:p>
        </p:txBody>
      </p:sp>
      <p:sp>
        <p:nvSpPr>
          <p:cNvPr id="30" name="Plus 12">
            <a:extLst>
              <a:ext uri="{FF2B5EF4-FFF2-40B4-BE49-F238E27FC236}">
                <a16:creationId xmlns:a16="http://schemas.microsoft.com/office/drawing/2014/main" id="{37E0D1BB-D274-F32A-1422-22437AB564F4}"/>
              </a:ext>
            </a:extLst>
          </p:cNvPr>
          <p:cNvSpPr/>
          <p:nvPr/>
        </p:nvSpPr>
        <p:spPr>
          <a:xfrm>
            <a:off x="6968120" y="7591503"/>
            <a:ext cx="937638" cy="829386"/>
          </a:xfrm>
          <a:prstGeom prst="mathPlus">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rial" panose="020B0604020202020204" pitchFamily="34" charset="0"/>
              <a:cs typeface="Arial" panose="020B0604020202020204" pitchFamily="34" charset="0"/>
            </a:endParaRPr>
          </a:p>
        </p:txBody>
      </p:sp>
      <p:sp>
        <p:nvSpPr>
          <p:cNvPr id="31" name="Equal 13">
            <a:extLst>
              <a:ext uri="{FF2B5EF4-FFF2-40B4-BE49-F238E27FC236}">
                <a16:creationId xmlns:a16="http://schemas.microsoft.com/office/drawing/2014/main" id="{1FA7FD38-1747-2616-F87D-19207404D968}"/>
              </a:ext>
            </a:extLst>
          </p:cNvPr>
          <p:cNvSpPr/>
          <p:nvPr/>
        </p:nvSpPr>
        <p:spPr>
          <a:xfrm>
            <a:off x="11437379" y="7636973"/>
            <a:ext cx="763757" cy="732363"/>
          </a:xfrm>
          <a:prstGeom prst="mathEqual">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D9299834-0A0C-5DAA-C22C-67137560364D}"/>
              </a:ext>
            </a:extLst>
          </p:cNvPr>
          <p:cNvSpPr/>
          <p:nvPr/>
        </p:nvSpPr>
        <p:spPr>
          <a:xfrm>
            <a:off x="748430" y="6919614"/>
            <a:ext cx="2722173" cy="21670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200" b="1">
                <a:solidFill>
                  <a:schemeClr val="bg1"/>
                </a:solidFill>
                <a:latin typeface="Arial" panose="020B0604020202020204" pitchFamily="34" charset="0"/>
                <a:cs typeface="Arial" panose="020B0604020202020204" pitchFamily="34" charset="0"/>
              </a:rPr>
              <a:t>Why it works:</a:t>
            </a:r>
          </a:p>
        </p:txBody>
      </p:sp>
      <p:sp>
        <p:nvSpPr>
          <p:cNvPr id="33" name="Rectangle 32">
            <a:extLst>
              <a:ext uri="{FF2B5EF4-FFF2-40B4-BE49-F238E27FC236}">
                <a16:creationId xmlns:a16="http://schemas.microsoft.com/office/drawing/2014/main" id="{D9C3A8B6-E2DF-DD6A-056E-592EB211025F}"/>
              </a:ext>
            </a:extLst>
          </p:cNvPr>
          <p:cNvSpPr/>
          <p:nvPr/>
        </p:nvSpPr>
        <p:spPr>
          <a:xfrm>
            <a:off x="6646945" y="4454551"/>
            <a:ext cx="5591223" cy="1169054"/>
          </a:xfrm>
          <a:prstGeom prst="rect">
            <a:avLst/>
          </a:prstGeom>
          <a:solidFill>
            <a:srgbClr val="263E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a:solidFill>
                  <a:schemeClr val="bg1"/>
                </a:solidFill>
                <a:latin typeface="Arial" panose="020B0604020202020204" pitchFamily="34" charset="0"/>
                <a:cs typeface="Arial" panose="020B0604020202020204" pitchFamily="34" charset="0"/>
              </a:rPr>
              <a:t>--</a:t>
            </a:r>
          </a:p>
        </p:txBody>
      </p:sp>
      <p:sp>
        <p:nvSpPr>
          <p:cNvPr id="34" name="Rectangle 33">
            <a:extLst>
              <a:ext uri="{FF2B5EF4-FFF2-40B4-BE49-F238E27FC236}">
                <a16:creationId xmlns:a16="http://schemas.microsoft.com/office/drawing/2014/main" id="{F57322BA-FF35-9702-11F9-CF1CD3C2EB0B}"/>
              </a:ext>
            </a:extLst>
          </p:cNvPr>
          <p:cNvSpPr/>
          <p:nvPr/>
        </p:nvSpPr>
        <p:spPr>
          <a:xfrm>
            <a:off x="13460093" y="3466447"/>
            <a:ext cx="4370708" cy="1332034"/>
          </a:xfrm>
          <a:prstGeom prst="rect">
            <a:avLst/>
          </a:prstGeom>
          <a:solidFill>
            <a:schemeClr val="bg1"/>
          </a:solid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a:solidFill>
                  <a:srgbClr val="000000"/>
                </a:solidFill>
                <a:latin typeface="Arial" panose="020B0604020202020204" pitchFamily="34" charset="0"/>
                <a:cs typeface="Arial" panose="020B0604020202020204" pitchFamily="34" charset="0"/>
              </a:rPr>
              <a:t>--</a:t>
            </a:r>
            <a:endParaRPr lang="en-US" sz="2700">
              <a:solidFill>
                <a:schemeClr val="tx1"/>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7A45BDF8-9045-A844-F6F2-FAAD1F73F9F6}"/>
              </a:ext>
            </a:extLst>
          </p:cNvPr>
          <p:cNvSpPr/>
          <p:nvPr/>
        </p:nvSpPr>
        <p:spPr>
          <a:xfrm>
            <a:off x="13460093" y="1823574"/>
            <a:ext cx="4370708" cy="1211540"/>
          </a:xfrm>
          <a:prstGeom prst="rect">
            <a:avLst/>
          </a:prstGeom>
          <a:solidFill>
            <a:schemeClr val="bg1"/>
          </a:solid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a:solidFill>
                  <a:schemeClr val="tx1"/>
                </a:solidFill>
                <a:latin typeface="Arial" panose="020B0604020202020204" pitchFamily="34" charset="0"/>
                <a:cs typeface="Arial" panose="020B0604020202020204" pitchFamily="34" charset="0"/>
              </a:rPr>
              <a:t>--</a:t>
            </a:r>
          </a:p>
        </p:txBody>
      </p:sp>
      <p:sp>
        <p:nvSpPr>
          <p:cNvPr id="39" name="Rectangle 38">
            <a:extLst>
              <a:ext uri="{FF2B5EF4-FFF2-40B4-BE49-F238E27FC236}">
                <a16:creationId xmlns:a16="http://schemas.microsoft.com/office/drawing/2014/main" id="{A93081DD-F62A-F34A-AD20-3C9A3702C2CE}"/>
              </a:ext>
            </a:extLst>
          </p:cNvPr>
          <p:cNvSpPr/>
          <p:nvPr/>
        </p:nvSpPr>
        <p:spPr>
          <a:xfrm>
            <a:off x="457198" y="2644656"/>
            <a:ext cx="5074037" cy="1184553"/>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a:solidFill>
                  <a:srgbClr val="263E6B"/>
                </a:solidFill>
                <a:latin typeface="Arial" panose="020B0604020202020204" pitchFamily="34" charset="0"/>
                <a:cs typeface="Arial" panose="020B0604020202020204" pitchFamily="34" charset="0"/>
              </a:rPr>
              <a:t>--</a:t>
            </a:r>
          </a:p>
        </p:txBody>
      </p:sp>
      <p:sp>
        <p:nvSpPr>
          <p:cNvPr id="23" name="Rectangle 22">
            <a:extLst>
              <a:ext uri="{FF2B5EF4-FFF2-40B4-BE49-F238E27FC236}">
                <a16:creationId xmlns:a16="http://schemas.microsoft.com/office/drawing/2014/main" id="{11BB0A00-A8D7-C747-A0C6-9881FCD6E1B6}"/>
              </a:ext>
            </a:extLst>
          </p:cNvPr>
          <p:cNvSpPr/>
          <p:nvPr/>
        </p:nvSpPr>
        <p:spPr>
          <a:xfrm>
            <a:off x="457198" y="4427772"/>
            <a:ext cx="5074037" cy="1184553"/>
          </a:xfrm>
          <a:prstGeom prst="rect">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a:solidFill>
                  <a:srgbClr val="263E6B"/>
                </a:solidFill>
                <a:latin typeface="Arial" panose="020B0604020202020204" pitchFamily="34" charset="0"/>
                <a:cs typeface="Arial" panose="020B0604020202020204" pitchFamily="34" charset="0"/>
              </a:rPr>
              <a:t>--</a:t>
            </a:r>
          </a:p>
        </p:txBody>
      </p:sp>
      <p:sp>
        <p:nvSpPr>
          <p:cNvPr id="36" name="TextBox 44">
            <a:extLst>
              <a:ext uri="{FF2B5EF4-FFF2-40B4-BE49-F238E27FC236}">
                <a16:creationId xmlns:a16="http://schemas.microsoft.com/office/drawing/2014/main" id="{F12C3E32-E039-5044-9A09-396C2B76E7F5}"/>
              </a:ext>
            </a:extLst>
          </p:cNvPr>
          <p:cNvSpPr txBox="1"/>
          <p:nvPr/>
        </p:nvSpPr>
        <p:spPr>
          <a:xfrm>
            <a:off x="2109516" y="2018400"/>
            <a:ext cx="1869033" cy="294953"/>
          </a:xfrm>
          <a:prstGeom prst="rect">
            <a:avLst/>
          </a:prstGeom>
        </p:spPr>
        <p:txBody>
          <a:bodyPr lIns="0" tIns="0" rIns="0" bIns="0" rtlCol="0" anchor="t">
            <a:spAutoFit/>
          </a:bodyPr>
          <a:lstStyle/>
          <a:p>
            <a:pPr>
              <a:lnSpc>
                <a:spcPts val="2324"/>
              </a:lnSpc>
            </a:pPr>
            <a:r>
              <a:rPr lang="en-US" sz="2371" b="1" spc="47">
                <a:solidFill>
                  <a:srgbClr val="263F6B"/>
                </a:solidFill>
                <a:latin typeface="Arial" panose="020B0604020202020204" pitchFamily="34" charset="0"/>
                <a:cs typeface="Arial" panose="020B0604020202020204" pitchFamily="34" charset="0"/>
              </a:rPr>
              <a:t>Challenge</a:t>
            </a:r>
          </a:p>
        </p:txBody>
      </p:sp>
      <p:sp>
        <p:nvSpPr>
          <p:cNvPr id="37" name="TextBox 44">
            <a:extLst>
              <a:ext uri="{FF2B5EF4-FFF2-40B4-BE49-F238E27FC236}">
                <a16:creationId xmlns:a16="http://schemas.microsoft.com/office/drawing/2014/main" id="{FDCB3A79-4AF2-5B40-9EF0-949D829D3001}"/>
              </a:ext>
            </a:extLst>
          </p:cNvPr>
          <p:cNvSpPr txBox="1"/>
          <p:nvPr/>
        </p:nvSpPr>
        <p:spPr>
          <a:xfrm>
            <a:off x="8691991" y="2025380"/>
            <a:ext cx="1869033" cy="294953"/>
          </a:xfrm>
          <a:prstGeom prst="rect">
            <a:avLst/>
          </a:prstGeom>
        </p:spPr>
        <p:txBody>
          <a:bodyPr lIns="0" tIns="0" rIns="0" bIns="0" rtlCol="0" anchor="t">
            <a:spAutoFit/>
          </a:bodyPr>
          <a:lstStyle/>
          <a:p>
            <a:pPr>
              <a:lnSpc>
                <a:spcPts val="2324"/>
              </a:lnSpc>
            </a:pPr>
            <a:r>
              <a:rPr lang="en-US" sz="2371" b="1" spc="47">
                <a:solidFill>
                  <a:srgbClr val="263F6B"/>
                </a:solidFill>
                <a:latin typeface="Arial" panose="020B0604020202020204" pitchFamily="34" charset="0"/>
                <a:cs typeface="Arial" panose="020B0604020202020204" pitchFamily="34" charset="0"/>
              </a:rPr>
              <a:t>Solution</a:t>
            </a:r>
          </a:p>
        </p:txBody>
      </p:sp>
      <p:sp>
        <p:nvSpPr>
          <p:cNvPr id="41" name="Rectangle 40">
            <a:extLst>
              <a:ext uri="{FF2B5EF4-FFF2-40B4-BE49-F238E27FC236}">
                <a16:creationId xmlns:a16="http://schemas.microsoft.com/office/drawing/2014/main" id="{72DC4827-EA7C-5A4D-BE01-5563A7752469}"/>
              </a:ext>
            </a:extLst>
          </p:cNvPr>
          <p:cNvSpPr/>
          <p:nvPr/>
        </p:nvSpPr>
        <p:spPr>
          <a:xfrm>
            <a:off x="13521421" y="5237034"/>
            <a:ext cx="4370708" cy="1332034"/>
          </a:xfrm>
          <a:prstGeom prst="rect">
            <a:avLst/>
          </a:prstGeom>
          <a:solidFill>
            <a:schemeClr val="bg1"/>
          </a:solid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a:solidFill>
                  <a:srgbClr val="000000"/>
                </a:solidFill>
                <a:latin typeface="Arial" panose="020B0604020202020204" pitchFamily="34" charset="0"/>
                <a:cs typeface="Arial" panose="020B0604020202020204" pitchFamily="34" charset="0"/>
              </a:rPr>
              <a:t>--</a:t>
            </a:r>
            <a:endParaRPr lang="en-US" sz="2700">
              <a:solidFill>
                <a:schemeClr val="tx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43BA7EC2-D6AD-E83C-05EB-D3BFFB1EDA4A}"/>
              </a:ext>
            </a:extLst>
          </p:cNvPr>
          <p:cNvSpPr>
            <a:spLocks noGrp="1"/>
          </p:cNvSpPr>
          <p:nvPr>
            <p:ph type="body" sz="quarter" idx="15"/>
          </p:nvPr>
        </p:nvSpPr>
        <p:spPr/>
        <p:txBody>
          <a:bodyPr/>
          <a:lstStyle/>
          <a:p>
            <a:r>
              <a:rPr lang="en-US" dirty="0"/>
              <a:t>Recommendation</a:t>
            </a:r>
          </a:p>
        </p:txBody>
      </p:sp>
      <p:sp>
        <p:nvSpPr>
          <p:cNvPr id="2" name="Text Placeholder 1">
            <a:extLst>
              <a:ext uri="{FF2B5EF4-FFF2-40B4-BE49-F238E27FC236}">
                <a16:creationId xmlns:a16="http://schemas.microsoft.com/office/drawing/2014/main" id="{5F0E35FD-75C7-5B48-1930-7768EC9BD5B6}"/>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C9699D56-3976-E732-2CEE-ED3284B05AEA}"/>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28041016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6E57B6E-BEC1-08C3-40F9-92389FCB6D6B}"/>
              </a:ext>
            </a:extLst>
          </p:cNvPr>
          <p:cNvGrpSpPr/>
          <p:nvPr/>
        </p:nvGrpSpPr>
        <p:grpSpPr>
          <a:xfrm>
            <a:off x="2378824" y="1643634"/>
            <a:ext cx="15213688" cy="714356"/>
            <a:chOff x="5419926" y="1095755"/>
            <a:chExt cx="6551527" cy="476237"/>
          </a:xfrm>
          <a:solidFill>
            <a:srgbClr val="263E6C"/>
          </a:solidFill>
        </p:grpSpPr>
        <p:sp>
          <p:nvSpPr>
            <p:cNvPr id="3" name="Rectangle 2">
              <a:extLst>
                <a:ext uri="{FF2B5EF4-FFF2-40B4-BE49-F238E27FC236}">
                  <a16:creationId xmlns:a16="http://schemas.microsoft.com/office/drawing/2014/main" id="{32C94BD9-9998-48F6-0D87-A48257BDCC0B}"/>
                </a:ext>
              </a:extLst>
            </p:cNvPr>
            <p:cNvSpPr/>
            <p:nvPr/>
          </p:nvSpPr>
          <p:spPr>
            <a:xfrm>
              <a:off x="5419926" y="1102029"/>
              <a:ext cx="3138424" cy="46996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700" b="1" dirty="0">
                  <a:latin typeface="Arial" panose="020B0604020202020204" pitchFamily="34" charset="0"/>
                  <a:cs typeface="Arial" panose="020B0604020202020204" pitchFamily="34" charset="0"/>
                </a:rPr>
                <a:t>Task 1</a:t>
              </a:r>
            </a:p>
          </p:txBody>
        </p:sp>
        <p:sp>
          <p:nvSpPr>
            <p:cNvPr id="4" name="Rectangle 3">
              <a:extLst>
                <a:ext uri="{FF2B5EF4-FFF2-40B4-BE49-F238E27FC236}">
                  <a16:creationId xmlns:a16="http://schemas.microsoft.com/office/drawing/2014/main" id="{2AF9C686-6626-E6E8-E481-0C24A6E20B44}"/>
                </a:ext>
              </a:extLst>
            </p:cNvPr>
            <p:cNvSpPr/>
            <p:nvPr/>
          </p:nvSpPr>
          <p:spPr>
            <a:xfrm>
              <a:off x="8833029" y="1095755"/>
              <a:ext cx="3138424" cy="46996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400" b="1" dirty="0">
                  <a:latin typeface="Arial" panose="020B0604020202020204" pitchFamily="34" charset="0"/>
                  <a:cs typeface="Arial" panose="020B0604020202020204" pitchFamily="34" charset="0"/>
                </a:rPr>
                <a:t>Task 2</a:t>
              </a:r>
            </a:p>
          </p:txBody>
        </p:sp>
      </p:grpSp>
      <p:sp>
        <p:nvSpPr>
          <p:cNvPr id="9" name="Rectangle 8">
            <a:extLst>
              <a:ext uri="{FF2B5EF4-FFF2-40B4-BE49-F238E27FC236}">
                <a16:creationId xmlns:a16="http://schemas.microsoft.com/office/drawing/2014/main" id="{479AA9DE-3822-9BE3-A2B8-E805BAC94D00}"/>
              </a:ext>
            </a:extLst>
          </p:cNvPr>
          <p:cNvSpPr/>
          <p:nvPr/>
        </p:nvSpPr>
        <p:spPr>
          <a:xfrm>
            <a:off x="2420032" y="2495612"/>
            <a:ext cx="7229186" cy="1409650"/>
          </a:xfrm>
          <a:prstGeom prst="rect">
            <a:avLst/>
          </a:prstGeom>
          <a:solidFill>
            <a:srgbClr val="DFD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700" dirty="0">
                <a:solidFill>
                  <a:schemeClr val="tx1"/>
                </a:solidFill>
                <a:latin typeface="Arial" panose="020B0604020202020204" pitchFamily="34" charset="0"/>
                <a:cs typeface="Arial" panose="020B0604020202020204" pitchFamily="34" charset="0"/>
              </a:rPr>
              <a:t>Explanation</a:t>
            </a:r>
          </a:p>
        </p:txBody>
      </p:sp>
      <p:sp>
        <p:nvSpPr>
          <p:cNvPr id="17" name="Rectangle 16">
            <a:extLst>
              <a:ext uri="{FF2B5EF4-FFF2-40B4-BE49-F238E27FC236}">
                <a16:creationId xmlns:a16="http://schemas.microsoft.com/office/drawing/2014/main" id="{9E305B51-0CE2-2F4D-82F2-4A05A4A9F250}"/>
              </a:ext>
            </a:extLst>
          </p:cNvPr>
          <p:cNvSpPr/>
          <p:nvPr/>
        </p:nvSpPr>
        <p:spPr>
          <a:xfrm>
            <a:off x="10363326" y="2495613"/>
            <a:ext cx="7229186" cy="1409650"/>
          </a:xfrm>
          <a:prstGeom prst="rect">
            <a:avLst/>
          </a:prstGeom>
          <a:solidFill>
            <a:srgbClr val="DFD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700" dirty="0">
                <a:solidFill>
                  <a:schemeClr val="tx1"/>
                </a:solidFill>
                <a:latin typeface="Arial" panose="020B0604020202020204" pitchFamily="34" charset="0"/>
                <a:cs typeface="Arial" panose="020B0604020202020204" pitchFamily="34" charset="0"/>
              </a:rPr>
              <a:t>Explanation</a:t>
            </a:r>
          </a:p>
        </p:txBody>
      </p:sp>
      <p:sp>
        <p:nvSpPr>
          <p:cNvPr id="31" name="TextBox 44">
            <a:extLst>
              <a:ext uri="{FF2B5EF4-FFF2-40B4-BE49-F238E27FC236}">
                <a16:creationId xmlns:a16="http://schemas.microsoft.com/office/drawing/2014/main" id="{5C028004-17CF-D246-943C-3851A0D9FCAE}"/>
              </a:ext>
            </a:extLst>
          </p:cNvPr>
          <p:cNvSpPr txBox="1"/>
          <p:nvPr/>
        </p:nvSpPr>
        <p:spPr>
          <a:xfrm>
            <a:off x="517317" y="7084870"/>
            <a:ext cx="1869033" cy="294953"/>
          </a:xfrm>
          <a:prstGeom prst="rect">
            <a:avLst/>
          </a:prstGeom>
        </p:spPr>
        <p:txBody>
          <a:bodyPr lIns="0" tIns="0" rIns="0" bIns="0" rtlCol="0" anchor="t">
            <a:spAutoFit/>
          </a:bodyPr>
          <a:lstStyle/>
          <a:p>
            <a:pPr>
              <a:lnSpc>
                <a:spcPts val="2324"/>
              </a:lnSpc>
            </a:pPr>
            <a:r>
              <a:rPr lang="en-US" sz="2371" b="1" spc="47">
                <a:latin typeface="Arial" panose="020B0604020202020204" pitchFamily="34" charset="0"/>
                <a:cs typeface="Arial" panose="020B0604020202020204" pitchFamily="34" charset="0"/>
              </a:rPr>
              <a:t>IMPACT</a:t>
            </a:r>
          </a:p>
        </p:txBody>
      </p:sp>
      <p:sp>
        <p:nvSpPr>
          <p:cNvPr id="32" name="TextBox 44">
            <a:extLst>
              <a:ext uri="{FF2B5EF4-FFF2-40B4-BE49-F238E27FC236}">
                <a16:creationId xmlns:a16="http://schemas.microsoft.com/office/drawing/2014/main" id="{037ADF03-77FD-C94C-9FC9-965AA4C57001}"/>
              </a:ext>
            </a:extLst>
          </p:cNvPr>
          <p:cNvSpPr txBox="1"/>
          <p:nvPr/>
        </p:nvSpPr>
        <p:spPr>
          <a:xfrm>
            <a:off x="398128" y="2593929"/>
            <a:ext cx="1869033" cy="294953"/>
          </a:xfrm>
          <a:prstGeom prst="rect">
            <a:avLst/>
          </a:prstGeom>
        </p:spPr>
        <p:txBody>
          <a:bodyPr lIns="0" tIns="0" rIns="0" bIns="0" rtlCol="0" anchor="t">
            <a:spAutoFit/>
          </a:bodyPr>
          <a:lstStyle/>
          <a:p>
            <a:pPr>
              <a:lnSpc>
                <a:spcPts val="2324"/>
              </a:lnSpc>
            </a:pPr>
            <a:r>
              <a:rPr lang="en-US" sz="2371" b="1" spc="47">
                <a:latin typeface="Arial" panose="020B0604020202020204" pitchFamily="34" charset="0"/>
                <a:cs typeface="Arial" panose="020B0604020202020204" pitchFamily="34" charset="0"/>
              </a:rPr>
              <a:t>SOLUTION</a:t>
            </a:r>
          </a:p>
        </p:txBody>
      </p:sp>
      <p:sp>
        <p:nvSpPr>
          <p:cNvPr id="25" name="TextBox 24">
            <a:extLst>
              <a:ext uri="{FF2B5EF4-FFF2-40B4-BE49-F238E27FC236}">
                <a16:creationId xmlns:a16="http://schemas.microsoft.com/office/drawing/2014/main" id="{0FFE3362-C31A-5149-8EA4-B8110398AA83}"/>
              </a:ext>
            </a:extLst>
          </p:cNvPr>
          <p:cNvSpPr txBox="1"/>
          <p:nvPr/>
        </p:nvSpPr>
        <p:spPr>
          <a:xfrm>
            <a:off x="2369917" y="7086025"/>
            <a:ext cx="7327170" cy="885825"/>
          </a:xfrm>
          <a:prstGeom prst="rect">
            <a:avLst/>
          </a:prstGeom>
          <a:noFill/>
          <a:ln w="28575">
            <a:solidFill>
              <a:srgbClr val="00B050"/>
            </a:solidFill>
            <a:prstDash val="dash"/>
          </a:ln>
        </p:spPr>
        <p:txBody>
          <a:bodyPr lIns="50800" tIns="50800" rIns="50800" bIns="50800" rtlCol="0" anchor="ctr"/>
          <a:lstStyle/>
          <a:p>
            <a:pPr algn="ctr">
              <a:lnSpc>
                <a:spcPts val="3250"/>
              </a:lnSpc>
            </a:pPr>
            <a:r>
              <a:rPr lang="en-CA" sz="2400" i="0" dirty="0">
                <a:effectLst/>
                <a:latin typeface="Arial" panose="020B0604020202020204" pitchFamily="34" charset="0"/>
                <a:cs typeface="Arial" panose="020B0604020202020204" pitchFamily="34" charset="0"/>
              </a:rPr>
              <a:t>Impact</a:t>
            </a:r>
            <a:endParaRPr lang="en-US" sz="1000" spc="50" dirty="0">
              <a:latin typeface="Arial" panose="020B0604020202020204" pitchFamily="34" charset="0"/>
              <a:cs typeface="Arial" panose="020B0604020202020204" pitchFamily="34" charset="0"/>
            </a:endParaRPr>
          </a:p>
        </p:txBody>
      </p:sp>
      <p:sp>
        <p:nvSpPr>
          <p:cNvPr id="27" name="Plus 12">
            <a:extLst>
              <a:ext uri="{FF2B5EF4-FFF2-40B4-BE49-F238E27FC236}">
                <a16:creationId xmlns:a16="http://schemas.microsoft.com/office/drawing/2014/main" id="{445D0102-B6B8-AE44-8968-98DCF0661857}"/>
              </a:ext>
            </a:extLst>
          </p:cNvPr>
          <p:cNvSpPr/>
          <p:nvPr/>
        </p:nvSpPr>
        <p:spPr>
          <a:xfrm>
            <a:off x="9524420" y="4750227"/>
            <a:ext cx="937638" cy="829386"/>
          </a:xfrm>
          <a:prstGeom prst="mathPlus">
            <a:avLst/>
          </a:prstGeom>
          <a:solidFill>
            <a:srgbClr val="9494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rial" panose="020B0604020202020204" pitchFamily="34" charset="0"/>
              <a:cs typeface="Arial" panose="020B0604020202020204" pitchFamily="34" charset="0"/>
            </a:endParaRPr>
          </a:p>
        </p:txBody>
      </p:sp>
      <p:sp>
        <p:nvSpPr>
          <p:cNvPr id="12" name="Slide Number Placeholder 11">
            <a:extLst>
              <a:ext uri="{FF2B5EF4-FFF2-40B4-BE49-F238E27FC236}">
                <a16:creationId xmlns:a16="http://schemas.microsoft.com/office/drawing/2014/main" id="{93129CF5-ABD6-0E0F-3592-608482B47979}"/>
              </a:ext>
            </a:extLst>
          </p:cNvPr>
          <p:cNvSpPr>
            <a:spLocks noGrp="1"/>
          </p:cNvSpPr>
          <p:nvPr>
            <p:ph type="sldNum" sz="quarter" idx="12"/>
          </p:nvPr>
        </p:nvSpPr>
        <p:spPr/>
        <p:txBody>
          <a:bodyPr/>
          <a:lstStyle/>
          <a:p>
            <a:fld id="{B6F15528-21DE-4FAA-801E-634DDDAF4B2B}" type="slidenum">
              <a:rPr lang="en-US" smtClean="0"/>
              <a:pPr/>
              <a:t>61</a:t>
            </a:fld>
            <a:endParaRPr lang="en-US"/>
          </a:p>
        </p:txBody>
      </p:sp>
      <p:sp>
        <p:nvSpPr>
          <p:cNvPr id="14" name="Text Placeholder 13">
            <a:extLst>
              <a:ext uri="{FF2B5EF4-FFF2-40B4-BE49-F238E27FC236}">
                <a16:creationId xmlns:a16="http://schemas.microsoft.com/office/drawing/2014/main" id="{AC8C8AC4-38A6-1944-A297-81A6E555B1FB}"/>
              </a:ext>
            </a:extLst>
          </p:cNvPr>
          <p:cNvSpPr>
            <a:spLocks noGrp="1"/>
          </p:cNvSpPr>
          <p:nvPr>
            <p:ph type="body" sz="quarter" idx="15"/>
          </p:nvPr>
        </p:nvSpPr>
        <p:spPr/>
        <p:txBody>
          <a:bodyPr/>
          <a:lstStyle/>
          <a:p>
            <a:r>
              <a:rPr lang="en-US" dirty="0"/>
              <a:t>Recommendation</a:t>
            </a:r>
          </a:p>
        </p:txBody>
      </p:sp>
      <p:sp>
        <p:nvSpPr>
          <p:cNvPr id="13" name="Text Placeholder 12">
            <a:extLst>
              <a:ext uri="{FF2B5EF4-FFF2-40B4-BE49-F238E27FC236}">
                <a16:creationId xmlns:a16="http://schemas.microsoft.com/office/drawing/2014/main" id="{D2980A08-6BE6-DB4E-9FCF-CA3701E027EB}"/>
              </a:ext>
            </a:extLst>
          </p:cNvPr>
          <p:cNvSpPr>
            <a:spLocks noGrp="1"/>
          </p:cNvSpPr>
          <p:nvPr>
            <p:ph type="body" sz="quarter" idx="14"/>
          </p:nvPr>
        </p:nvSpPr>
        <p:spPr/>
        <p:txBody>
          <a:bodyPr/>
          <a:lstStyle/>
          <a:p>
            <a:endParaRPr lang="en-US"/>
          </a:p>
        </p:txBody>
      </p:sp>
      <p:sp>
        <p:nvSpPr>
          <p:cNvPr id="15" name="Text Placeholder 14">
            <a:extLst>
              <a:ext uri="{FF2B5EF4-FFF2-40B4-BE49-F238E27FC236}">
                <a16:creationId xmlns:a16="http://schemas.microsoft.com/office/drawing/2014/main" id="{DA458B6A-739F-E547-83A3-954387169232}"/>
              </a:ext>
            </a:extLst>
          </p:cNvPr>
          <p:cNvSpPr>
            <a:spLocks noGrp="1"/>
          </p:cNvSpPr>
          <p:nvPr>
            <p:ph type="body" sz="quarter" idx="16"/>
          </p:nvPr>
        </p:nvSpPr>
        <p:spPr/>
        <p:txBody>
          <a:bodyPr/>
          <a:lstStyle/>
          <a:p>
            <a:endParaRPr lang="en-US"/>
          </a:p>
        </p:txBody>
      </p:sp>
      <p:sp>
        <p:nvSpPr>
          <p:cNvPr id="29" name="TextBox 9">
            <a:extLst>
              <a:ext uri="{FF2B5EF4-FFF2-40B4-BE49-F238E27FC236}">
                <a16:creationId xmlns:a16="http://schemas.microsoft.com/office/drawing/2014/main" id="{A532E792-9B80-7E4F-AECE-1E4B24B8C24B}"/>
              </a:ext>
            </a:extLst>
          </p:cNvPr>
          <p:cNvSpPr txBox="1"/>
          <p:nvPr/>
        </p:nvSpPr>
        <p:spPr>
          <a:xfrm>
            <a:off x="11805647" y="4533078"/>
            <a:ext cx="5201988" cy="1113622"/>
          </a:xfrm>
          <a:prstGeom prst="rect">
            <a:avLst/>
          </a:prstGeom>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Photo</a:t>
            </a:r>
            <a:endParaRPr lang="en-US" sz="2400" spc="50" dirty="0">
              <a:latin typeface="Arial" panose="020B0604020202020204" pitchFamily="34" charset="0"/>
              <a:cs typeface="Arial" panose="020B0604020202020204" pitchFamily="34" charset="0"/>
            </a:endParaRPr>
          </a:p>
        </p:txBody>
      </p:sp>
      <p:sp>
        <p:nvSpPr>
          <p:cNvPr id="30" name="TextBox 9">
            <a:extLst>
              <a:ext uri="{FF2B5EF4-FFF2-40B4-BE49-F238E27FC236}">
                <a16:creationId xmlns:a16="http://schemas.microsoft.com/office/drawing/2014/main" id="{3A9AA64E-927B-514F-97AF-936AACC92E33}"/>
              </a:ext>
            </a:extLst>
          </p:cNvPr>
          <p:cNvSpPr txBox="1"/>
          <p:nvPr/>
        </p:nvSpPr>
        <p:spPr>
          <a:xfrm>
            <a:off x="3330871" y="4608109"/>
            <a:ext cx="5201988" cy="1113622"/>
          </a:xfrm>
          <a:prstGeom prst="rect">
            <a:avLst/>
          </a:prstGeom>
        </p:spPr>
        <p:txBody>
          <a:bodyPr lIns="50800" tIns="50800" rIns="50800" bIns="50800" rtlCol="0" anchor="ctr"/>
          <a:lstStyle/>
          <a:p>
            <a:pPr algn="ctr">
              <a:lnSpc>
                <a:spcPts val="3250"/>
              </a:lnSpc>
            </a:pPr>
            <a:r>
              <a:rPr lang="en-US" sz="2000" spc="50" dirty="0">
                <a:latin typeface="Arial" panose="020B0604020202020204" pitchFamily="34" charset="0"/>
                <a:cs typeface="Arial" panose="020B0604020202020204" pitchFamily="34" charset="0"/>
              </a:rPr>
              <a:t>Photo</a:t>
            </a:r>
            <a:endParaRPr lang="en-US" sz="2400" spc="5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CA3F39BC-330D-6B41-8B44-4F237C693388}"/>
              </a:ext>
            </a:extLst>
          </p:cNvPr>
          <p:cNvSpPr txBox="1"/>
          <p:nvPr/>
        </p:nvSpPr>
        <p:spPr>
          <a:xfrm>
            <a:off x="10363326" y="7080703"/>
            <a:ext cx="7229186" cy="885825"/>
          </a:xfrm>
          <a:prstGeom prst="rect">
            <a:avLst/>
          </a:prstGeom>
          <a:noFill/>
          <a:ln w="28575">
            <a:solidFill>
              <a:srgbClr val="00B050"/>
            </a:solidFill>
            <a:prstDash val="dash"/>
          </a:ln>
        </p:spPr>
        <p:txBody>
          <a:bodyPr lIns="50800" tIns="50800" rIns="50800" bIns="50800" rtlCol="0" anchor="ctr"/>
          <a:lstStyle/>
          <a:p>
            <a:pPr algn="ctr">
              <a:lnSpc>
                <a:spcPts val="3250"/>
              </a:lnSpc>
            </a:pPr>
            <a:r>
              <a:rPr lang="en-CA" sz="2400" i="0" dirty="0">
                <a:effectLst/>
                <a:latin typeface="Arial" panose="020B0604020202020204" pitchFamily="34" charset="0"/>
                <a:cs typeface="Arial" panose="020B0604020202020204" pitchFamily="34" charset="0"/>
              </a:rPr>
              <a:t>Impact</a:t>
            </a:r>
            <a:endParaRPr lang="en-US" sz="1000" spc="5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76CE6070-6FB2-3846-8D1A-DB5E78EE36C4}"/>
              </a:ext>
            </a:extLst>
          </p:cNvPr>
          <p:cNvSpPr txBox="1"/>
          <p:nvPr/>
        </p:nvSpPr>
        <p:spPr>
          <a:xfrm>
            <a:off x="2359199" y="8189229"/>
            <a:ext cx="7327170" cy="885825"/>
          </a:xfrm>
          <a:prstGeom prst="rect">
            <a:avLst/>
          </a:prstGeom>
          <a:noFill/>
          <a:ln w="28575">
            <a:solidFill>
              <a:srgbClr val="00B050"/>
            </a:solidFill>
            <a:prstDash val="dash"/>
          </a:ln>
        </p:spPr>
        <p:txBody>
          <a:bodyPr lIns="50800" tIns="50800" rIns="50800" bIns="50800" rtlCol="0" anchor="ctr"/>
          <a:lstStyle/>
          <a:p>
            <a:pPr algn="ctr">
              <a:lnSpc>
                <a:spcPts val="3250"/>
              </a:lnSpc>
            </a:pPr>
            <a:r>
              <a:rPr lang="en-CA" sz="2400" i="0" dirty="0">
                <a:effectLst/>
                <a:latin typeface="Arial" panose="020B0604020202020204" pitchFamily="34" charset="0"/>
                <a:cs typeface="Arial" panose="020B0604020202020204" pitchFamily="34" charset="0"/>
              </a:rPr>
              <a:t>Impact</a:t>
            </a:r>
            <a:endParaRPr lang="en-US" sz="1000" spc="5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2D38357B-6079-B14F-B96B-F3A2CDA2A858}"/>
              </a:ext>
            </a:extLst>
          </p:cNvPr>
          <p:cNvSpPr txBox="1"/>
          <p:nvPr/>
        </p:nvSpPr>
        <p:spPr>
          <a:xfrm>
            <a:off x="10363326" y="8200453"/>
            <a:ext cx="7229186" cy="885825"/>
          </a:xfrm>
          <a:prstGeom prst="rect">
            <a:avLst/>
          </a:prstGeom>
          <a:noFill/>
          <a:ln w="28575">
            <a:solidFill>
              <a:srgbClr val="00B050"/>
            </a:solidFill>
            <a:prstDash val="dash"/>
          </a:ln>
        </p:spPr>
        <p:txBody>
          <a:bodyPr lIns="50800" tIns="50800" rIns="50800" bIns="50800" rtlCol="0" anchor="ctr"/>
          <a:lstStyle/>
          <a:p>
            <a:pPr algn="ctr">
              <a:lnSpc>
                <a:spcPts val="3250"/>
              </a:lnSpc>
            </a:pPr>
            <a:r>
              <a:rPr lang="en-CA" sz="2400" i="0" dirty="0">
                <a:effectLst/>
                <a:latin typeface="Arial" panose="020B0604020202020204" pitchFamily="34" charset="0"/>
                <a:cs typeface="Arial" panose="020B0604020202020204" pitchFamily="34" charset="0"/>
              </a:rPr>
              <a:t>Impact</a:t>
            </a:r>
            <a:endParaRPr lang="en-US" sz="1000" spc="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50472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BAFC15-6B0D-B246-E677-8B4C66054FA2}"/>
              </a:ext>
            </a:extLst>
          </p:cNvPr>
          <p:cNvSpPr/>
          <p:nvPr/>
        </p:nvSpPr>
        <p:spPr>
          <a:xfrm>
            <a:off x="414668" y="1907261"/>
            <a:ext cx="2728584" cy="161093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bg1"/>
                </a:solidFill>
                <a:latin typeface="Arial" panose="020B0604020202020204" pitchFamily="34" charset="0"/>
                <a:cs typeface="Arial" panose="020B0604020202020204" pitchFamily="34" charset="0"/>
              </a:rPr>
              <a:t>--</a:t>
            </a:r>
            <a:endParaRPr lang="en-US">
              <a:solidFill>
                <a:schemeClr val="bg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D5E45DB2-C1D8-E08D-3345-30D3447116B2}"/>
              </a:ext>
            </a:extLst>
          </p:cNvPr>
          <p:cNvSpPr/>
          <p:nvPr/>
        </p:nvSpPr>
        <p:spPr>
          <a:xfrm>
            <a:off x="9144000" y="8071977"/>
            <a:ext cx="8729333" cy="1029412"/>
          </a:xfrm>
          <a:prstGeom prst="rect">
            <a:avLst/>
          </a:prstGeom>
          <a:solidFill>
            <a:srgbClr val="DFDDDE"/>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1F1F1F"/>
                </a:solidFill>
                <a:latin typeface="Arial" panose="020B0604020202020204" pitchFamily="34" charset="0"/>
                <a:cs typeface="Arial" panose="020B0604020202020204" pitchFamily="34" charset="0"/>
              </a:rPr>
              <a:t>--</a:t>
            </a:r>
          </a:p>
        </p:txBody>
      </p:sp>
      <p:sp>
        <p:nvSpPr>
          <p:cNvPr id="9" name="Rectangle 8">
            <a:extLst>
              <a:ext uri="{FF2B5EF4-FFF2-40B4-BE49-F238E27FC236}">
                <a16:creationId xmlns:a16="http://schemas.microsoft.com/office/drawing/2014/main" id="{C8058458-E83E-52EC-7CD2-1F0A53155CFA}"/>
              </a:ext>
            </a:extLst>
          </p:cNvPr>
          <p:cNvSpPr/>
          <p:nvPr/>
        </p:nvSpPr>
        <p:spPr>
          <a:xfrm>
            <a:off x="414666" y="5781781"/>
            <a:ext cx="17458667" cy="631828"/>
          </a:xfrm>
          <a:prstGeom prst="rect">
            <a:avLst/>
          </a:prstGeom>
          <a:solidFill>
            <a:srgbClr val="263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Arial" panose="020B0604020202020204" pitchFamily="34" charset="0"/>
                <a:cs typeface="Arial" panose="020B0604020202020204" pitchFamily="34" charset="0"/>
              </a:rPr>
              <a:t>Impacts</a:t>
            </a:r>
          </a:p>
        </p:txBody>
      </p:sp>
      <p:sp>
        <p:nvSpPr>
          <p:cNvPr id="11" name="Rectangle 10">
            <a:extLst>
              <a:ext uri="{FF2B5EF4-FFF2-40B4-BE49-F238E27FC236}">
                <a16:creationId xmlns:a16="http://schemas.microsoft.com/office/drawing/2014/main" id="{0525403F-DF19-8154-1A6E-806D5DA42B4C}"/>
              </a:ext>
            </a:extLst>
          </p:cNvPr>
          <p:cNvSpPr/>
          <p:nvPr/>
        </p:nvSpPr>
        <p:spPr>
          <a:xfrm>
            <a:off x="1854789" y="6662597"/>
            <a:ext cx="5507304" cy="105912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bg1"/>
                </a:solidFill>
                <a:latin typeface="Arial" panose="020B0604020202020204" pitchFamily="34" charset="0"/>
                <a:cs typeface="Arial" panose="020B0604020202020204" pitchFamily="34" charset="0"/>
              </a:rPr>
              <a:t>--</a:t>
            </a:r>
          </a:p>
        </p:txBody>
      </p:sp>
      <p:sp>
        <p:nvSpPr>
          <p:cNvPr id="12" name="Oval 11">
            <a:extLst>
              <a:ext uri="{FF2B5EF4-FFF2-40B4-BE49-F238E27FC236}">
                <a16:creationId xmlns:a16="http://schemas.microsoft.com/office/drawing/2014/main" id="{86504A7E-D0A6-BBC4-82DA-8AF933C38B40}"/>
              </a:ext>
            </a:extLst>
          </p:cNvPr>
          <p:cNvSpPr/>
          <p:nvPr/>
        </p:nvSpPr>
        <p:spPr>
          <a:xfrm>
            <a:off x="414666" y="6579457"/>
            <a:ext cx="1074468" cy="1059128"/>
          </a:xfrm>
          <a:prstGeom prst="ellipse">
            <a:avLst/>
          </a:prstGeom>
          <a:solidFill>
            <a:srgbClr val="263E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a:solidFill>
                  <a:schemeClr val="bg1"/>
                </a:solidFill>
                <a:latin typeface="Arial" panose="020B0604020202020204" pitchFamily="34" charset="0"/>
                <a:cs typeface="Arial" panose="020B0604020202020204" pitchFamily="34" charset="0"/>
              </a:rPr>
              <a:t>1</a:t>
            </a:r>
          </a:p>
        </p:txBody>
      </p:sp>
      <p:sp>
        <p:nvSpPr>
          <p:cNvPr id="14" name="Rectangle 13">
            <a:extLst>
              <a:ext uri="{FF2B5EF4-FFF2-40B4-BE49-F238E27FC236}">
                <a16:creationId xmlns:a16="http://schemas.microsoft.com/office/drawing/2014/main" id="{9B595099-255F-491F-943F-32A9C86CF87E}"/>
              </a:ext>
            </a:extLst>
          </p:cNvPr>
          <p:cNvSpPr/>
          <p:nvPr/>
        </p:nvSpPr>
        <p:spPr>
          <a:xfrm>
            <a:off x="9160480" y="6660920"/>
            <a:ext cx="8712853" cy="1099762"/>
          </a:xfrm>
          <a:prstGeom prst="rect">
            <a:avLst/>
          </a:prstGeom>
          <a:solidFill>
            <a:srgbClr val="DFDDD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0000"/>
                </a:solidFill>
                <a:latin typeface="Arial" panose="020B0604020202020204" pitchFamily="34" charset="0"/>
                <a:cs typeface="Arial" panose="020B0604020202020204" pitchFamily="34" charset="0"/>
              </a:rPr>
              <a:t>--</a:t>
            </a:r>
            <a:endParaRPr lang="en-US" sz="2400">
              <a:solidFill>
                <a:schemeClr val="tx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E58632B9-3B33-9690-D741-46BDB800FE54}"/>
              </a:ext>
            </a:extLst>
          </p:cNvPr>
          <p:cNvSpPr/>
          <p:nvPr/>
        </p:nvSpPr>
        <p:spPr>
          <a:xfrm>
            <a:off x="1854789" y="8071975"/>
            <a:ext cx="5507304" cy="102941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A" sz="2000" b="1">
                <a:solidFill>
                  <a:schemeClr val="bg1"/>
                </a:solidFill>
                <a:latin typeface="Arial" panose="020B0604020202020204" pitchFamily="34" charset="0"/>
                <a:cs typeface="Arial" panose="020B0604020202020204" pitchFamily="34" charset="0"/>
              </a:rPr>
              <a:t>--</a:t>
            </a:r>
          </a:p>
        </p:txBody>
      </p:sp>
      <p:sp>
        <p:nvSpPr>
          <p:cNvPr id="16" name="Oval 15">
            <a:extLst>
              <a:ext uri="{FF2B5EF4-FFF2-40B4-BE49-F238E27FC236}">
                <a16:creationId xmlns:a16="http://schemas.microsoft.com/office/drawing/2014/main" id="{4651A49E-7CA4-2235-E8B4-BEC491CDE8F4}"/>
              </a:ext>
            </a:extLst>
          </p:cNvPr>
          <p:cNvSpPr/>
          <p:nvPr/>
        </p:nvSpPr>
        <p:spPr>
          <a:xfrm>
            <a:off x="414666" y="8018789"/>
            <a:ext cx="1074468" cy="1059128"/>
          </a:xfrm>
          <a:prstGeom prst="ellipse">
            <a:avLst/>
          </a:prstGeom>
          <a:solidFill>
            <a:srgbClr val="263E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a:solidFill>
                  <a:schemeClr val="bg1"/>
                </a:solidFill>
                <a:latin typeface="Arial" panose="020B0604020202020204" pitchFamily="34" charset="0"/>
                <a:cs typeface="Arial" panose="020B0604020202020204" pitchFamily="34" charset="0"/>
              </a:rPr>
              <a:t>2</a:t>
            </a:r>
          </a:p>
        </p:txBody>
      </p:sp>
      <p:sp>
        <p:nvSpPr>
          <p:cNvPr id="18" name="Rectangle 17">
            <a:extLst>
              <a:ext uri="{FF2B5EF4-FFF2-40B4-BE49-F238E27FC236}">
                <a16:creationId xmlns:a16="http://schemas.microsoft.com/office/drawing/2014/main" id="{964A2712-9C03-30EB-08D5-EEAFF871D47E}"/>
              </a:ext>
            </a:extLst>
          </p:cNvPr>
          <p:cNvSpPr/>
          <p:nvPr/>
        </p:nvSpPr>
        <p:spPr>
          <a:xfrm>
            <a:off x="3381375" y="1907258"/>
            <a:ext cx="7792107" cy="1610936"/>
          </a:xfrm>
          <a:prstGeom prst="rect">
            <a:avLst/>
          </a:prstGeom>
          <a:solidFill>
            <a:srgbClr val="DFDDDE"/>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191919"/>
                </a:solidFill>
                <a:latin typeface="Arial" panose="020B0604020202020204" pitchFamily="34" charset="0"/>
                <a:cs typeface="Arial" panose="020B0604020202020204" pitchFamily="34" charset="0"/>
              </a:rPr>
              <a:t>--</a:t>
            </a:r>
            <a:endParaRPr lang="en-US" sz="2400" b="1">
              <a:solidFill>
                <a:schemeClr val="tx1"/>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DEF5742D-C49F-292E-C226-28AF085E557C}"/>
              </a:ext>
            </a:extLst>
          </p:cNvPr>
          <p:cNvSpPr/>
          <p:nvPr/>
        </p:nvSpPr>
        <p:spPr>
          <a:xfrm>
            <a:off x="12034097" y="1464042"/>
            <a:ext cx="5919308" cy="830717"/>
          </a:xfrm>
          <a:prstGeom prst="rect">
            <a:avLst/>
          </a:prstGeom>
          <a:solidFill>
            <a:srgbClr val="2C8B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b="1" i="1" dirty="0">
                <a:latin typeface="Arial" panose="020B0604020202020204" pitchFamily="34" charset="0"/>
                <a:cs typeface="Arial" panose="020B0604020202020204" pitchFamily="34" charset="0"/>
              </a:rPr>
              <a:t>Proof of concept</a:t>
            </a:r>
          </a:p>
        </p:txBody>
      </p:sp>
      <p:graphicFrame>
        <p:nvGraphicFramePr>
          <p:cNvPr id="27" name="Chart 26">
            <a:extLst>
              <a:ext uri="{FF2B5EF4-FFF2-40B4-BE49-F238E27FC236}">
                <a16:creationId xmlns:a16="http://schemas.microsoft.com/office/drawing/2014/main" id="{033B112D-A6B7-27E5-8008-523292C72289}"/>
              </a:ext>
            </a:extLst>
          </p:cNvPr>
          <p:cNvGraphicFramePr/>
          <p:nvPr>
            <p:extLst>
              <p:ext uri="{D42A27DB-BD31-4B8C-83A1-F6EECF244321}">
                <p14:modId xmlns:p14="http://schemas.microsoft.com/office/powerpoint/2010/main" val="2995721219"/>
              </p:ext>
            </p:extLst>
          </p:nvPr>
        </p:nvGraphicFramePr>
        <p:xfrm>
          <a:off x="7553128" y="6681071"/>
          <a:ext cx="1590871" cy="1254814"/>
        </p:xfrm>
        <a:graphic>
          <a:graphicData uri="http://schemas.openxmlformats.org/drawingml/2006/chart">
            <c:chart xmlns:c="http://schemas.openxmlformats.org/drawingml/2006/chart" xmlns:r="http://schemas.openxmlformats.org/officeDocument/2006/relationships" r:id="rId3"/>
          </a:graphicData>
        </a:graphic>
      </p:graphicFrame>
      <p:grpSp>
        <p:nvGrpSpPr>
          <p:cNvPr id="33" name="Group 32">
            <a:extLst>
              <a:ext uri="{FF2B5EF4-FFF2-40B4-BE49-F238E27FC236}">
                <a16:creationId xmlns:a16="http://schemas.microsoft.com/office/drawing/2014/main" id="{A0B7A243-DB56-22FD-A20D-6D9BEEB3DB8C}"/>
              </a:ext>
            </a:extLst>
          </p:cNvPr>
          <p:cNvGrpSpPr/>
          <p:nvPr/>
        </p:nvGrpSpPr>
        <p:grpSpPr>
          <a:xfrm>
            <a:off x="12034097" y="4434709"/>
            <a:ext cx="5919306" cy="1181224"/>
            <a:chOff x="7623301" y="4421079"/>
            <a:chExt cx="4292261" cy="990581"/>
          </a:xfrm>
          <a:solidFill>
            <a:srgbClr val="2C8BBB"/>
          </a:solidFill>
        </p:grpSpPr>
        <p:sp>
          <p:nvSpPr>
            <p:cNvPr id="30" name="Rectangle 29">
              <a:extLst>
                <a:ext uri="{FF2B5EF4-FFF2-40B4-BE49-F238E27FC236}">
                  <a16:creationId xmlns:a16="http://schemas.microsoft.com/office/drawing/2014/main" id="{19C6440E-A114-21E2-8F36-08E6A2310CBB}"/>
                </a:ext>
              </a:extLst>
            </p:cNvPr>
            <p:cNvSpPr/>
            <p:nvPr/>
          </p:nvSpPr>
          <p:spPr>
            <a:xfrm>
              <a:off x="7623302" y="4421079"/>
              <a:ext cx="4292254" cy="9905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endParaRPr lang="en-US" sz="2400" dirty="0">
                <a:solidFill>
                  <a:schemeClr val="bg1"/>
                </a:solidFill>
                <a:latin typeface="Arial" panose="020B0604020202020204" pitchFamily="34" charset="0"/>
                <a:cs typeface="Arial" panose="020B0604020202020204" pitchFamily="34" charset="0"/>
              </a:endParaRPr>
            </a:p>
            <a:p>
              <a:pPr algn="ctr"/>
              <a:r>
                <a:rPr lang="en-US" sz="2400" dirty="0">
                  <a:solidFill>
                    <a:schemeClr val="bg1"/>
                  </a:solidFill>
                  <a:latin typeface="Arial" panose="020B0604020202020204" pitchFamily="34" charset="0"/>
                  <a:cs typeface="Arial" panose="020B0604020202020204" pitchFamily="34" charset="0"/>
                </a:rPr>
                <a:t>Impact</a:t>
              </a:r>
              <a:endParaRPr lang="en-US" dirty="0">
                <a:solidFill>
                  <a:schemeClr val="bg1"/>
                </a:solidFill>
                <a:latin typeface="Arial" panose="020B0604020202020204" pitchFamily="34" charset="0"/>
                <a:ea typeface="Calibri"/>
                <a:cs typeface="Arial" panose="020B0604020202020204" pitchFamily="34" charset="0"/>
              </a:endParaRPr>
            </a:p>
          </p:txBody>
        </p:sp>
        <p:sp>
          <p:nvSpPr>
            <p:cNvPr id="31" name="TextBox 30">
              <a:extLst>
                <a:ext uri="{FF2B5EF4-FFF2-40B4-BE49-F238E27FC236}">
                  <a16:creationId xmlns:a16="http://schemas.microsoft.com/office/drawing/2014/main" id="{637D47D2-5734-19E0-E738-5448C98B48F4}"/>
                </a:ext>
              </a:extLst>
            </p:cNvPr>
            <p:cNvSpPr txBox="1"/>
            <p:nvPr/>
          </p:nvSpPr>
          <p:spPr>
            <a:xfrm>
              <a:off x="7623301" y="4425924"/>
              <a:ext cx="4292261" cy="490396"/>
            </a:xfrm>
            <a:prstGeom prst="rect">
              <a:avLst/>
            </a:prstGeom>
            <a:grpFill/>
          </p:spPr>
          <p:txBody>
            <a:bodyPr wrap="square" lIns="91440" tIns="45720" rIns="91440" bIns="45720" rtlCol="0" anchor="t">
              <a:spAutoFit/>
            </a:bodyPr>
            <a:lstStyle/>
            <a:p>
              <a:pPr algn="ctr"/>
              <a:r>
                <a:rPr lang="en-CA" sz="3200" b="1" dirty="0">
                  <a:solidFill>
                    <a:schemeClr val="bg1"/>
                  </a:solidFill>
                  <a:latin typeface="Arial" panose="020B0604020202020204" pitchFamily="34" charset="0"/>
                  <a:ea typeface="+mn-lt"/>
                  <a:cs typeface="Arial" panose="020B0604020202020204" pitchFamily="34" charset="0"/>
                </a:rPr>
                <a:t>Company Name</a:t>
              </a:r>
              <a:endParaRPr lang="en-US" sz="3200" b="1" dirty="0">
                <a:solidFill>
                  <a:schemeClr val="bg1"/>
                </a:solidFill>
                <a:latin typeface="Arial" panose="020B0604020202020204" pitchFamily="34" charset="0"/>
                <a:ea typeface="Calibri"/>
                <a:cs typeface="Arial" panose="020B0604020202020204" pitchFamily="34" charset="0"/>
              </a:endParaRPr>
            </a:p>
          </p:txBody>
        </p:sp>
      </p:grpSp>
      <p:sp>
        <p:nvSpPr>
          <p:cNvPr id="29" name="Rectangle 28">
            <a:extLst>
              <a:ext uri="{FF2B5EF4-FFF2-40B4-BE49-F238E27FC236}">
                <a16:creationId xmlns:a16="http://schemas.microsoft.com/office/drawing/2014/main" id="{409FDDEF-C7C1-5742-AF82-B6F531F3B473}"/>
              </a:ext>
            </a:extLst>
          </p:cNvPr>
          <p:cNvSpPr/>
          <p:nvPr/>
        </p:nvSpPr>
        <p:spPr>
          <a:xfrm>
            <a:off x="452073" y="3790644"/>
            <a:ext cx="2728584" cy="161093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bg1"/>
                </a:solidFill>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1DF4B061-6E8C-7D4F-8AC5-8EA49C6F9C6A}"/>
              </a:ext>
            </a:extLst>
          </p:cNvPr>
          <p:cNvSpPr/>
          <p:nvPr/>
        </p:nvSpPr>
        <p:spPr>
          <a:xfrm>
            <a:off x="3418780" y="3790641"/>
            <a:ext cx="7792107" cy="1610936"/>
          </a:xfrm>
          <a:prstGeom prst="rect">
            <a:avLst/>
          </a:prstGeom>
          <a:solidFill>
            <a:srgbClr val="DFDDDE"/>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191919"/>
                </a:solidFill>
                <a:latin typeface="Arial" panose="020B0604020202020204" pitchFamily="34" charset="0"/>
                <a:cs typeface="Arial" panose="020B0604020202020204" pitchFamily="34" charset="0"/>
              </a:rPr>
              <a:t>--</a:t>
            </a:r>
          </a:p>
        </p:txBody>
      </p:sp>
      <p:graphicFrame>
        <p:nvGraphicFramePr>
          <p:cNvPr id="2" name="Chart 1">
            <a:extLst>
              <a:ext uri="{FF2B5EF4-FFF2-40B4-BE49-F238E27FC236}">
                <a16:creationId xmlns:a16="http://schemas.microsoft.com/office/drawing/2014/main" id="{1A566831-A77B-BC06-BC2B-5596718E0480}"/>
              </a:ext>
            </a:extLst>
          </p:cNvPr>
          <p:cNvGraphicFramePr/>
          <p:nvPr>
            <p:extLst>
              <p:ext uri="{D42A27DB-BD31-4B8C-83A1-F6EECF244321}">
                <p14:modId xmlns:p14="http://schemas.microsoft.com/office/powerpoint/2010/main" val="2614437303"/>
              </p:ext>
            </p:extLst>
          </p:nvPr>
        </p:nvGraphicFramePr>
        <p:xfrm>
          <a:off x="7457611" y="8073815"/>
          <a:ext cx="1590871" cy="1254814"/>
        </p:xfrm>
        <a:graphic>
          <a:graphicData uri="http://schemas.openxmlformats.org/drawingml/2006/chart">
            <c:chart xmlns:c="http://schemas.openxmlformats.org/drawingml/2006/chart" xmlns:r="http://schemas.openxmlformats.org/officeDocument/2006/relationships" r:id="rId4"/>
          </a:graphicData>
        </a:graphic>
      </p:graphicFrame>
      <p:pic>
        <p:nvPicPr>
          <p:cNvPr id="6" name="Graphic 5" descr="Arrow Right with solid fill">
            <a:extLst>
              <a:ext uri="{FF2B5EF4-FFF2-40B4-BE49-F238E27FC236}">
                <a16:creationId xmlns:a16="http://schemas.microsoft.com/office/drawing/2014/main" id="{7D4E1921-51AD-9A42-95CF-1E48927CF3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244980">
            <a:off x="7858340" y="6544200"/>
            <a:ext cx="649963" cy="649963"/>
          </a:xfrm>
          <a:prstGeom prst="rect">
            <a:avLst/>
          </a:prstGeom>
        </p:spPr>
      </p:pic>
      <p:sp>
        <p:nvSpPr>
          <p:cNvPr id="10" name="Text Placeholder 9">
            <a:extLst>
              <a:ext uri="{FF2B5EF4-FFF2-40B4-BE49-F238E27FC236}">
                <a16:creationId xmlns:a16="http://schemas.microsoft.com/office/drawing/2014/main" id="{19828C27-1CF8-C598-108A-AE1B28AC7333}"/>
              </a:ext>
            </a:extLst>
          </p:cNvPr>
          <p:cNvSpPr>
            <a:spLocks noGrp="1"/>
          </p:cNvSpPr>
          <p:nvPr>
            <p:ph type="body" sz="quarter" idx="15"/>
          </p:nvPr>
        </p:nvSpPr>
        <p:spPr/>
        <p:txBody>
          <a:bodyPr/>
          <a:lstStyle/>
          <a:p>
            <a:r>
              <a:rPr lang="en-US">
                <a:latin typeface="Arial" panose="020B0604020202020204" pitchFamily="34" charset="0"/>
                <a:cs typeface="Arial" panose="020B0604020202020204" pitchFamily="34" charset="0"/>
              </a:rPr>
              <a:t>Recommendation</a:t>
            </a:r>
          </a:p>
        </p:txBody>
      </p:sp>
      <p:sp>
        <p:nvSpPr>
          <p:cNvPr id="5" name="Text Placeholder 4">
            <a:extLst>
              <a:ext uri="{FF2B5EF4-FFF2-40B4-BE49-F238E27FC236}">
                <a16:creationId xmlns:a16="http://schemas.microsoft.com/office/drawing/2014/main" id="{393F6118-5343-3FCF-40D2-CEA19886CC72}"/>
              </a:ext>
            </a:extLst>
          </p:cNvPr>
          <p:cNvSpPr>
            <a:spLocks noGrp="1"/>
          </p:cNvSpPr>
          <p:nvPr>
            <p:ph type="body" sz="quarter" idx="14"/>
          </p:nvPr>
        </p:nvSpPr>
        <p:spPr/>
        <p:txBody>
          <a:bodyPr/>
          <a:lstStyle/>
          <a:p>
            <a:endParaRPr lang="en-US">
              <a:latin typeface="Arial" panose="020B0604020202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6366EC53-E17B-0433-F508-22AEC7640CB4}"/>
              </a:ext>
            </a:extLst>
          </p:cNvPr>
          <p:cNvSpPr>
            <a:spLocks noGrp="1"/>
          </p:cNvSpPr>
          <p:nvPr>
            <p:ph type="body" sz="quarter" idx="16"/>
          </p:nvPr>
        </p:nvSpPr>
        <p:spPr/>
        <p:txBody>
          <a:body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4884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B6E7AD22-A4C6-5BC4-9A0A-1970FE9967A4}"/>
              </a:ext>
            </a:extLst>
          </p:cNvPr>
          <p:cNvGrpSpPr/>
          <p:nvPr/>
        </p:nvGrpSpPr>
        <p:grpSpPr>
          <a:xfrm>
            <a:off x="337280" y="1589332"/>
            <a:ext cx="4090230" cy="7631433"/>
            <a:chOff x="224853" y="1059554"/>
            <a:chExt cx="2726820" cy="5087621"/>
          </a:xfrm>
        </p:grpSpPr>
        <p:sp>
          <p:nvSpPr>
            <p:cNvPr id="40" name="Rectangle 39">
              <a:extLst>
                <a:ext uri="{FF2B5EF4-FFF2-40B4-BE49-F238E27FC236}">
                  <a16:creationId xmlns:a16="http://schemas.microsoft.com/office/drawing/2014/main" id="{E57D790D-1204-59A6-EC8A-8793F1B025ED}"/>
                </a:ext>
              </a:extLst>
            </p:cNvPr>
            <p:cNvSpPr/>
            <p:nvPr/>
          </p:nvSpPr>
          <p:spPr>
            <a:xfrm>
              <a:off x="638007" y="2923123"/>
              <a:ext cx="2311144" cy="863186"/>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a:solidFill>
                  <a:schemeClr val="tx1"/>
                </a:solidFill>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7A61B91C-563F-5F66-EEDE-DD0F9909A5EA}"/>
                </a:ext>
              </a:extLst>
            </p:cNvPr>
            <p:cNvSpPr/>
            <p:nvPr/>
          </p:nvSpPr>
          <p:spPr>
            <a:xfrm>
              <a:off x="640529" y="1580669"/>
              <a:ext cx="2311144" cy="307777"/>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endParaRPr lang="en-US"/>
            </a:p>
          </p:txBody>
        </p:sp>
        <p:sp>
          <p:nvSpPr>
            <p:cNvPr id="6" name="Rectangle 5">
              <a:extLst>
                <a:ext uri="{FF2B5EF4-FFF2-40B4-BE49-F238E27FC236}">
                  <a16:creationId xmlns:a16="http://schemas.microsoft.com/office/drawing/2014/main" id="{53A190B3-A06F-A615-7393-15DD92EFC015}"/>
                </a:ext>
              </a:extLst>
            </p:cNvPr>
            <p:cNvSpPr/>
            <p:nvPr/>
          </p:nvSpPr>
          <p:spPr>
            <a:xfrm>
              <a:off x="224853" y="1059554"/>
              <a:ext cx="2726819" cy="436308"/>
            </a:xfrm>
            <a:prstGeom prst="rect">
              <a:avLst/>
            </a:prstGeom>
            <a:solidFill>
              <a:srgbClr val="263E6C"/>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err="1">
                  <a:solidFill>
                    <a:schemeClr val="bg1"/>
                  </a:solidFill>
                  <a:latin typeface="Arial"/>
                  <a:cs typeface="Arial"/>
                </a:rPr>
                <a:t>Xxxx-xxxx</a:t>
              </a:r>
              <a:endParaRPr lang="en-US" sz="2400" b="1">
                <a:solidFill>
                  <a:schemeClr val="bg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BD8A925D-967E-7DCF-E06D-97813091C691}"/>
                </a:ext>
              </a:extLst>
            </p:cNvPr>
            <p:cNvSpPr/>
            <p:nvPr/>
          </p:nvSpPr>
          <p:spPr>
            <a:xfrm>
              <a:off x="224853" y="3978778"/>
              <a:ext cx="2726818" cy="436308"/>
            </a:xfrm>
            <a:prstGeom prst="rect">
              <a:avLst/>
            </a:prstGeom>
            <a:solidFill>
              <a:srgbClr val="263E6C"/>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bg1"/>
                  </a:solidFill>
                  <a:latin typeface="Arial"/>
                  <a:cs typeface="Arial"/>
                </a:rPr>
                <a:t>2024</a:t>
              </a:r>
              <a:endParaRPr lang="en-US" sz="2400" b="1">
                <a:solidFill>
                  <a:schemeClr val="bg1"/>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6F8EAB20-FC3B-B97E-9F02-10EBC84F5252}"/>
                </a:ext>
              </a:extLst>
            </p:cNvPr>
            <p:cNvSpPr/>
            <p:nvPr/>
          </p:nvSpPr>
          <p:spPr>
            <a:xfrm>
              <a:off x="640527" y="5477513"/>
              <a:ext cx="2311144" cy="669662"/>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rial"/>
                  <a:ea typeface="+mn-lt"/>
                  <a:cs typeface="Arial"/>
                </a:rPr>
                <a:t>--</a:t>
              </a:r>
              <a:endParaRPr lang="en-US" sz="2400">
                <a:solidFill>
                  <a:schemeClr val="tx1"/>
                </a:solidFill>
                <a:latin typeface="Arial"/>
                <a:ea typeface="+mn-lt"/>
                <a:cs typeface="Arial"/>
              </a:endParaRPr>
            </a:p>
          </p:txBody>
        </p:sp>
        <p:sp>
          <p:nvSpPr>
            <p:cNvPr id="9" name="Rectangle 8">
              <a:extLst>
                <a:ext uri="{FF2B5EF4-FFF2-40B4-BE49-F238E27FC236}">
                  <a16:creationId xmlns:a16="http://schemas.microsoft.com/office/drawing/2014/main" id="{81D983C9-E8E4-A805-3854-925D88B497A1}"/>
                </a:ext>
              </a:extLst>
            </p:cNvPr>
            <p:cNvSpPr/>
            <p:nvPr/>
          </p:nvSpPr>
          <p:spPr>
            <a:xfrm>
              <a:off x="640527" y="4512841"/>
              <a:ext cx="2311144" cy="885067"/>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rial"/>
                  <a:cs typeface="Arial"/>
                </a:rPr>
                <a:t>--</a:t>
              </a:r>
              <a:endParaRPr lang="en-US">
                <a:solidFill>
                  <a:schemeClr val="tx1"/>
                </a:solidFill>
              </a:endParaRPr>
            </a:p>
          </p:txBody>
        </p:sp>
        <p:sp>
          <p:nvSpPr>
            <p:cNvPr id="10" name="Rectangle 9">
              <a:extLst>
                <a:ext uri="{FF2B5EF4-FFF2-40B4-BE49-F238E27FC236}">
                  <a16:creationId xmlns:a16="http://schemas.microsoft.com/office/drawing/2014/main" id="{B4FAEE45-8357-69A8-7C6F-9B10AD4B71F5}"/>
                </a:ext>
              </a:extLst>
            </p:cNvPr>
            <p:cNvSpPr/>
            <p:nvPr/>
          </p:nvSpPr>
          <p:spPr>
            <a:xfrm>
              <a:off x="640527" y="1973253"/>
              <a:ext cx="2311144" cy="863186"/>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endParaRPr lang="en-US">
                <a:solidFill>
                  <a:schemeClr val="tx1"/>
                </a:solidFill>
              </a:endParaRPr>
            </a:p>
          </p:txBody>
        </p:sp>
        <p:cxnSp>
          <p:nvCxnSpPr>
            <p:cNvPr id="13" name="Straight Connector 12">
              <a:extLst>
                <a:ext uri="{FF2B5EF4-FFF2-40B4-BE49-F238E27FC236}">
                  <a16:creationId xmlns:a16="http://schemas.microsoft.com/office/drawing/2014/main" id="{97B8E14B-C9D6-683B-E555-8F90CA9325F9}"/>
                </a:ext>
              </a:extLst>
            </p:cNvPr>
            <p:cNvCxnSpPr>
              <a:cxnSpLocks/>
            </p:cNvCxnSpPr>
            <p:nvPr/>
          </p:nvCxnSpPr>
          <p:spPr>
            <a:xfrm flipH="1">
              <a:off x="392660" y="1669395"/>
              <a:ext cx="4132" cy="1992384"/>
            </a:xfrm>
            <a:prstGeom prst="line">
              <a:avLst/>
            </a:prstGeom>
            <a:ln>
              <a:solidFill>
                <a:srgbClr val="091F71"/>
              </a:solidFill>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2260BAEF-FA1B-C03C-C5A7-C63752EB5BB6}"/>
                </a:ext>
              </a:extLst>
            </p:cNvPr>
            <p:cNvCxnSpPr>
              <a:cxnSpLocks/>
            </p:cNvCxnSpPr>
            <p:nvPr/>
          </p:nvCxnSpPr>
          <p:spPr>
            <a:xfrm flipH="1">
              <a:off x="392660" y="4512841"/>
              <a:ext cx="1375" cy="1631854"/>
            </a:xfrm>
            <a:prstGeom prst="line">
              <a:avLst/>
            </a:prstGeom>
            <a:ln>
              <a:solidFill>
                <a:srgbClr val="091F71"/>
              </a:solidFill>
            </a:ln>
          </p:spPr>
          <p:style>
            <a:lnRef idx="3">
              <a:schemeClr val="dk1"/>
            </a:lnRef>
            <a:fillRef idx="0">
              <a:schemeClr val="dk1"/>
            </a:fillRef>
            <a:effectRef idx="2">
              <a:schemeClr val="dk1"/>
            </a:effectRef>
            <a:fontRef idx="minor">
              <a:schemeClr val="tx1"/>
            </a:fontRef>
          </p:style>
        </p:cxnSp>
        <p:sp>
          <p:nvSpPr>
            <p:cNvPr id="16" name="Oval 15">
              <a:extLst>
                <a:ext uri="{FF2B5EF4-FFF2-40B4-BE49-F238E27FC236}">
                  <a16:creationId xmlns:a16="http://schemas.microsoft.com/office/drawing/2014/main" id="{89F554E7-CD38-F389-E781-85ACA80B2C8F}"/>
                </a:ext>
              </a:extLst>
            </p:cNvPr>
            <p:cNvSpPr/>
            <p:nvPr/>
          </p:nvSpPr>
          <p:spPr>
            <a:xfrm>
              <a:off x="331612" y="1668926"/>
              <a:ext cx="126000" cy="126000"/>
            </a:xfrm>
            <a:prstGeom prst="ellipse">
              <a:avLst/>
            </a:prstGeom>
            <a:solidFill>
              <a:srgbClr val="091F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0BCF7C42-0A15-5115-CFE0-33E563463577}"/>
                </a:ext>
              </a:extLst>
            </p:cNvPr>
            <p:cNvSpPr/>
            <p:nvPr/>
          </p:nvSpPr>
          <p:spPr>
            <a:xfrm>
              <a:off x="329660" y="2367589"/>
              <a:ext cx="126000" cy="126000"/>
            </a:xfrm>
            <a:prstGeom prst="ellipse">
              <a:avLst/>
            </a:prstGeom>
            <a:solidFill>
              <a:srgbClr val="091F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B2B54875-5AF0-CDBD-E0E4-0A116BCDBF56}"/>
                </a:ext>
              </a:extLst>
            </p:cNvPr>
            <p:cNvSpPr/>
            <p:nvPr/>
          </p:nvSpPr>
          <p:spPr>
            <a:xfrm>
              <a:off x="334554" y="4767528"/>
              <a:ext cx="126000" cy="126000"/>
            </a:xfrm>
            <a:prstGeom prst="ellipse">
              <a:avLst/>
            </a:prstGeom>
            <a:solidFill>
              <a:srgbClr val="091F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7F81DD2F-4135-E5B7-A24E-6045F7254ECB}"/>
                </a:ext>
              </a:extLst>
            </p:cNvPr>
            <p:cNvSpPr/>
            <p:nvPr/>
          </p:nvSpPr>
          <p:spPr>
            <a:xfrm>
              <a:off x="329660" y="5477513"/>
              <a:ext cx="126000" cy="126000"/>
            </a:xfrm>
            <a:prstGeom prst="ellipse">
              <a:avLst/>
            </a:prstGeom>
            <a:solidFill>
              <a:srgbClr val="091F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55761F8D-BC6D-DA66-0B69-567AC12B5622}"/>
                </a:ext>
              </a:extLst>
            </p:cNvPr>
            <p:cNvSpPr/>
            <p:nvPr/>
          </p:nvSpPr>
          <p:spPr>
            <a:xfrm>
              <a:off x="1480935" y="2923120"/>
              <a:ext cx="1470736" cy="842763"/>
            </a:xfrm>
            <a:prstGeom prst="rect">
              <a:avLst/>
            </a:prstGeom>
            <a:no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p>
          </p:txBody>
        </p:sp>
        <p:sp>
          <p:nvSpPr>
            <p:cNvPr id="28" name="Oval 27">
              <a:extLst>
                <a:ext uri="{FF2B5EF4-FFF2-40B4-BE49-F238E27FC236}">
                  <a16:creationId xmlns:a16="http://schemas.microsoft.com/office/drawing/2014/main" id="{D501C879-1416-6EF3-6D2A-E9B13E501803}"/>
                </a:ext>
              </a:extLst>
            </p:cNvPr>
            <p:cNvSpPr/>
            <p:nvPr/>
          </p:nvSpPr>
          <p:spPr>
            <a:xfrm>
              <a:off x="329660" y="3158577"/>
              <a:ext cx="126000" cy="126000"/>
            </a:xfrm>
            <a:prstGeom prst="ellipse">
              <a:avLst/>
            </a:prstGeom>
            <a:solidFill>
              <a:srgbClr val="091F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60B737B2-31A0-E0ED-BCE9-9F13283FF361}"/>
                </a:ext>
              </a:extLst>
            </p:cNvPr>
            <p:cNvSpPr/>
            <p:nvPr/>
          </p:nvSpPr>
          <p:spPr>
            <a:xfrm>
              <a:off x="696875" y="3012452"/>
              <a:ext cx="935231" cy="667263"/>
            </a:xfrm>
            <a:prstGeom prst="rect">
              <a:avLst/>
            </a:prstGeom>
            <a:no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3200" b="1">
                  <a:solidFill>
                    <a:schemeClr val="tx1"/>
                  </a:solidFill>
                  <a:latin typeface="Arial"/>
                  <a:cs typeface="Arial"/>
                </a:rPr>
                <a:t>xx%</a:t>
              </a:r>
            </a:p>
          </p:txBody>
        </p:sp>
      </p:grpSp>
      <p:sp>
        <p:nvSpPr>
          <p:cNvPr id="46" name="object 28">
            <a:extLst>
              <a:ext uri="{FF2B5EF4-FFF2-40B4-BE49-F238E27FC236}">
                <a16:creationId xmlns:a16="http://schemas.microsoft.com/office/drawing/2014/main" id="{B32EA319-2E52-B528-9D31-6C0C53FCA75C}"/>
              </a:ext>
            </a:extLst>
          </p:cNvPr>
          <p:cNvSpPr/>
          <p:nvPr/>
        </p:nvSpPr>
        <p:spPr>
          <a:xfrm>
            <a:off x="4755101" y="3028750"/>
            <a:ext cx="368051" cy="4462742"/>
          </a:xfrm>
          <a:custGeom>
            <a:avLst/>
            <a:gdLst/>
            <a:ahLst/>
            <a:cxnLst/>
            <a:rect l="l" t="t" r="r" b="b"/>
            <a:pathLst>
              <a:path w="388620" h="981710">
                <a:moveTo>
                  <a:pt x="0" y="0"/>
                </a:moveTo>
                <a:lnTo>
                  <a:pt x="388619" y="490727"/>
                </a:lnTo>
                <a:lnTo>
                  <a:pt x="0" y="981456"/>
                </a:lnTo>
                <a:lnTo>
                  <a:pt x="0" y="0"/>
                </a:lnTo>
                <a:close/>
              </a:path>
            </a:pathLst>
          </a:custGeom>
          <a:solidFill>
            <a:srgbClr val="DFDDDE"/>
          </a:solidFill>
          <a:ln w="38100">
            <a:noFill/>
          </a:ln>
        </p:spPr>
        <p:txBody>
          <a:bodyPr wrap="square" lIns="0" tIns="0" rIns="0" bIns="0" rtlCol="0" anchor="t"/>
          <a:lstStyle/>
          <a:p>
            <a:endParaRPr lang="en-US" sz="600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78CDFF67-F5BE-1CC7-CA4D-0A88826F2223}"/>
              </a:ext>
            </a:extLst>
          </p:cNvPr>
          <p:cNvSpPr/>
          <p:nvPr/>
        </p:nvSpPr>
        <p:spPr>
          <a:xfrm>
            <a:off x="5702270" y="2362832"/>
            <a:ext cx="4051769" cy="2138367"/>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2B30EB54-A1A5-EF50-7224-1A64B9892490}"/>
              </a:ext>
            </a:extLst>
          </p:cNvPr>
          <p:cNvSpPr/>
          <p:nvPr/>
        </p:nvSpPr>
        <p:spPr>
          <a:xfrm>
            <a:off x="5688119" y="4781238"/>
            <a:ext cx="12281496" cy="957762"/>
          </a:xfrm>
          <a:prstGeom prst="rect">
            <a:avLst/>
          </a:prstGeom>
          <a:solidFill>
            <a:schemeClr val="bg1"/>
          </a:solid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endParaRPr lang="en-US" sz="2400">
              <a:solidFill>
                <a:schemeClr val="tx1"/>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E0B06254-9E02-F6F6-42DA-A1BFD7BE6092}"/>
              </a:ext>
            </a:extLst>
          </p:cNvPr>
          <p:cNvSpPr/>
          <p:nvPr/>
        </p:nvSpPr>
        <p:spPr>
          <a:xfrm>
            <a:off x="5696078" y="1584834"/>
            <a:ext cx="12262914" cy="654462"/>
          </a:xfrm>
          <a:prstGeom prst="rect">
            <a:avLst/>
          </a:prstGeom>
          <a:solidFill>
            <a:srgbClr val="263E6C"/>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a:t>
            </a:r>
          </a:p>
        </p:txBody>
      </p:sp>
      <p:sp>
        <p:nvSpPr>
          <p:cNvPr id="30" name="Rectangle 29">
            <a:extLst>
              <a:ext uri="{FF2B5EF4-FFF2-40B4-BE49-F238E27FC236}">
                <a16:creationId xmlns:a16="http://schemas.microsoft.com/office/drawing/2014/main" id="{CBBEEF82-0296-5738-70D0-B364D4C6F15A}"/>
              </a:ext>
            </a:extLst>
          </p:cNvPr>
          <p:cNvSpPr/>
          <p:nvPr/>
        </p:nvSpPr>
        <p:spPr>
          <a:xfrm>
            <a:off x="6679745" y="2508612"/>
            <a:ext cx="3106562" cy="957762"/>
          </a:xfrm>
          <a:prstGeom prst="rect">
            <a:avLst/>
          </a:prstGeom>
          <a:no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rgbClr val="FF0000"/>
                </a:solidFill>
                <a:ea typeface="+mn-lt"/>
                <a:cs typeface="+mn-lt"/>
              </a:rPr>
              <a:t>--</a:t>
            </a:r>
            <a:endParaRPr lang="en-US" sz="3200">
              <a:solidFill>
                <a:srgbClr val="FF0000"/>
              </a:solidFill>
              <a:ea typeface="Calibri"/>
              <a:cs typeface="Calibri"/>
            </a:endParaRPr>
          </a:p>
        </p:txBody>
      </p:sp>
      <p:sp>
        <p:nvSpPr>
          <p:cNvPr id="32" name="Rectangle 31">
            <a:extLst>
              <a:ext uri="{FF2B5EF4-FFF2-40B4-BE49-F238E27FC236}">
                <a16:creationId xmlns:a16="http://schemas.microsoft.com/office/drawing/2014/main" id="{89221248-2BC7-6EFC-C9C2-ED19CD7A9243}"/>
              </a:ext>
            </a:extLst>
          </p:cNvPr>
          <p:cNvSpPr/>
          <p:nvPr/>
        </p:nvSpPr>
        <p:spPr>
          <a:xfrm>
            <a:off x="9908774" y="2357452"/>
            <a:ext cx="3566559" cy="461666"/>
          </a:xfrm>
          <a:prstGeom prst="rect">
            <a:avLst/>
          </a:prstGeom>
          <a:solidFill>
            <a:srgbClr val="263E6C"/>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bg1"/>
                </a:solidFill>
                <a:latin typeface="Arial"/>
                <a:cs typeface="Arial"/>
              </a:rPr>
              <a:t>--</a:t>
            </a:r>
            <a:endParaRPr lang="en-US"/>
          </a:p>
        </p:txBody>
      </p:sp>
      <p:sp>
        <p:nvSpPr>
          <p:cNvPr id="33" name="Rectangle 32">
            <a:extLst>
              <a:ext uri="{FF2B5EF4-FFF2-40B4-BE49-F238E27FC236}">
                <a16:creationId xmlns:a16="http://schemas.microsoft.com/office/drawing/2014/main" id="{4E837DE5-31B2-A92E-A4D9-BAA1A0D7FD3D}"/>
              </a:ext>
            </a:extLst>
          </p:cNvPr>
          <p:cNvSpPr/>
          <p:nvPr/>
        </p:nvSpPr>
        <p:spPr>
          <a:xfrm>
            <a:off x="9908773" y="2831787"/>
            <a:ext cx="3566561" cy="820366"/>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ea typeface="+mn-lt"/>
                <a:cs typeface="Arial"/>
              </a:rPr>
              <a:t>--</a:t>
            </a:r>
            <a:endParaRPr lang="en-US">
              <a:solidFill>
                <a:schemeClr val="tx1"/>
              </a:solidFill>
              <a:latin typeface="Arial"/>
              <a:cs typeface="Arial"/>
            </a:endParaRPr>
          </a:p>
        </p:txBody>
      </p:sp>
      <p:sp>
        <p:nvSpPr>
          <p:cNvPr id="34" name="Rectangle 33">
            <a:extLst>
              <a:ext uri="{FF2B5EF4-FFF2-40B4-BE49-F238E27FC236}">
                <a16:creationId xmlns:a16="http://schemas.microsoft.com/office/drawing/2014/main" id="{D0EF1DD8-CD5E-AA11-E8A0-6F29690F0A19}"/>
              </a:ext>
            </a:extLst>
          </p:cNvPr>
          <p:cNvSpPr/>
          <p:nvPr/>
        </p:nvSpPr>
        <p:spPr>
          <a:xfrm>
            <a:off x="9908771" y="3703108"/>
            <a:ext cx="3566561" cy="819657"/>
          </a:xfrm>
          <a:prstGeom prst="rect">
            <a:avLst/>
          </a:prstGeom>
          <a:solidFill>
            <a:srgbClr val="DFDDDE"/>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endParaRPr lang="en-US">
              <a:solidFill>
                <a:schemeClr val="tx1"/>
              </a:solidFill>
            </a:endParaRPr>
          </a:p>
        </p:txBody>
      </p:sp>
      <p:sp>
        <p:nvSpPr>
          <p:cNvPr id="39" name="Rectangle 38">
            <a:extLst>
              <a:ext uri="{FF2B5EF4-FFF2-40B4-BE49-F238E27FC236}">
                <a16:creationId xmlns:a16="http://schemas.microsoft.com/office/drawing/2014/main" id="{BE2BB163-D87A-643D-D011-4FD96FF58EF9}"/>
              </a:ext>
            </a:extLst>
          </p:cNvPr>
          <p:cNvSpPr/>
          <p:nvPr/>
        </p:nvSpPr>
        <p:spPr>
          <a:xfrm>
            <a:off x="5696078" y="3768968"/>
            <a:ext cx="4090229" cy="453894"/>
          </a:xfrm>
          <a:prstGeom prst="rect">
            <a:avLst/>
          </a:prstGeom>
          <a:no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p>
        </p:txBody>
      </p:sp>
      <p:pic>
        <p:nvPicPr>
          <p:cNvPr id="45" name="Graphic 44" descr="Upward trend with solid fill">
            <a:extLst>
              <a:ext uri="{FF2B5EF4-FFF2-40B4-BE49-F238E27FC236}">
                <a16:creationId xmlns:a16="http://schemas.microsoft.com/office/drawing/2014/main" id="{5BA0A070-B84C-8F12-CBAE-6E20DA5E3E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35149" y="2561205"/>
            <a:ext cx="831756" cy="831756"/>
          </a:xfrm>
          <a:prstGeom prst="rect">
            <a:avLst/>
          </a:prstGeom>
        </p:spPr>
      </p:pic>
      <p:sp>
        <p:nvSpPr>
          <p:cNvPr id="69" name="Rectangle 68">
            <a:extLst>
              <a:ext uri="{FF2B5EF4-FFF2-40B4-BE49-F238E27FC236}">
                <a16:creationId xmlns:a16="http://schemas.microsoft.com/office/drawing/2014/main" id="{609A5E76-547C-4F22-50A8-A42FFCEF73BD}"/>
              </a:ext>
            </a:extLst>
          </p:cNvPr>
          <p:cNvSpPr/>
          <p:nvPr/>
        </p:nvSpPr>
        <p:spPr>
          <a:xfrm>
            <a:off x="13852799" y="2371004"/>
            <a:ext cx="4106193" cy="897287"/>
          </a:xfrm>
          <a:prstGeom prst="rect">
            <a:avLst/>
          </a:prstGeom>
          <a:solidFill>
            <a:schemeClr val="bg1"/>
          </a:solidFill>
          <a:ln w="3810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latin typeface="Arial"/>
                <a:cs typeface="Arial"/>
              </a:rPr>
              <a:t>--</a:t>
            </a:r>
            <a:endParaRPr lang="en-US"/>
          </a:p>
        </p:txBody>
      </p:sp>
      <p:sp>
        <p:nvSpPr>
          <p:cNvPr id="75" name="Rectangle 74">
            <a:extLst>
              <a:ext uri="{FF2B5EF4-FFF2-40B4-BE49-F238E27FC236}">
                <a16:creationId xmlns:a16="http://schemas.microsoft.com/office/drawing/2014/main" id="{D614DBC8-6FD1-598B-C48D-5F4412512DAD}"/>
              </a:ext>
            </a:extLst>
          </p:cNvPr>
          <p:cNvSpPr/>
          <p:nvPr/>
        </p:nvSpPr>
        <p:spPr>
          <a:xfrm>
            <a:off x="13852799" y="3679257"/>
            <a:ext cx="4106193" cy="828351"/>
          </a:xfrm>
          <a:prstGeom prst="rect">
            <a:avLst/>
          </a:prstGeom>
          <a:solidFill>
            <a:schemeClr val="bg1"/>
          </a:solidFill>
          <a:ln w="38100">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ea typeface="+mn-lt"/>
                <a:cs typeface="+mn-lt"/>
              </a:rPr>
              <a:t>--</a:t>
            </a:r>
            <a:endParaRPr lang="en-US">
              <a:solidFill>
                <a:schemeClr val="tx1"/>
              </a:solidFill>
              <a:ea typeface="+mn-lt"/>
              <a:cs typeface="+mn-lt"/>
            </a:endParaRPr>
          </a:p>
        </p:txBody>
      </p:sp>
      <p:sp>
        <p:nvSpPr>
          <p:cNvPr id="17" name="Rectangle 16">
            <a:extLst>
              <a:ext uri="{FF2B5EF4-FFF2-40B4-BE49-F238E27FC236}">
                <a16:creationId xmlns:a16="http://schemas.microsoft.com/office/drawing/2014/main" id="{0155EE82-B730-E68E-46B3-667821D9D4E5}"/>
              </a:ext>
            </a:extLst>
          </p:cNvPr>
          <p:cNvSpPr/>
          <p:nvPr/>
        </p:nvSpPr>
        <p:spPr>
          <a:xfrm>
            <a:off x="5702270" y="5955994"/>
            <a:ext cx="12248451" cy="654462"/>
          </a:xfrm>
          <a:prstGeom prst="rect">
            <a:avLst/>
          </a:prstGeom>
          <a:solidFill>
            <a:srgbClr val="2A8BBB"/>
          </a:solidFill>
          <a:ln w="381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bg1"/>
                </a:solidFill>
                <a:latin typeface="Arial"/>
                <a:cs typeface="Arial"/>
              </a:rPr>
              <a:t>--</a:t>
            </a:r>
          </a:p>
        </p:txBody>
      </p:sp>
      <p:sp>
        <p:nvSpPr>
          <p:cNvPr id="2" name="Rectangle 1">
            <a:extLst>
              <a:ext uri="{FF2B5EF4-FFF2-40B4-BE49-F238E27FC236}">
                <a16:creationId xmlns:a16="http://schemas.microsoft.com/office/drawing/2014/main" id="{D2AF64AA-4ADC-B9DB-0EA9-A4B1650E8644}"/>
              </a:ext>
            </a:extLst>
          </p:cNvPr>
          <p:cNvSpPr/>
          <p:nvPr/>
        </p:nvSpPr>
        <p:spPr>
          <a:xfrm>
            <a:off x="5720015" y="6808348"/>
            <a:ext cx="3774056" cy="2307566"/>
          </a:xfrm>
          <a:prstGeom prst="rect">
            <a:avLst/>
          </a:prstGeom>
          <a:solidFill>
            <a:schemeClr val="tx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0000"/>
                </a:solidFill>
                <a:latin typeface="Arial"/>
                <a:ea typeface="+mn-lt"/>
                <a:cs typeface="+mn-lt"/>
              </a:rPr>
              <a:t>--</a:t>
            </a:r>
            <a:endParaRPr lang="en-US">
              <a:latin typeface="Arial"/>
              <a:cs typeface="Arial"/>
            </a:endParaRPr>
          </a:p>
        </p:txBody>
      </p:sp>
      <p:sp>
        <p:nvSpPr>
          <p:cNvPr id="3" name="Rectangle 2">
            <a:extLst>
              <a:ext uri="{FF2B5EF4-FFF2-40B4-BE49-F238E27FC236}">
                <a16:creationId xmlns:a16="http://schemas.microsoft.com/office/drawing/2014/main" id="{D2E70E68-1D59-7E94-88AF-137F8C816FD0}"/>
              </a:ext>
            </a:extLst>
          </p:cNvPr>
          <p:cNvSpPr/>
          <p:nvPr/>
        </p:nvSpPr>
        <p:spPr>
          <a:xfrm>
            <a:off x="9968524" y="6808348"/>
            <a:ext cx="3774056" cy="2307566"/>
          </a:xfrm>
          <a:prstGeom prst="rect">
            <a:avLst/>
          </a:prstGeom>
          <a:solidFill>
            <a:schemeClr val="tx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0000"/>
                </a:solidFill>
                <a:latin typeface="Arial"/>
                <a:cs typeface="Arial"/>
              </a:rPr>
              <a:t>--</a:t>
            </a:r>
            <a:endParaRPr lang="en-US">
              <a:latin typeface="Arial"/>
              <a:cs typeface="Arial"/>
            </a:endParaRPr>
          </a:p>
        </p:txBody>
      </p:sp>
      <p:sp>
        <p:nvSpPr>
          <p:cNvPr id="11" name="Rectangle 10">
            <a:extLst>
              <a:ext uri="{FF2B5EF4-FFF2-40B4-BE49-F238E27FC236}">
                <a16:creationId xmlns:a16="http://schemas.microsoft.com/office/drawing/2014/main" id="{E6BE9966-AF9A-371E-4202-1350685838D2}"/>
              </a:ext>
            </a:extLst>
          </p:cNvPr>
          <p:cNvSpPr/>
          <p:nvPr/>
        </p:nvSpPr>
        <p:spPr>
          <a:xfrm>
            <a:off x="14217033" y="6808347"/>
            <a:ext cx="3774056" cy="2307566"/>
          </a:xfrm>
          <a:prstGeom prst="rect">
            <a:avLst/>
          </a:prstGeom>
          <a:solidFill>
            <a:schemeClr val="tx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rgbClr val="000000"/>
                </a:solidFill>
                <a:latin typeface="Arial"/>
                <a:cs typeface="Arial"/>
              </a:rPr>
              <a:t>--</a:t>
            </a:r>
            <a:endParaRPr lang="en-US">
              <a:latin typeface="Arial"/>
              <a:cs typeface="Arial"/>
            </a:endParaRPr>
          </a:p>
        </p:txBody>
      </p:sp>
      <p:sp>
        <p:nvSpPr>
          <p:cNvPr id="48" name="Text Placeholder 47">
            <a:extLst>
              <a:ext uri="{FF2B5EF4-FFF2-40B4-BE49-F238E27FC236}">
                <a16:creationId xmlns:a16="http://schemas.microsoft.com/office/drawing/2014/main" id="{2F4B4757-6A43-0AE2-67C2-C6F4EC398971}"/>
              </a:ext>
            </a:extLst>
          </p:cNvPr>
          <p:cNvSpPr>
            <a:spLocks noGrp="1"/>
          </p:cNvSpPr>
          <p:nvPr>
            <p:ph type="body" sz="quarter" idx="14"/>
          </p:nvPr>
        </p:nvSpPr>
        <p:spPr/>
        <p:txBody>
          <a:bodyPr/>
          <a:lstStyle/>
          <a:p>
            <a:r>
              <a:rPr lang="en-US" dirty="0"/>
              <a:t>External Analysis</a:t>
            </a:r>
          </a:p>
        </p:txBody>
      </p:sp>
      <p:sp>
        <p:nvSpPr>
          <p:cNvPr id="49" name="Text Placeholder 48">
            <a:extLst>
              <a:ext uri="{FF2B5EF4-FFF2-40B4-BE49-F238E27FC236}">
                <a16:creationId xmlns:a16="http://schemas.microsoft.com/office/drawing/2014/main" id="{C416510C-6323-3651-AE1B-19E9692EBAA0}"/>
              </a:ext>
            </a:extLst>
          </p:cNvPr>
          <p:cNvSpPr>
            <a:spLocks noGrp="1"/>
          </p:cNvSpPr>
          <p:nvPr>
            <p:ph type="body" sz="quarter" idx="15"/>
          </p:nvPr>
        </p:nvSpPr>
        <p:spPr/>
        <p:txBody>
          <a:bodyPr/>
          <a:lstStyle/>
          <a:p>
            <a:endParaRPr lang="en-US"/>
          </a:p>
        </p:txBody>
      </p:sp>
      <p:sp>
        <p:nvSpPr>
          <p:cNvPr id="50" name="Text Placeholder 49">
            <a:extLst>
              <a:ext uri="{FF2B5EF4-FFF2-40B4-BE49-F238E27FC236}">
                <a16:creationId xmlns:a16="http://schemas.microsoft.com/office/drawing/2014/main" id="{214C152A-2EE5-FDD5-C651-D9254F53D322}"/>
              </a:ext>
            </a:extLst>
          </p:cNvPr>
          <p:cNvSpPr>
            <a:spLocks noGrp="1"/>
          </p:cNvSpPr>
          <p:nvPr>
            <p:ph type="body" sz="quarter" idx="16"/>
          </p:nvPr>
        </p:nvSpPr>
        <p:spPr/>
        <p:txBody>
          <a:bodyPr>
            <a:normAutofit/>
          </a:bodyPr>
          <a:lstStyle/>
          <a:p>
            <a:endParaRPr lang="en-US" sz="1200">
              <a:ea typeface="Calibri"/>
              <a:cs typeface="Calibri"/>
            </a:endParaRPr>
          </a:p>
        </p:txBody>
      </p:sp>
    </p:spTree>
    <p:extLst>
      <p:ext uri="{BB962C8B-B14F-4D97-AF65-F5344CB8AC3E}">
        <p14:creationId xmlns:p14="http://schemas.microsoft.com/office/powerpoint/2010/main" val="40452666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34E7E86-E849-1475-BA12-993B389446AB}"/>
              </a:ext>
            </a:extLst>
          </p:cNvPr>
          <p:cNvSpPr/>
          <p:nvPr/>
        </p:nvSpPr>
        <p:spPr>
          <a:xfrm>
            <a:off x="13619534" y="1820618"/>
            <a:ext cx="3700305" cy="458220"/>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400" b="1">
                <a:solidFill>
                  <a:schemeClr val="bg1"/>
                </a:solidFill>
                <a:latin typeface="Arial" panose="020B0604020202020204" pitchFamily="34" charset="0"/>
                <a:cs typeface="Arial" panose="020B0604020202020204" pitchFamily="34" charset="0"/>
              </a:rPr>
              <a:t>--</a:t>
            </a:r>
          </a:p>
        </p:txBody>
      </p:sp>
      <p:sp>
        <p:nvSpPr>
          <p:cNvPr id="28" name="Rectangle 27">
            <a:extLst>
              <a:ext uri="{FF2B5EF4-FFF2-40B4-BE49-F238E27FC236}">
                <a16:creationId xmlns:a16="http://schemas.microsoft.com/office/drawing/2014/main" id="{B4E20F38-CCE1-8982-6AA9-8C42F0D8BE3D}"/>
              </a:ext>
            </a:extLst>
          </p:cNvPr>
          <p:cNvSpPr/>
          <p:nvPr/>
        </p:nvSpPr>
        <p:spPr>
          <a:xfrm>
            <a:off x="13619534" y="2412876"/>
            <a:ext cx="3700305" cy="84635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rial"/>
                <a:cs typeface="Arial"/>
              </a:rPr>
              <a:t>--</a:t>
            </a:r>
          </a:p>
        </p:txBody>
      </p:sp>
      <p:sp>
        <p:nvSpPr>
          <p:cNvPr id="29" name="Rectangle 28">
            <a:extLst>
              <a:ext uri="{FF2B5EF4-FFF2-40B4-BE49-F238E27FC236}">
                <a16:creationId xmlns:a16="http://schemas.microsoft.com/office/drawing/2014/main" id="{ED9D5B96-A1BD-BC21-B48A-F9CEE84F51F0}"/>
              </a:ext>
            </a:extLst>
          </p:cNvPr>
          <p:cNvSpPr/>
          <p:nvPr/>
        </p:nvSpPr>
        <p:spPr>
          <a:xfrm>
            <a:off x="14975552" y="3448150"/>
            <a:ext cx="2344287" cy="125066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Arial" panose="020B0604020202020204" pitchFamily="34" charset="0"/>
                <a:cs typeface="Arial" panose="020B0604020202020204" pitchFamily="34" charset="0"/>
              </a:rPr>
              <a:t>xx% </a:t>
            </a:r>
            <a:r>
              <a:rPr lang="en-US" sz="2400">
                <a:solidFill>
                  <a:schemeClr val="tx1"/>
                </a:solidFill>
                <a:latin typeface="Arial" panose="020B0604020202020204" pitchFamily="34" charset="0"/>
                <a:cs typeface="Arial" panose="020B0604020202020204" pitchFamily="34" charset="0"/>
              </a:rPr>
              <a:t>--</a:t>
            </a:r>
          </a:p>
        </p:txBody>
      </p:sp>
      <p:graphicFrame>
        <p:nvGraphicFramePr>
          <p:cNvPr id="30" name="Chart 29">
            <a:extLst>
              <a:ext uri="{FF2B5EF4-FFF2-40B4-BE49-F238E27FC236}">
                <a16:creationId xmlns:a16="http://schemas.microsoft.com/office/drawing/2014/main" id="{D7E7AC62-EEA6-4879-1F2D-2190F44E4F1D}"/>
              </a:ext>
            </a:extLst>
          </p:cNvPr>
          <p:cNvGraphicFramePr/>
          <p:nvPr/>
        </p:nvGraphicFramePr>
        <p:xfrm>
          <a:off x="13619533" y="3440630"/>
          <a:ext cx="1173553" cy="1250661"/>
        </p:xfrm>
        <a:graphic>
          <a:graphicData uri="http://schemas.openxmlformats.org/drawingml/2006/chart">
            <c:chart xmlns:c="http://schemas.openxmlformats.org/drawingml/2006/chart" xmlns:r="http://schemas.openxmlformats.org/officeDocument/2006/relationships" r:id="rId3"/>
          </a:graphicData>
        </a:graphic>
      </p:graphicFrame>
      <p:sp>
        <p:nvSpPr>
          <p:cNvPr id="34" name="Rectangle 33">
            <a:extLst>
              <a:ext uri="{FF2B5EF4-FFF2-40B4-BE49-F238E27FC236}">
                <a16:creationId xmlns:a16="http://schemas.microsoft.com/office/drawing/2014/main" id="{AAE2339D-C56F-20B3-8457-CB837E227015}"/>
              </a:ext>
            </a:extLst>
          </p:cNvPr>
          <p:cNvSpPr/>
          <p:nvPr/>
        </p:nvSpPr>
        <p:spPr>
          <a:xfrm>
            <a:off x="8865899" y="1820618"/>
            <a:ext cx="3700304" cy="458220"/>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400" b="1">
                <a:solidFill>
                  <a:schemeClr val="bg1"/>
                </a:solidFill>
                <a:latin typeface="Arial" panose="020B0604020202020204" pitchFamily="34" charset="0"/>
                <a:cs typeface="Arial" panose="020B0604020202020204" pitchFamily="34" charset="0"/>
              </a:rPr>
              <a:t>--</a:t>
            </a:r>
          </a:p>
        </p:txBody>
      </p:sp>
      <p:sp>
        <p:nvSpPr>
          <p:cNvPr id="35" name="Rectangle 34">
            <a:extLst>
              <a:ext uri="{FF2B5EF4-FFF2-40B4-BE49-F238E27FC236}">
                <a16:creationId xmlns:a16="http://schemas.microsoft.com/office/drawing/2014/main" id="{30D4A3B5-5CB0-E207-373E-D61BC365F6D9}"/>
              </a:ext>
            </a:extLst>
          </p:cNvPr>
          <p:cNvSpPr/>
          <p:nvPr/>
        </p:nvSpPr>
        <p:spPr>
          <a:xfrm>
            <a:off x="8865899" y="2412876"/>
            <a:ext cx="3700304" cy="84635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rial"/>
                <a:cs typeface="Arial"/>
              </a:rPr>
              <a:t>--</a:t>
            </a:r>
          </a:p>
        </p:txBody>
      </p:sp>
      <p:sp>
        <p:nvSpPr>
          <p:cNvPr id="36" name="Rectangle 35">
            <a:extLst>
              <a:ext uri="{FF2B5EF4-FFF2-40B4-BE49-F238E27FC236}">
                <a16:creationId xmlns:a16="http://schemas.microsoft.com/office/drawing/2014/main" id="{F6D356B1-DAB4-E84D-B664-E659FDEDC76E}"/>
              </a:ext>
            </a:extLst>
          </p:cNvPr>
          <p:cNvSpPr/>
          <p:nvPr/>
        </p:nvSpPr>
        <p:spPr>
          <a:xfrm>
            <a:off x="10221916" y="3448150"/>
            <a:ext cx="2344287" cy="125066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Arial" panose="020B0604020202020204" pitchFamily="34" charset="0"/>
                <a:cs typeface="Arial" panose="020B0604020202020204" pitchFamily="34" charset="0"/>
              </a:rPr>
              <a:t>xx% </a:t>
            </a:r>
            <a:r>
              <a:rPr lang="en-US" sz="2400">
                <a:solidFill>
                  <a:schemeClr val="tx1"/>
                </a:solidFill>
                <a:latin typeface="Arial" panose="020B0604020202020204" pitchFamily="34" charset="0"/>
                <a:cs typeface="Arial" panose="020B0604020202020204" pitchFamily="34" charset="0"/>
              </a:rPr>
              <a:t>--</a:t>
            </a:r>
          </a:p>
        </p:txBody>
      </p:sp>
      <p:graphicFrame>
        <p:nvGraphicFramePr>
          <p:cNvPr id="37" name="Chart 36">
            <a:extLst>
              <a:ext uri="{FF2B5EF4-FFF2-40B4-BE49-F238E27FC236}">
                <a16:creationId xmlns:a16="http://schemas.microsoft.com/office/drawing/2014/main" id="{55CA3273-555D-8064-3F5C-BDF7FE87B397}"/>
              </a:ext>
            </a:extLst>
          </p:cNvPr>
          <p:cNvGraphicFramePr/>
          <p:nvPr/>
        </p:nvGraphicFramePr>
        <p:xfrm>
          <a:off x="8865898" y="3440630"/>
          <a:ext cx="1173553" cy="1250661"/>
        </p:xfrm>
        <a:graphic>
          <a:graphicData uri="http://schemas.openxmlformats.org/drawingml/2006/chart">
            <c:chart xmlns:c="http://schemas.openxmlformats.org/drawingml/2006/chart" xmlns:r="http://schemas.openxmlformats.org/officeDocument/2006/relationships" r:id="rId4"/>
          </a:graphicData>
        </a:graphic>
      </p:graphicFrame>
      <p:sp>
        <p:nvSpPr>
          <p:cNvPr id="39" name="Rectangle 38">
            <a:extLst>
              <a:ext uri="{FF2B5EF4-FFF2-40B4-BE49-F238E27FC236}">
                <a16:creationId xmlns:a16="http://schemas.microsoft.com/office/drawing/2014/main" id="{C2B30A17-E898-9340-AB77-FE194D57EC81}"/>
              </a:ext>
            </a:extLst>
          </p:cNvPr>
          <p:cNvSpPr/>
          <p:nvPr/>
        </p:nvSpPr>
        <p:spPr>
          <a:xfrm>
            <a:off x="8865899" y="4898034"/>
            <a:ext cx="3700304" cy="458220"/>
          </a:xfrm>
          <a:prstGeom prst="rect">
            <a:avLst/>
          </a:prstGeom>
          <a:solidFill>
            <a:srgbClr val="2A8B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Characteristics</a:t>
            </a:r>
          </a:p>
        </p:txBody>
      </p:sp>
      <p:sp>
        <p:nvSpPr>
          <p:cNvPr id="41" name="Rectangle 40">
            <a:extLst>
              <a:ext uri="{FF2B5EF4-FFF2-40B4-BE49-F238E27FC236}">
                <a16:creationId xmlns:a16="http://schemas.microsoft.com/office/drawing/2014/main" id="{36102999-1B81-E262-BA38-E9913C279F8A}"/>
              </a:ext>
            </a:extLst>
          </p:cNvPr>
          <p:cNvSpPr/>
          <p:nvPr/>
        </p:nvSpPr>
        <p:spPr>
          <a:xfrm>
            <a:off x="4954778" y="1820618"/>
            <a:ext cx="3700300" cy="458220"/>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350" b="1">
                <a:solidFill>
                  <a:schemeClr val="bg1"/>
                </a:solidFill>
                <a:latin typeface="Arial" panose="020B0604020202020204" pitchFamily="34" charset="0"/>
                <a:cs typeface="Arial" panose="020B0604020202020204" pitchFamily="34" charset="0"/>
              </a:rPr>
              <a:t>--</a:t>
            </a:r>
          </a:p>
        </p:txBody>
      </p:sp>
      <p:sp>
        <p:nvSpPr>
          <p:cNvPr id="42" name="Rectangle 41">
            <a:extLst>
              <a:ext uri="{FF2B5EF4-FFF2-40B4-BE49-F238E27FC236}">
                <a16:creationId xmlns:a16="http://schemas.microsoft.com/office/drawing/2014/main" id="{E42BBDD1-51A9-C337-B7C2-24CC7D916C23}"/>
              </a:ext>
            </a:extLst>
          </p:cNvPr>
          <p:cNvSpPr/>
          <p:nvPr/>
        </p:nvSpPr>
        <p:spPr>
          <a:xfrm>
            <a:off x="4954778" y="2412876"/>
            <a:ext cx="3700300" cy="84635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rial"/>
                <a:cs typeface="Arial"/>
              </a:rPr>
              <a:t>--</a:t>
            </a:r>
            <a:endParaRPr lang="en-US" sz="2400">
              <a:solidFill>
                <a:schemeClr val="tx1"/>
              </a:solidFill>
            </a:endParaRPr>
          </a:p>
        </p:txBody>
      </p:sp>
      <p:sp>
        <p:nvSpPr>
          <p:cNvPr id="43" name="Rectangle 42">
            <a:extLst>
              <a:ext uri="{FF2B5EF4-FFF2-40B4-BE49-F238E27FC236}">
                <a16:creationId xmlns:a16="http://schemas.microsoft.com/office/drawing/2014/main" id="{A0B8633B-9584-73FB-B7A0-E3E72A637C3A}"/>
              </a:ext>
            </a:extLst>
          </p:cNvPr>
          <p:cNvSpPr/>
          <p:nvPr/>
        </p:nvSpPr>
        <p:spPr>
          <a:xfrm>
            <a:off x="6310795" y="3448150"/>
            <a:ext cx="2344285" cy="125066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Arial" panose="020B0604020202020204" pitchFamily="34" charset="0"/>
                <a:cs typeface="Arial" panose="020B0604020202020204" pitchFamily="34" charset="0"/>
              </a:rPr>
              <a:t>xx% </a:t>
            </a:r>
            <a:r>
              <a:rPr lang="en-US" sz="2400">
                <a:solidFill>
                  <a:schemeClr val="tx1"/>
                </a:solidFill>
                <a:latin typeface="Arial" panose="020B0604020202020204" pitchFamily="34" charset="0"/>
                <a:cs typeface="Arial" panose="020B0604020202020204" pitchFamily="34" charset="0"/>
              </a:rPr>
              <a:t>--</a:t>
            </a:r>
          </a:p>
        </p:txBody>
      </p:sp>
      <p:graphicFrame>
        <p:nvGraphicFramePr>
          <p:cNvPr id="44" name="Chart 43">
            <a:extLst>
              <a:ext uri="{FF2B5EF4-FFF2-40B4-BE49-F238E27FC236}">
                <a16:creationId xmlns:a16="http://schemas.microsoft.com/office/drawing/2014/main" id="{3FB75138-7B98-7D92-3AD1-5B8E97483D7C}"/>
              </a:ext>
            </a:extLst>
          </p:cNvPr>
          <p:cNvGraphicFramePr/>
          <p:nvPr/>
        </p:nvGraphicFramePr>
        <p:xfrm>
          <a:off x="4954777" y="3440630"/>
          <a:ext cx="1173552" cy="1250661"/>
        </p:xfrm>
        <a:graphic>
          <a:graphicData uri="http://schemas.openxmlformats.org/drawingml/2006/chart">
            <c:chart xmlns:c="http://schemas.openxmlformats.org/drawingml/2006/chart" xmlns:r="http://schemas.openxmlformats.org/officeDocument/2006/relationships" r:id="rId5"/>
          </a:graphicData>
        </a:graphic>
      </p:graphicFrame>
      <p:sp>
        <p:nvSpPr>
          <p:cNvPr id="46" name="Rectangle 45">
            <a:extLst>
              <a:ext uri="{FF2B5EF4-FFF2-40B4-BE49-F238E27FC236}">
                <a16:creationId xmlns:a16="http://schemas.microsoft.com/office/drawing/2014/main" id="{519B017C-AAC6-BAAD-DD34-1802BC55A119}"/>
              </a:ext>
            </a:extLst>
          </p:cNvPr>
          <p:cNvSpPr/>
          <p:nvPr/>
        </p:nvSpPr>
        <p:spPr>
          <a:xfrm>
            <a:off x="4954778" y="4898034"/>
            <a:ext cx="3700300" cy="458220"/>
          </a:xfrm>
          <a:prstGeom prst="rect">
            <a:avLst/>
          </a:prstGeom>
          <a:solidFill>
            <a:srgbClr val="2A8B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Characteristics</a:t>
            </a:r>
          </a:p>
        </p:txBody>
      </p:sp>
      <p:sp>
        <p:nvSpPr>
          <p:cNvPr id="54" name="Rectangle 53">
            <a:extLst>
              <a:ext uri="{FF2B5EF4-FFF2-40B4-BE49-F238E27FC236}">
                <a16:creationId xmlns:a16="http://schemas.microsoft.com/office/drawing/2014/main" id="{6DAC29B3-FA8F-472A-7686-100E991E4DD8}"/>
              </a:ext>
            </a:extLst>
          </p:cNvPr>
          <p:cNvSpPr/>
          <p:nvPr/>
        </p:nvSpPr>
        <p:spPr>
          <a:xfrm>
            <a:off x="13619528" y="5585324"/>
            <a:ext cx="3700301" cy="1951605"/>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a:solidFill>
                  <a:schemeClr val="tx1"/>
                </a:solidFill>
                <a:latin typeface="Arial" panose="020B0604020202020204" pitchFamily="34" charset="0"/>
                <a:cs typeface="Arial" panose="020B0604020202020204" pitchFamily="34" charset="0"/>
              </a:rPr>
              <a:t>Needs</a:t>
            </a:r>
          </a:p>
          <a:p>
            <a:pPr algn="ctr"/>
            <a:r>
              <a:rPr lang="en-US" sz="2400" b="1">
                <a:solidFill>
                  <a:srgbClr val="C00000"/>
                </a:solidFill>
                <a:latin typeface="Arial" panose="020B0604020202020204" pitchFamily="34" charset="0"/>
                <a:cs typeface="Arial" panose="020B0604020202020204" pitchFamily="34" charset="0"/>
              </a:rPr>
              <a:t>--</a:t>
            </a:r>
            <a:endParaRPr lang="en-US" sz="2400">
              <a:solidFill>
                <a:schemeClr val="tx1"/>
              </a:solidFill>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92B88458-E045-E75E-17BE-F419A9A52D52}"/>
              </a:ext>
            </a:extLst>
          </p:cNvPr>
          <p:cNvSpPr/>
          <p:nvPr/>
        </p:nvSpPr>
        <p:spPr>
          <a:xfrm>
            <a:off x="13619524" y="4900370"/>
            <a:ext cx="3700304" cy="458220"/>
          </a:xfrm>
          <a:prstGeom prst="rect">
            <a:avLst/>
          </a:prstGeom>
          <a:solidFill>
            <a:srgbClr val="2A8B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Characteristics</a:t>
            </a:r>
          </a:p>
        </p:txBody>
      </p:sp>
      <p:sp>
        <p:nvSpPr>
          <p:cNvPr id="57" name="Rectangle 56">
            <a:extLst>
              <a:ext uri="{FF2B5EF4-FFF2-40B4-BE49-F238E27FC236}">
                <a16:creationId xmlns:a16="http://schemas.microsoft.com/office/drawing/2014/main" id="{B0DD060C-1AEA-033D-380F-FDB582D43454}"/>
              </a:ext>
            </a:extLst>
          </p:cNvPr>
          <p:cNvSpPr/>
          <p:nvPr/>
        </p:nvSpPr>
        <p:spPr>
          <a:xfrm>
            <a:off x="8865898" y="5576746"/>
            <a:ext cx="3700305" cy="1960184"/>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a:solidFill>
                  <a:schemeClr val="tx1"/>
                </a:solidFill>
                <a:latin typeface="Arial" panose="020B0604020202020204" pitchFamily="34" charset="0"/>
                <a:cs typeface="Arial" panose="020B0604020202020204" pitchFamily="34" charset="0"/>
              </a:rPr>
              <a:t>Needs</a:t>
            </a:r>
          </a:p>
          <a:p>
            <a:pPr algn="ctr"/>
            <a:r>
              <a:rPr lang="en-US" sz="2400" b="1">
                <a:solidFill>
                  <a:srgbClr val="C00000"/>
                </a:solidFill>
                <a:latin typeface="Arial" panose="020B0604020202020204" pitchFamily="34" charset="0"/>
                <a:cs typeface="Arial" panose="020B0604020202020204" pitchFamily="34" charset="0"/>
              </a:rPr>
              <a:t>--</a:t>
            </a:r>
          </a:p>
        </p:txBody>
      </p:sp>
      <p:sp>
        <p:nvSpPr>
          <p:cNvPr id="60" name="Rectangle 59">
            <a:extLst>
              <a:ext uri="{FF2B5EF4-FFF2-40B4-BE49-F238E27FC236}">
                <a16:creationId xmlns:a16="http://schemas.microsoft.com/office/drawing/2014/main" id="{1907A017-B2DA-61F4-8B33-7FCB89706035}"/>
              </a:ext>
            </a:extLst>
          </p:cNvPr>
          <p:cNvSpPr/>
          <p:nvPr/>
        </p:nvSpPr>
        <p:spPr>
          <a:xfrm>
            <a:off x="4954789" y="5585324"/>
            <a:ext cx="3700305" cy="1960184"/>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a:solidFill>
                  <a:schemeClr val="tx1"/>
                </a:solidFill>
                <a:latin typeface="Arial" panose="020B0604020202020204" pitchFamily="34" charset="0"/>
                <a:cs typeface="Arial" panose="020B0604020202020204" pitchFamily="34" charset="0"/>
              </a:rPr>
              <a:t>Needs</a:t>
            </a:r>
          </a:p>
          <a:p>
            <a:pPr algn="ctr"/>
            <a:r>
              <a:rPr lang="en-US" sz="2400" b="1">
                <a:solidFill>
                  <a:srgbClr val="C00000"/>
                </a:solidFill>
                <a:latin typeface="Arial" panose="020B0604020202020204" pitchFamily="34" charset="0"/>
                <a:cs typeface="Arial" panose="020B0604020202020204" pitchFamily="34" charset="0"/>
              </a:rPr>
              <a:t>--</a:t>
            </a:r>
          </a:p>
        </p:txBody>
      </p:sp>
      <p:sp>
        <p:nvSpPr>
          <p:cNvPr id="8" name="Rectangle 7">
            <a:extLst>
              <a:ext uri="{FF2B5EF4-FFF2-40B4-BE49-F238E27FC236}">
                <a16:creationId xmlns:a16="http://schemas.microsoft.com/office/drawing/2014/main" id="{E8D7E416-B7E9-355A-F403-8330C5BDB31A}"/>
              </a:ext>
            </a:extLst>
          </p:cNvPr>
          <p:cNvSpPr/>
          <p:nvPr/>
        </p:nvSpPr>
        <p:spPr>
          <a:xfrm>
            <a:off x="1019589" y="1820619"/>
            <a:ext cx="3700297" cy="458220"/>
          </a:xfrm>
          <a:prstGeom prst="rect">
            <a:avLst/>
          </a:prstGeom>
          <a:solidFill>
            <a:srgbClr val="263E6C"/>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sz="2400" b="1">
                <a:solidFill>
                  <a:schemeClr val="bg1"/>
                </a:solidFill>
                <a:latin typeface="Arial" panose="020B0604020202020204" pitchFamily="34" charset="0"/>
                <a:cs typeface="Arial" panose="020B0604020202020204" pitchFamily="34" charset="0"/>
              </a:rPr>
              <a:t>--</a:t>
            </a:r>
          </a:p>
        </p:txBody>
      </p:sp>
      <p:sp>
        <p:nvSpPr>
          <p:cNvPr id="9" name="Rectangle 8">
            <a:extLst>
              <a:ext uri="{FF2B5EF4-FFF2-40B4-BE49-F238E27FC236}">
                <a16:creationId xmlns:a16="http://schemas.microsoft.com/office/drawing/2014/main" id="{A78B73C4-3D5C-E91F-3563-8C06AB31A140}"/>
              </a:ext>
            </a:extLst>
          </p:cNvPr>
          <p:cNvSpPr/>
          <p:nvPr/>
        </p:nvSpPr>
        <p:spPr>
          <a:xfrm>
            <a:off x="1019589" y="2412877"/>
            <a:ext cx="3700297" cy="84635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rial"/>
                <a:cs typeface="Arial"/>
              </a:rPr>
              <a:t>--</a:t>
            </a:r>
            <a:endParaRPr lang="en-US">
              <a:solidFill>
                <a:schemeClr val="tx1"/>
              </a:solidFill>
            </a:endParaRPr>
          </a:p>
        </p:txBody>
      </p:sp>
      <p:sp>
        <p:nvSpPr>
          <p:cNvPr id="10" name="Rectangle 9">
            <a:extLst>
              <a:ext uri="{FF2B5EF4-FFF2-40B4-BE49-F238E27FC236}">
                <a16:creationId xmlns:a16="http://schemas.microsoft.com/office/drawing/2014/main" id="{54AC88DC-831B-ABC2-9D14-5F787366043A}"/>
              </a:ext>
            </a:extLst>
          </p:cNvPr>
          <p:cNvSpPr/>
          <p:nvPr/>
        </p:nvSpPr>
        <p:spPr>
          <a:xfrm>
            <a:off x="2375605" y="3448151"/>
            <a:ext cx="2344283" cy="1250661"/>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Arial" panose="020B0604020202020204" pitchFamily="34" charset="0"/>
                <a:cs typeface="Arial" panose="020B0604020202020204" pitchFamily="34" charset="0"/>
              </a:rPr>
              <a:t>xx% </a:t>
            </a:r>
            <a:r>
              <a:rPr lang="en-US" sz="2400">
                <a:solidFill>
                  <a:schemeClr val="tx1"/>
                </a:solidFill>
                <a:latin typeface="Arial" panose="020B0604020202020204" pitchFamily="34" charset="0"/>
                <a:cs typeface="Arial" panose="020B0604020202020204" pitchFamily="34" charset="0"/>
              </a:rPr>
              <a:t>--</a:t>
            </a:r>
          </a:p>
        </p:txBody>
      </p:sp>
      <p:graphicFrame>
        <p:nvGraphicFramePr>
          <p:cNvPr id="11" name="Chart 10">
            <a:extLst>
              <a:ext uri="{FF2B5EF4-FFF2-40B4-BE49-F238E27FC236}">
                <a16:creationId xmlns:a16="http://schemas.microsoft.com/office/drawing/2014/main" id="{D1CE1FEE-764A-B9BF-A554-DC457D718A24}"/>
              </a:ext>
            </a:extLst>
          </p:cNvPr>
          <p:cNvGraphicFramePr/>
          <p:nvPr/>
        </p:nvGraphicFramePr>
        <p:xfrm>
          <a:off x="1019588" y="3440631"/>
          <a:ext cx="1173551" cy="1250661"/>
        </p:xfrm>
        <a:graphic>
          <a:graphicData uri="http://schemas.openxmlformats.org/drawingml/2006/chart">
            <c:chart xmlns:c="http://schemas.openxmlformats.org/drawingml/2006/chart" xmlns:r="http://schemas.openxmlformats.org/officeDocument/2006/relationships" r:id="rId6"/>
          </a:graphicData>
        </a:graphic>
      </p:graphicFrame>
      <p:sp>
        <p:nvSpPr>
          <p:cNvPr id="12" name="Rectangle 11">
            <a:extLst>
              <a:ext uri="{FF2B5EF4-FFF2-40B4-BE49-F238E27FC236}">
                <a16:creationId xmlns:a16="http://schemas.microsoft.com/office/drawing/2014/main" id="{08B03452-2A11-9D50-E680-ED791B83BA9C}"/>
              </a:ext>
            </a:extLst>
          </p:cNvPr>
          <p:cNvSpPr/>
          <p:nvPr/>
        </p:nvSpPr>
        <p:spPr>
          <a:xfrm>
            <a:off x="1019589" y="4898035"/>
            <a:ext cx="3700297" cy="458220"/>
          </a:xfrm>
          <a:prstGeom prst="rect">
            <a:avLst/>
          </a:prstGeom>
          <a:solidFill>
            <a:srgbClr val="2A8B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Characteristics</a:t>
            </a:r>
          </a:p>
        </p:txBody>
      </p:sp>
      <p:sp>
        <p:nvSpPr>
          <p:cNvPr id="14" name="Rectangle 13">
            <a:extLst>
              <a:ext uri="{FF2B5EF4-FFF2-40B4-BE49-F238E27FC236}">
                <a16:creationId xmlns:a16="http://schemas.microsoft.com/office/drawing/2014/main" id="{6E373D92-0DEC-D114-6056-BA543578DCD0}"/>
              </a:ext>
            </a:extLst>
          </p:cNvPr>
          <p:cNvSpPr/>
          <p:nvPr/>
        </p:nvSpPr>
        <p:spPr>
          <a:xfrm>
            <a:off x="1019603" y="5585323"/>
            <a:ext cx="3700305" cy="1960184"/>
          </a:xfrm>
          <a:prstGeom prst="rect">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2400" b="1">
                <a:solidFill>
                  <a:schemeClr val="tx1"/>
                </a:solidFill>
                <a:latin typeface="Arial"/>
                <a:cs typeface="Arial"/>
              </a:rPr>
              <a:t>Needs</a:t>
            </a:r>
          </a:p>
          <a:p>
            <a:pPr algn="ctr"/>
            <a:r>
              <a:rPr lang="en-US" sz="2400" b="1">
                <a:solidFill>
                  <a:srgbClr val="C00000"/>
                </a:solidFill>
                <a:latin typeface="Arial" panose="020B0604020202020204" pitchFamily="34" charset="0"/>
                <a:cs typeface="Arial" panose="020B0604020202020204" pitchFamily="34" charset="0"/>
              </a:rPr>
              <a:t>--</a:t>
            </a:r>
          </a:p>
        </p:txBody>
      </p:sp>
      <p:cxnSp>
        <p:nvCxnSpPr>
          <p:cNvPr id="71" name="Straight Connector 70">
            <a:extLst>
              <a:ext uri="{FF2B5EF4-FFF2-40B4-BE49-F238E27FC236}">
                <a16:creationId xmlns:a16="http://schemas.microsoft.com/office/drawing/2014/main" id="{976C0D57-2165-D9C2-9ED1-1463DC46B58E}"/>
              </a:ext>
            </a:extLst>
          </p:cNvPr>
          <p:cNvCxnSpPr/>
          <p:nvPr/>
        </p:nvCxnSpPr>
        <p:spPr>
          <a:xfrm>
            <a:off x="13077370" y="1712687"/>
            <a:ext cx="0" cy="6366498"/>
          </a:xfrm>
          <a:prstGeom prst="line">
            <a:avLst/>
          </a:prstGeom>
          <a:ln w="38100">
            <a:solidFill>
              <a:srgbClr val="00B050"/>
            </a:solidFill>
            <a:prstDash val="dash"/>
            <a:round/>
          </a:ln>
        </p:spPr>
        <p:style>
          <a:lnRef idx="1">
            <a:schemeClr val="accent1"/>
          </a:lnRef>
          <a:fillRef idx="0">
            <a:schemeClr val="accent1"/>
          </a:fillRef>
          <a:effectRef idx="0">
            <a:schemeClr val="accent1"/>
          </a:effectRef>
          <a:fontRef idx="minor">
            <a:schemeClr val="tx1"/>
          </a:fontRef>
        </p:style>
      </p:cxnSp>
      <p:sp>
        <p:nvSpPr>
          <p:cNvPr id="33" name="Text Placeholder 32">
            <a:extLst>
              <a:ext uri="{FF2B5EF4-FFF2-40B4-BE49-F238E27FC236}">
                <a16:creationId xmlns:a16="http://schemas.microsoft.com/office/drawing/2014/main" id="{72A4577F-6C7F-8D7C-9B1F-79B0C0B4BF8B}"/>
              </a:ext>
            </a:extLst>
          </p:cNvPr>
          <p:cNvSpPr>
            <a:spLocks noGrp="1"/>
          </p:cNvSpPr>
          <p:nvPr>
            <p:ph type="body" sz="quarter" idx="13"/>
          </p:nvPr>
        </p:nvSpPr>
        <p:spPr/>
        <p:txBody>
          <a:bodyPr/>
          <a:lstStyle/>
          <a:p>
            <a:endParaRPr lang="en-US"/>
          </a:p>
        </p:txBody>
      </p:sp>
      <p:sp>
        <p:nvSpPr>
          <p:cNvPr id="40" name="Text Placeholder 39">
            <a:extLst>
              <a:ext uri="{FF2B5EF4-FFF2-40B4-BE49-F238E27FC236}">
                <a16:creationId xmlns:a16="http://schemas.microsoft.com/office/drawing/2014/main" id="{FA5D3FED-169B-09A2-03F5-345464B925F2}"/>
              </a:ext>
            </a:extLst>
          </p:cNvPr>
          <p:cNvSpPr>
            <a:spLocks noGrp="1"/>
          </p:cNvSpPr>
          <p:nvPr>
            <p:ph type="body" sz="quarter" idx="14"/>
          </p:nvPr>
        </p:nvSpPr>
        <p:spPr/>
        <p:txBody>
          <a:bodyPr/>
          <a:lstStyle/>
          <a:p>
            <a:endParaRPr lang="en-US"/>
          </a:p>
        </p:txBody>
      </p:sp>
      <p:sp>
        <p:nvSpPr>
          <p:cNvPr id="47" name="Text Placeholder 46">
            <a:extLst>
              <a:ext uri="{FF2B5EF4-FFF2-40B4-BE49-F238E27FC236}">
                <a16:creationId xmlns:a16="http://schemas.microsoft.com/office/drawing/2014/main" id="{BFF9F08D-44E2-D424-17A2-3D20C28B3C6F}"/>
              </a:ext>
            </a:extLst>
          </p:cNvPr>
          <p:cNvSpPr>
            <a:spLocks noGrp="1"/>
          </p:cNvSpPr>
          <p:nvPr>
            <p:ph type="body" sz="quarter" idx="15"/>
          </p:nvPr>
        </p:nvSpPr>
        <p:spPr/>
        <p:txBody>
          <a:bodyPr/>
          <a:lstStyle/>
          <a:p>
            <a:r>
              <a:rPr lang="en-US" dirty="0"/>
              <a:t>Stakeholder Analysis</a:t>
            </a:r>
          </a:p>
        </p:txBody>
      </p:sp>
      <p:sp>
        <p:nvSpPr>
          <p:cNvPr id="48" name="Text Placeholder 47">
            <a:extLst>
              <a:ext uri="{FF2B5EF4-FFF2-40B4-BE49-F238E27FC236}">
                <a16:creationId xmlns:a16="http://schemas.microsoft.com/office/drawing/2014/main" id="{9B7BCA2F-C643-C8F2-8F24-49F3B5082636}"/>
              </a:ext>
            </a:extLst>
          </p:cNvPr>
          <p:cNvSpPr>
            <a:spLocks noGrp="1"/>
          </p:cNvSpPr>
          <p:nvPr>
            <p:ph type="body" sz="quarter" idx="16"/>
          </p:nvPr>
        </p:nvSpPr>
        <p:spPr/>
        <p:txBody>
          <a:bodyPr/>
          <a:lstStyle/>
          <a:p>
            <a:endParaRPr lang="en-US" sz="1200">
              <a:ea typeface="Calibri"/>
              <a:cs typeface="Calibri"/>
            </a:endParaRPr>
          </a:p>
        </p:txBody>
      </p:sp>
    </p:spTree>
    <p:extLst>
      <p:ext uri="{BB962C8B-B14F-4D97-AF65-F5344CB8AC3E}">
        <p14:creationId xmlns:p14="http://schemas.microsoft.com/office/powerpoint/2010/main" val="7237399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7"/>
          <p:cNvGrpSpPr/>
          <p:nvPr/>
        </p:nvGrpSpPr>
        <p:grpSpPr>
          <a:xfrm>
            <a:off x="517317" y="2833936"/>
            <a:ext cx="3503363" cy="1430750"/>
            <a:chOff x="0" y="0"/>
            <a:chExt cx="922696" cy="376823"/>
          </a:xfrm>
        </p:grpSpPr>
        <p:sp>
          <p:nvSpPr>
            <p:cNvPr id="8" name="Freeform 8"/>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a:p>
          </p:txBody>
        </p:sp>
        <p:sp>
          <p:nvSpPr>
            <p:cNvPr id="9" name="TextBox 9"/>
            <p:cNvSpPr txBox="1"/>
            <p:nvPr/>
          </p:nvSpPr>
          <p:spPr>
            <a:xfrm>
              <a:off x="0" y="-19050"/>
              <a:ext cx="922696" cy="395873"/>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grpSp>
        <p:nvGrpSpPr>
          <p:cNvPr id="10" name="Group 10"/>
          <p:cNvGrpSpPr/>
          <p:nvPr/>
        </p:nvGrpSpPr>
        <p:grpSpPr>
          <a:xfrm>
            <a:off x="534840" y="4531387"/>
            <a:ext cx="3503363" cy="1430750"/>
            <a:chOff x="0" y="0"/>
            <a:chExt cx="922696" cy="376823"/>
          </a:xfrm>
        </p:grpSpPr>
        <p:sp>
          <p:nvSpPr>
            <p:cNvPr id="11" name="Freeform 11"/>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a:p>
          </p:txBody>
        </p:sp>
        <p:sp>
          <p:nvSpPr>
            <p:cNvPr id="12" name="TextBox 12"/>
            <p:cNvSpPr txBox="1"/>
            <p:nvPr/>
          </p:nvSpPr>
          <p:spPr>
            <a:xfrm>
              <a:off x="0" y="-19050"/>
              <a:ext cx="922696" cy="395873"/>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grpSp>
        <p:nvGrpSpPr>
          <p:cNvPr id="13" name="Group 13"/>
          <p:cNvGrpSpPr/>
          <p:nvPr/>
        </p:nvGrpSpPr>
        <p:grpSpPr>
          <a:xfrm>
            <a:off x="534840" y="6228837"/>
            <a:ext cx="3503363" cy="1430750"/>
            <a:chOff x="0" y="0"/>
            <a:chExt cx="922696" cy="376823"/>
          </a:xfrm>
        </p:grpSpPr>
        <p:sp>
          <p:nvSpPr>
            <p:cNvPr id="14" name="Freeform 14"/>
            <p:cNvSpPr/>
            <p:nvPr/>
          </p:nvSpPr>
          <p:spPr>
            <a:xfrm>
              <a:off x="0" y="0"/>
              <a:ext cx="922696" cy="376823"/>
            </a:xfrm>
            <a:custGeom>
              <a:avLst/>
              <a:gdLst/>
              <a:ahLst/>
              <a:cxnLst/>
              <a:rect l="l" t="t" r="r" b="b"/>
              <a:pathLst>
                <a:path w="922696" h="376823">
                  <a:moveTo>
                    <a:pt x="0" y="0"/>
                  </a:moveTo>
                  <a:lnTo>
                    <a:pt x="922696" y="0"/>
                  </a:lnTo>
                  <a:lnTo>
                    <a:pt x="922696" y="376823"/>
                  </a:lnTo>
                  <a:lnTo>
                    <a:pt x="0" y="376823"/>
                  </a:lnTo>
                  <a:close/>
                </a:path>
              </a:pathLst>
            </a:custGeom>
            <a:solidFill>
              <a:srgbClr val="263F6B"/>
            </a:solidFill>
          </p:spPr>
          <p:txBody>
            <a:bodyPr/>
            <a:lstStyle/>
            <a:p>
              <a:endParaRPr lang="en-CA"/>
            </a:p>
          </p:txBody>
        </p:sp>
        <p:sp>
          <p:nvSpPr>
            <p:cNvPr id="15" name="TextBox 15"/>
            <p:cNvSpPr txBox="1"/>
            <p:nvPr/>
          </p:nvSpPr>
          <p:spPr>
            <a:xfrm>
              <a:off x="0" y="-19050"/>
              <a:ext cx="922696" cy="395873"/>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grpSp>
        <p:nvGrpSpPr>
          <p:cNvPr id="16" name="Group 16"/>
          <p:cNvGrpSpPr/>
          <p:nvPr/>
        </p:nvGrpSpPr>
        <p:grpSpPr>
          <a:xfrm>
            <a:off x="4242039" y="1707421"/>
            <a:ext cx="4090046" cy="1010797"/>
            <a:chOff x="0" y="0"/>
            <a:chExt cx="1077214" cy="266218"/>
          </a:xfrm>
        </p:grpSpPr>
        <p:sp>
          <p:nvSpPr>
            <p:cNvPr id="17" name="Freeform 17"/>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solidFill>
              <a:srgbClr val="2D8BBA"/>
            </a:solidFill>
          </p:spPr>
          <p:txBody>
            <a:bodyPr/>
            <a:lstStyle/>
            <a:p>
              <a:endParaRPr lang="en-CA"/>
            </a:p>
          </p:txBody>
        </p:sp>
        <p:sp>
          <p:nvSpPr>
            <p:cNvPr id="18" name="TextBox 18"/>
            <p:cNvSpPr txBox="1"/>
            <p:nvPr/>
          </p:nvSpPr>
          <p:spPr>
            <a:xfrm>
              <a:off x="0" y="-19050"/>
              <a:ext cx="1077214" cy="285268"/>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grpSp>
        <p:nvGrpSpPr>
          <p:cNvPr id="19" name="Group 19"/>
          <p:cNvGrpSpPr/>
          <p:nvPr/>
        </p:nvGrpSpPr>
        <p:grpSpPr>
          <a:xfrm>
            <a:off x="8635263" y="1707421"/>
            <a:ext cx="4090046" cy="1010797"/>
            <a:chOff x="0" y="0"/>
            <a:chExt cx="1077214" cy="266218"/>
          </a:xfrm>
        </p:grpSpPr>
        <p:sp>
          <p:nvSpPr>
            <p:cNvPr id="20" name="Freeform 20"/>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solidFill>
              <a:srgbClr val="2D8BBA"/>
            </a:solidFill>
          </p:spPr>
          <p:txBody>
            <a:bodyPr/>
            <a:lstStyle/>
            <a:p>
              <a:endParaRPr lang="en-CA"/>
            </a:p>
          </p:txBody>
        </p:sp>
        <p:sp>
          <p:nvSpPr>
            <p:cNvPr id="21" name="TextBox 21"/>
            <p:cNvSpPr txBox="1"/>
            <p:nvPr/>
          </p:nvSpPr>
          <p:spPr>
            <a:xfrm>
              <a:off x="0" y="-19050"/>
              <a:ext cx="1077214" cy="285268"/>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grpSp>
        <p:nvGrpSpPr>
          <p:cNvPr id="22" name="Group 22"/>
          <p:cNvGrpSpPr/>
          <p:nvPr/>
        </p:nvGrpSpPr>
        <p:grpSpPr>
          <a:xfrm>
            <a:off x="13030109" y="1707421"/>
            <a:ext cx="4090046" cy="1010797"/>
            <a:chOff x="0" y="0"/>
            <a:chExt cx="1077214" cy="266218"/>
          </a:xfrm>
        </p:grpSpPr>
        <p:sp>
          <p:nvSpPr>
            <p:cNvPr id="23" name="Freeform 23"/>
            <p:cNvSpPr/>
            <p:nvPr/>
          </p:nvSpPr>
          <p:spPr>
            <a:xfrm>
              <a:off x="0" y="0"/>
              <a:ext cx="1077214" cy="266218"/>
            </a:xfrm>
            <a:custGeom>
              <a:avLst/>
              <a:gdLst/>
              <a:ahLst/>
              <a:cxnLst/>
              <a:rect l="l" t="t" r="r" b="b"/>
              <a:pathLst>
                <a:path w="1077214" h="266218">
                  <a:moveTo>
                    <a:pt x="0" y="0"/>
                  </a:moveTo>
                  <a:lnTo>
                    <a:pt x="1077214" y="0"/>
                  </a:lnTo>
                  <a:lnTo>
                    <a:pt x="1077214" y="266218"/>
                  </a:lnTo>
                  <a:lnTo>
                    <a:pt x="0" y="266218"/>
                  </a:lnTo>
                  <a:close/>
                </a:path>
              </a:pathLst>
            </a:custGeom>
            <a:solidFill>
              <a:srgbClr val="2D8BBA"/>
            </a:solidFill>
          </p:spPr>
          <p:txBody>
            <a:bodyPr/>
            <a:lstStyle/>
            <a:p>
              <a:endParaRPr lang="en-CA"/>
            </a:p>
          </p:txBody>
        </p:sp>
        <p:sp>
          <p:nvSpPr>
            <p:cNvPr id="24" name="TextBox 24"/>
            <p:cNvSpPr txBox="1"/>
            <p:nvPr/>
          </p:nvSpPr>
          <p:spPr>
            <a:xfrm>
              <a:off x="0" y="-19050"/>
              <a:ext cx="1077214" cy="285268"/>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sp>
        <p:nvSpPr>
          <p:cNvPr id="27" name="TextBox 27"/>
          <p:cNvSpPr txBox="1"/>
          <p:nvPr/>
        </p:nvSpPr>
        <p:spPr>
          <a:xfrm>
            <a:off x="238635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Bold"/>
              </a:rPr>
              <a:t>Insights</a:t>
            </a:r>
          </a:p>
        </p:txBody>
      </p:sp>
      <p:sp>
        <p:nvSpPr>
          <p:cNvPr id="28" name="TextBox 28"/>
          <p:cNvSpPr txBox="1"/>
          <p:nvPr/>
        </p:nvSpPr>
        <p:spPr>
          <a:xfrm>
            <a:off x="5562801"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Strategy 1</a:t>
            </a:r>
          </a:p>
        </p:txBody>
      </p:sp>
      <p:sp>
        <p:nvSpPr>
          <p:cNvPr id="29" name="TextBox 29"/>
          <p:cNvSpPr txBox="1"/>
          <p:nvPr/>
        </p:nvSpPr>
        <p:spPr>
          <a:xfrm>
            <a:off x="8866508"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Strategy 2</a:t>
            </a:r>
          </a:p>
        </p:txBody>
      </p:sp>
      <p:sp>
        <p:nvSpPr>
          <p:cNvPr id="30" name="TextBox 30"/>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grpSp>
        <p:nvGrpSpPr>
          <p:cNvPr id="31" name="Group 31"/>
          <p:cNvGrpSpPr/>
          <p:nvPr/>
        </p:nvGrpSpPr>
        <p:grpSpPr>
          <a:xfrm>
            <a:off x="4885044" y="3423067"/>
            <a:ext cx="491812" cy="491812"/>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33" name="TextBox 33"/>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34" name="Group 34"/>
          <p:cNvGrpSpPr/>
          <p:nvPr/>
        </p:nvGrpSpPr>
        <p:grpSpPr>
          <a:xfrm>
            <a:off x="5474183" y="3423067"/>
            <a:ext cx="491812" cy="491812"/>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36" name="TextBox 36"/>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37" name="Group 37"/>
          <p:cNvGrpSpPr/>
          <p:nvPr/>
        </p:nvGrpSpPr>
        <p:grpSpPr>
          <a:xfrm>
            <a:off x="6061245" y="3423067"/>
            <a:ext cx="491812" cy="491812"/>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39" name="TextBox 39"/>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40" name="Group 40"/>
          <p:cNvGrpSpPr/>
          <p:nvPr/>
        </p:nvGrpSpPr>
        <p:grpSpPr>
          <a:xfrm>
            <a:off x="6648307" y="3423067"/>
            <a:ext cx="491812" cy="49181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42" name="TextBox 42"/>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43" name="Group 43"/>
          <p:cNvGrpSpPr/>
          <p:nvPr/>
        </p:nvGrpSpPr>
        <p:grpSpPr>
          <a:xfrm>
            <a:off x="7235368" y="3423067"/>
            <a:ext cx="491812" cy="491812"/>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45" name="TextBox 45"/>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46" name="Group 46"/>
          <p:cNvGrpSpPr/>
          <p:nvPr/>
        </p:nvGrpSpPr>
        <p:grpSpPr>
          <a:xfrm>
            <a:off x="4865994" y="5000856"/>
            <a:ext cx="491812" cy="491812"/>
            <a:chOff x="0" y="0"/>
            <a:chExt cx="812800" cy="812800"/>
          </a:xfrm>
        </p:grpSpPr>
        <p:sp>
          <p:nvSpPr>
            <p:cNvPr id="47" name="Freeform 4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48" name="TextBox 48"/>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49" name="Group 49"/>
          <p:cNvGrpSpPr/>
          <p:nvPr/>
        </p:nvGrpSpPr>
        <p:grpSpPr>
          <a:xfrm>
            <a:off x="5455133" y="5000856"/>
            <a:ext cx="491812" cy="491812"/>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51" name="TextBox 51"/>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52" name="Group 52"/>
          <p:cNvGrpSpPr/>
          <p:nvPr/>
        </p:nvGrpSpPr>
        <p:grpSpPr>
          <a:xfrm>
            <a:off x="6042195" y="5000856"/>
            <a:ext cx="491812" cy="491812"/>
            <a:chOff x="0" y="0"/>
            <a:chExt cx="812800" cy="812800"/>
          </a:xfrm>
        </p:grpSpPr>
        <p:sp>
          <p:nvSpPr>
            <p:cNvPr id="53" name="Freeform 5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54" name="TextBox 54"/>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55" name="Group 55"/>
          <p:cNvGrpSpPr/>
          <p:nvPr/>
        </p:nvGrpSpPr>
        <p:grpSpPr>
          <a:xfrm>
            <a:off x="6629257" y="5000856"/>
            <a:ext cx="491812" cy="491812"/>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57" name="TextBox 57"/>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58" name="Group 58"/>
          <p:cNvGrpSpPr/>
          <p:nvPr/>
        </p:nvGrpSpPr>
        <p:grpSpPr>
          <a:xfrm>
            <a:off x="7216318" y="5000856"/>
            <a:ext cx="491812" cy="491812"/>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60" name="TextBox 60"/>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61" name="Group 61"/>
          <p:cNvGrpSpPr/>
          <p:nvPr/>
        </p:nvGrpSpPr>
        <p:grpSpPr>
          <a:xfrm>
            <a:off x="4865994" y="6664243"/>
            <a:ext cx="491812" cy="491812"/>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63" name="TextBox 63"/>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64" name="Group 64"/>
          <p:cNvGrpSpPr/>
          <p:nvPr/>
        </p:nvGrpSpPr>
        <p:grpSpPr>
          <a:xfrm>
            <a:off x="5455133" y="6664243"/>
            <a:ext cx="491812" cy="491812"/>
            <a:chOff x="0" y="0"/>
            <a:chExt cx="812800" cy="812800"/>
          </a:xfrm>
        </p:grpSpPr>
        <p:sp>
          <p:nvSpPr>
            <p:cNvPr id="65" name="Freeform 6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66" name="TextBox 66"/>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67" name="Group 67"/>
          <p:cNvGrpSpPr/>
          <p:nvPr/>
        </p:nvGrpSpPr>
        <p:grpSpPr>
          <a:xfrm>
            <a:off x="6042195" y="6664243"/>
            <a:ext cx="491812" cy="491812"/>
            <a:chOff x="0" y="0"/>
            <a:chExt cx="812800" cy="812800"/>
          </a:xfrm>
        </p:grpSpPr>
        <p:sp>
          <p:nvSpPr>
            <p:cNvPr id="68" name="Freeform 6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69" name="TextBox 69"/>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70" name="Group 70"/>
          <p:cNvGrpSpPr/>
          <p:nvPr/>
        </p:nvGrpSpPr>
        <p:grpSpPr>
          <a:xfrm>
            <a:off x="6629257" y="6664243"/>
            <a:ext cx="491812" cy="491812"/>
            <a:chOff x="0" y="0"/>
            <a:chExt cx="812800" cy="812800"/>
          </a:xfrm>
        </p:grpSpPr>
        <p:sp>
          <p:nvSpPr>
            <p:cNvPr id="71" name="Freeform 7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72" name="TextBox 72"/>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73" name="Group 73"/>
          <p:cNvGrpSpPr/>
          <p:nvPr/>
        </p:nvGrpSpPr>
        <p:grpSpPr>
          <a:xfrm>
            <a:off x="7216318" y="6664243"/>
            <a:ext cx="491812" cy="491812"/>
            <a:chOff x="0" y="0"/>
            <a:chExt cx="812800" cy="812800"/>
          </a:xfrm>
        </p:grpSpPr>
        <p:sp>
          <p:nvSpPr>
            <p:cNvPr id="74" name="Freeform 7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75" name="TextBox 75"/>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76" name="Group 76"/>
          <p:cNvGrpSpPr/>
          <p:nvPr/>
        </p:nvGrpSpPr>
        <p:grpSpPr>
          <a:xfrm>
            <a:off x="9259218" y="3423067"/>
            <a:ext cx="491812" cy="491812"/>
            <a:chOff x="0" y="0"/>
            <a:chExt cx="812800" cy="812800"/>
          </a:xfrm>
        </p:grpSpPr>
        <p:sp>
          <p:nvSpPr>
            <p:cNvPr id="77" name="Freeform 7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78" name="TextBox 78"/>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79" name="Group 79"/>
          <p:cNvGrpSpPr/>
          <p:nvPr/>
        </p:nvGrpSpPr>
        <p:grpSpPr>
          <a:xfrm>
            <a:off x="9848357" y="3423067"/>
            <a:ext cx="491812" cy="491812"/>
            <a:chOff x="0" y="0"/>
            <a:chExt cx="812800" cy="812800"/>
          </a:xfrm>
        </p:grpSpPr>
        <p:sp>
          <p:nvSpPr>
            <p:cNvPr id="80" name="Freeform 8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81" name="TextBox 81"/>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82" name="Group 82"/>
          <p:cNvGrpSpPr/>
          <p:nvPr/>
        </p:nvGrpSpPr>
        <p:grpSpPr>
          <a:xfrm>
            <a:off x="10435419" y="3423067"/>
            <a:ext cx="491812" cy="491812"/>
            <a:chOff x="0" y="0"/>
            <a:chExt cx="812800" cy="812800"/>
          </a:xfrm>
        </p:grpSpPr>
        <p:sp>
          <p:nvSpPr>
            <p:cNvPr id="83" name="Freeform 8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84" name="TextBox 84"/>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85" name="Group 85"/>
          <p:cNvGrpSpPr/>
          <p:nvPr/>
        </p:nvGrpSpPr>
        <p:grpSpPr>
          <a:xfrm>
            <a:off x="11022480" y="3423067"/>
            <a:ext cx="491812" cy="491812"/>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87" name="TextBox 87"/>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88" name="Group 88"/>
          <p:cNvGrpSpPr/>
          <p:nvPr/>
        </p:nvGrpSpPr>
        <p:grpSpPr>
          <a:xfrm>
            <a:off x="11609542" y="3423067"/>
            <a:ext cx="491812" cy="491812"/>
            <a:chOff x="0" y="0"/>
            <a:chExt cx="812800" cy="812800"/>
          </a:xfrm>
        </p:grpSpPr>
        <p:sp>
          <p:nvSpPr>
            <p:cNvPr id="89" name="Freeform 8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90" name="TextBox 90"/>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91" name="Group 91"/>
          <p:cNvGrpSpPr/>
          <p:nvPr/>
        </p:nvGrpSpPr>
        <p:grpSpPr>
          <a:xfrm>
            <a:off x="9259218" y="5000856"/>
            <a:ext cx="491812" cy="491812"/>
            <a:chOff x="0" y="0"/>
            <a:chExt cx="812800" cy="812800"/>
          </a:xfrm>
        </p:grpSpPr>
        <p:sp>
          <p:nvSpPr>
            <p:cNvPr id="92" name="Freeform 9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93" name="TextBox 93"/>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94" name="Group 94"/>
          <p:cNvGrpSpPr/>
          <p:nvPr/>
        </p:nvGrpSpPr>
        <p:grpSpPr>
          <a:xfrm>
            <a:off x="9848357" y="5000856"/>
            <a:ext cx="491812" cy="491812"/>
            <a:chOff x="0" y="0"/>
            <a:chExt cx="812800" cy="812800"/>
          </a:xfrm>
        </p:grpSpPr>
        <p:sp>
          <p:nvSpPr>
            <p:cNvPr id="95" name="Freeform 9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96" name="TextBox 96"/>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97" name="Group 97"/>
          <p:cNvGrpSpPr/>
          <p:nvPr/>
        </p:nvGrpSpPr>
        <p:grpSpPr>
          <a:xfrm>
            <a:off x="10435419" y="5000856"/>
            <a:ext cx="491812" cy="491812"/>
            <a:chOff x="0" y="0"/>
            <a:chExt cx="812800" cy="812800"/>
          </a:xfrm>
        </p:grpSpPr>
        <p:sp>
          <p:nvSpPr>
            <p:cNvPr id="98" name="Freeform 9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99" name="TextBox 99"/>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00" name="Group 100"/>
          <p:cNvGrpSpPr/>
          <p:nvPr/>
        </p:nvGrpSpPr>
        <p:grpSpPr>
          <a:xfrm>
            <a:off x="11022480" y="5000856"/>
            <a:ext cx="491812" cy="491812"/>
            <a:chOff x="0" y="0"/>
            <a:chExt cx="812800" cy="812800"/>
          </a:xfrm>
        </p:grpSpPr>
        <p:sp>
          <p:nvSpPr>
            <p:cNvPr id="101" name="Freeform 10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02" name="TextBox 102"/>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03" name="Group 103"/>
          <p:cNvGrpSpPr/>
          <p:nvPr/>
        </p:nvGrpSpPr>
        <p:grpSpPr>
          <a:xfrm>
            <a:off x="11609542" y="5000856"/>
            <a:ext cx="491812" cy="491812"/>
            <a:chOff x="0" y="0"/>
            <a:chExt cx="812800" cy="812800"/>
          </a:xfrm>
        </p:grpSpPr>
        <p:sp>
          <p:nvSpPr>
            <p:cNvPr id="104" name="Freeform 10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05" name="TextBox 105"/>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06" name="Group 106"/>
          <p:cNvGrpSpPr/>
          <p:nvPr/>
        </p:nvGrpSpPr>
        <p:grpSpPr>
          <a:xfrm>
            <a:off x="9259218" y="6664243"/>
            <a:ext cx="491812" cy="491812"/>
            <a:chOff x="0" y="0"/>
            <a:chExt cx="812800" cy="812800"/>
          </a:xfrm>
        </p:grpSpPr>
        <p:sp>
          <p:nvSpPr>
            <p:cNvPr id="107" name="Freeform 10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08" name="TextBox 108"/>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09" name="Group 109"/>
          <p:cNvGrpSpPr/>
          <p:nvPr/>
        </p:nvGrpSpPr>
        <p:grpSpPr>
          <a:xfrm>
            <a:off x="9848357" y="6664243"/>
            <a:ext cx="491812" cy="491812"/>
            <a:chOff x="0" y="0"/>
            <a:chExt cx="812800" cy="812800"/>
          </a:xfrm>
        </p:grpSpPr>
        <p:sp>
          <p:nvSpPr>
            <p:cNvPr id="110" name="Freeform 1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11" name="TextBox 111"/>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12" name="Group 112"/>
          <p:cNvGrpSpPr/>
          <p:nvPr/>
        </p:nvGrpSpPr>
        <p:grpSpPr>
          <a:xfrm>
            <a:off x="10435419" y="6664243"/>
            <a:ext cx="491812" cy="491812"/>
            <a:chOff x="0" y="0"/>
            <a:chExt cx="812800" cy="812800"/>
          </a:xfrm>
        </p:grpSpPr>
        <p:sp>
          <p:nvSpPr>
            <p:cNvPr id="113" name="Freeform 1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14" name="TextBox 114"/>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15" name="Group 115"/>
          <p:cNvGrpSpPr/>
          <p:nvPr/>
        </p:nvGrpSpPr>
        <p:grpSpPr>
          <a:xfrm>
            <a:off x="11022480" y="6664243"/>
            <a:ext cx="491812" cy="491812"/>
            <a:chOff x="0" y="0"/>
            <a:chExt cx="812800" cy="812800"/>
          </a:xfrm>
        </p:grpSpPr>
        <p:sp>
          <p:nvSpPr>
            <p:cNvPr id="116" name="Freeform 1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17" name="TextBox 117"/>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18" name="Group 118"/>
          <p:cNvGrpSpPr/>
          <p:nvPr/>
        </p:nvGrpSpPr>
        <p:grpSpPr>
          <a:xfrm>
            <a:off x="11609542" y="6664243"/>
            <a:ext cx="491812" cy="491812"/>
            <a:chOff x="0" y="0"/>
            <a:chExt cx="812800" cy="812800"/>
          </a:xfrm>
        </p:grpSpPr>
        <p:sp>
          <p:nvSpPr>
            <p:cNvPr id="119" name="Freeform 1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20" name="TextBox 120"/>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21" name="Group 121"/>
          <p:cNvGrpSpPr/>
          <p:nvPr/>
        </p:nvGrpSpPr>
        <p:grpSpPr>
          <a:xfrm>
            <a:off x="13634879" y="3423067"/>
            <a:ext cx="491812" cy="491812"/>
            <a:chOff x="0" y="0"/>
            <a:chExt cx="812800" cy="812800"/>
          </a:xfrm>
        </p:grpSpPr>
        <p:sp>
          <p:nvSpPr>
            <p:cNvPr id="122" name="Freeform 1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23" name="TextBox 123"/>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24" name="Group 124"/>
          <p:cNvGrpSpPr/>
          <p:nvPr/>
        </p:nvGrpSpPr>
        <p:grpSpPr>
          <a:xfrm>
            <a:off x="14224018" y="3423067"/>
            <a:ext cx="491812" cy="491812"/>
            <a:chOff x="0" y="0"/>
            <a:chExt cx="812800" cy="812800"/>
          </a:xfrm>
        </p:grpSpPr>
        <p:sp>
          <p:nvSpPr>
            <p:cNvPr id="125" name="Freeform 1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26" name="TextBox 126"/>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27" name="Group 127"/>
          <p:cNvGrpSpPr/>
          <p:nvPr/>
        </p:nvGrpSpPr>
        <p:grpSpPr>
          <a:xfrm>
            <a:off x="14811079" y="3423067"/>
            <a:ext cx="491812" cy="491812"/>
            <a:chOff x="0" y="0"/>
            <a:chExt cx="812800" cy="812800"/>
          </a:xfrm>
        </p:grpSpPr>
        <p:sp>
          <p:nvSpPr>
            <p:cNvPr id="128" name="Freeform 1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29" name="TextBox 129"/>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30" name="Group 130"/>
          <p:cNvGrpSpPr/>
          <p:nvPr/>
        </p:nvGrpSpPr>
        <p:grpSpPr>
          <a:xfrm>
            <a:off x="15398141" y="3423067"/>
            <a:ext cx="491812" cy="491812"/>
            <a:chOff x="0" y="0"/>
            <a:chExt cx="812800" cy="812800"/>
          </a:xfrm>
        </p:grpSpPr>
        <p:sp>
          <p:nvSpPr>
            <p:cNvPr id="131" name="Freeform 1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32" name="TextBox 132"/>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33" name="Group 133"/>
          <p:cNvGrpSpPr/>
          <p:nvPr/>
        </p:nvGrpSpPr>
        <p:grpSpPr>
          <a:xfrm>
            <a:off x="15985203" y="3423067"/>
            <a:ext cx="491812" cy="491812"/>
            <a:chOff x="0" y="0"/>
            <a:chExt cx="812800" cy="812800"/>
          </a:xfrm>
        </p:grpSpPr>
        <p:sp>
          <p:nvSpPr>
            <p:cNvPr id="134" name="Freeform 1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35" name="TextBox 135"/>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36" name="Group 136"/>
          <p:cNvGrpSpPr/>
          <p:nvPr/>
        </p:nvGrpSpPr>
        <p:grpSpPr>
          <a:xfrm>
            <a:off x="13654064" y="5000856"/>
            <a:ext cx="491812" cy="491812"/>
            <a:chOff x="0" y="0"/>
            <a:chExt cx="812800" cy="812800"/>
          </a:xfrm>
        </p:grpSpPr>
        <p:sp>
          <p:nvSpPr>
            <p:cNvPr id="137" name="Freeform 1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38" name="TextBox 138"/>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39" name="Group 139"/>
          <p:cNvGrpSpPr/>
          <p:nvPr/>
        </p:nvGrpSpPr>
        <p:grpSpPr>
          <a:xfrm>
            <a:off x="14243203" y="5000856"/>
            <a:ext cx="491812" cy="491812"/>
            <a:chOff x="0" y="0"/>
            <a:chExt cx="812800" cy="812800"/>
          </a:xfrm>
        </p:grpSpPr>
        <p:sp>
          <p:nvSpPr>
            <p:cNvPr id="140" name="Freeform 1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41" name="TextBox 141"/>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42" name="Group 142"/>
          <p:cNvGrpSpPr/>
          <p:nvPr/>
        </p:nvGrpSpPr>
        <p:grpSpPr>
          <a:xfrm>
            <a:off x="14830264" y="5000856"/>
            <a:ext cx="491812" cy="491812"/>
            <a:chOff x="0" y="0"/>
            <a:chExt cx="812800" cy="812800"/>
          </a:xfrm>
        </p:grpSpPr>
        <p:sp>
          <p:nvSpPr>
            <p:cNvPr id="143" name="Freeform 1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44" name="TextBox 144"/>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45" name="Group 145"/>
          <p:cNvGrpSpPr/>
          <p:nvPr/>
        </p:nvGrpSpPr>
        <p:grpSpPr>
          <a:xfrm>
            <a:off x="15417326" y="5000856"/>
            <a:ext cx="491812" cy="491812"/>
            <a:chOff x="0" y="0"/>
            <a:chExt cx="812800" cy="812800"/>
          </a:xfrm>
        </p:grpSpPr>
        <p:sp>
          <p:nvSpPr>
            <p:cNvPr id="146" name="Freeform 1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47" name="TextBox 147"/>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48" name="Group 148"/>
          <p:cNvGrpSpPr/>
          <p:nvPr/>
        </p:nvGrpSpPr>
        <p:grpSpPr>
          <a:xfrm>
            <a:off x="16004388" y="5000856"/>
            <a:ext cx="491812" cy="491812"/>
            <a:chOff x="0" y="0"/>
            <a:chExt cx="812800" cy="812800"/>
          </a:xfrm>
        </p:grpSpPr>
        <p:sp>
          <p:nvSpPr>
            <p:cNvPr id="149" name="Freeform 1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50" name="TextBox 150"/>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51" name="Group 151"/>
          <p:cNvGrpSpPr/>
          <p:nvPr/>
        </p:nvGrpSpPr>
        <p:grpSpPr>
          <a:xfrm>
            <a:off x="13654064" y="6664243"/>
            <a:ext cx="491812" cy="491812"/>
            <a:chOff x="0" y="0"/>
            <a:chExt cx="812800" cy="812800"/>
          </a:xfrm>
        </p:grpSpPr>
        <p:sp>
          <p:nvSpPr>
            <p:cNvPr id="152" name="Freeform 1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53" name="TextBox 153"/>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54" name="Group 154"/>
          <p:cNvGrpSpPr/>
          <p:nvPr/>
        </p:nvGrpSpPr>
        <p:grpSpPr>
          <a:xfrm>
            <a:off x="14243203" y="6664243"/>
            <a:ext cx="491812" cy="491812"/>
            <a:chOff x="0" y="0"/>
            <a:chExt cx="812800" cy="812800"/>
          </a:xfrm>
        </p:grpSpPr>
        <p:sp>
          <p:nvSpPr>
            <p:cNvPr id="155" name="Freeform 1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56" name="TextBox 156"/>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57" name="Group 157"/>
          <p:cNvGrpSpPr/>
          <p:nvPr/>
        </p:nvGrpSpPr>
        <p:grpSpPr>
          <a:xfrm>
            <a:off x="14830264" y="6664243"/>
            <a:ext cx="491812" cy="491812"/>
            <a:chOff x="0" y="0"/>
            <a:chExt cx="812800" cy="812800"/>
          </a:xfrm>
        </p:grpSpPr>
        <p:sp>
          <p:nvSpPr>
            <p:cNvPr id="158" name="Freeform 1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CA"/>
            </a:p>
          </p:txBody>
        </p:sp>
        <p:sp>
          <p:nvSpPr>
            <p:cNvPr id="159" name="TextBox 159"/>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60" name="Group 160"/>
          <p:cNvGrpSpPr/>
          <p:nvPr/>
        </p:nvGrpSpPr>
        <p:grpSpPr>
          <a:xfrm>
            <a:off x="15417326" y="6664243"/>
            <a:ext cx="491812" cy="491812"/>
            <a:chOff x="0" y="0"/>
            <a:chExt cx="812800" cy="812800"/>
          </a:xfrm>
        </p:grpSpPr>
        <p:sp>
          <p:nvSpPr>
            <p:cNvPr id="161" name="Freeform 16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62" name="TextBox 162"/>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grpSp>
        <p:nvGrpSpPr>
          <p:cNvPr id="163" name="Group 163"/>
          <p:cNvGrpSpPr/>
          <p:nvPr/>
        </p:nvGrpSpPr>
        <p:grpSpPr>
          <a:xfrm>
            <a:off x="16004388" y="6664243"/>
            <a:ext cx="491812" cy="491812"/>
            <a:chOff x="0" y="0"/>
            <a:chExt cx="812800" cy="812800"/>
          </a:xfrm>
        </p:grpSpPr>
        <p:sp>
          <p:nvSpPr>
            <p:cNvPr id="164" name="Freeform 1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solidFill>
                <a:srgbClr val="41B8D5"/>
              </a:solidFill>
              <a:prstDash val="solid"/>
              <a:miter/>
            </a:ln>
          </p:spPr>
          <p:txBody>
            <a:bodyPr/>
            <a:lstStyle/>
            <a:p>
              <a:endParaRPr lang="en-CA"/>
            </a:p>
          </p:txBody>
        </p:sp>
        <p:sp>
          <p:nvSpPr>
            <p:cNvPr id="165" name="TextBox 165"/>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sp>
        <p:nvSpPr>
          <p:cNvPr id="173" name="Text Placeholder 172">
            <a:extLst>
              <a:ext uri="{FF2B5EF4-FFF2-40B4-BE49-F238E27FC236}">
                <a16:creationId xmlns:a16="http://schemas.microsoft.com/office/drawing/2014/main" id="{93BE9FC3-5669-7059-895D-8D72987F1A5C}"/>
              </a:ext>
            </a:extLst>
          </p:cNvPr>
          <p:cNvSpPr>
            <a:spLocks noGrp="1"/>
          </p:cNvSpPr>
          <p:nvPr>
            <p:ph type="body" sz="quarter" idx="13"/>
          </p:nvPr>
        </p:nvSpPr>
        <p:spPr/>
        <p:txBody>
          <a:bodyPr/>
          <a:lstStyle/>
          <a:p>
            <a:endParaRPr lang="en-US"/>
          </a:p>
        </p:txBody>
      </p:sp>
      <p:sp>
        <p:nvSpPr>
          <p:cNvPr id="174" name="Text Placeholder 173">
            <a:extLst>
              <a:ext uri="{FF2B5EF4-FFF2-40B4-BE49-F238E27FC236}">
                <a16:creationId xmlns:a16="http://schemas.microsoft.com/office/drawing/2014/main" id="{EA3BA3CA-EB3B-CA57-0B58-A81F5C463087}"/>
              </a:ext>
            </a:extLst>
          </p:cNvPr>
          <p:cNvSpPr>
            <a:spLocks noGrp="1"/>
          </p:cNvSpPr>
          <p:nvPr>
            <p:ph type="body" sz="quarter" idx="14"/>
          </p:nvPr>
        </p:nvSpPr>
        <p:spPr/>
        <p:txBody>
          <a:bodyPr/>
          <a:lstStyle/>
          <a:p>
            <a:endParaRPr lang="en-US"/>
          </a:p>
        </p:txBody>
      </p:sp>
      <p:sp>
        <p:nvSpPr>
          <p:cNvPr id="175" name="Text Placeholder 174">
            <a:extLst>
              <a:ext uri="{FF2B5EF4-FFF2-40B4-BE49-F238E27FC236}">
                <a16:creationId xmlns:a16="http://schemas.microsoft.com/office/drawing/2014/main" id="{C885FAAF-09E0-A167-DA78-445971052456}"/>
              </a:ext>
            </a:extLst>
          </p:cNvPr>
          <p:cNvSpPr>
            <a:spLocks noGrp="1"/>
          </p:cNvSpPr>
          <p:nvPr>
            <p:ph type="body" sz="quarter" idx="15"/>
          </p:nvPr>
        </p:nvSpPr>
        <p:spPr/>
        <p:txBody>
          <a:bodyPr/>
          <a:lstStyle/>
          <a:p>
            <a:r>
              <a:rPr lang="en-US" dirty="0"/>
              <a:t>Decision Matrix</a:t>
            </a:r>
          </a:p>
        </p:txBody>
      </p:sp>
      <p:sp>
        <p:nvSpPr>
          <p:cNvPr id="176" name="Text Placeholder 175">
            <a:extLst>
              <a:ext uri="{FF2B5EF4-FFF2-40B4-BE49-F238E27FC236}">
                <a16:creationId xmlns:a16="http://schemas.microsoft.com/office/drawing/2014/main" id="{62ACFEEA-7840-148E-D1BA-4388CAFDF88C}"/>
              </a:ext>
            </a:extLst>
          </p:cNvPr>
          <p:cNvSpPr>
            <a:spLocks noGrp="1"/>
          </p:cNvSpPr>
          <p:nvPr>
            <p:ph type="body" sz="quarter" idx="16"/>
          </p:nvPr>
        </p:nvSpPr>
        <p:spPr/>
        <p:txBody>
          <a:bodyPr/>
          <a:lstStyle/>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3"/>
          <p:cNvSpPr txBox="1"/>
          <p:nvPr/>
        </p:nvSpPr>
        <p:spPr>
          <a:xfrm>
            <a:off x="620034" y="6752446"/>
            <a:ext cx="8029804" cy="313923"/>
          </a:xfrm>
          <a:prstGeom prst="rect">
            <a:avLst/>
          </a:prstGeom>
        </p:spPr>
        <p:txBody>
          <a:bodyPr lIns="0" tIns="0" rIns="0" bIns="0" rtlCol="0" anchor="t">
            <a:spAutoFit/>
          </a:bodyPr>
          <a:lstStyle/>
          <a:p>
            <a:pPr algn="r">
              <a:lnSpc>
                <a:spcPts val="2324"/>
              </a:lnSpc>
            </a:pPr>
            <a:r>
              <a:rPr lang="en-US" sz="2371" spc="47">
                <a:solidFill>
                  <a:srgbClr val="FFFFFF"/>
                </a:solidFill>
                <a:latin typeface="Montserrat"/>
              </a:rPr>
              <a:t>---</a:t>
            </a:r>
          </a:p>
        </p:txBody>
      </p:sp>
      <p:grpSp>
        <p:nvGrpSpPr>
          <p:cNvPr id="45" name="Group 34">
            <a:extLst>
              <a:ext uri="{FF2B5EF4-FFF2-40B4-BE49-F238E27FC236}">
                <a16:creationId xmlns:a16="http://schemas.microsoft.com/office/drawing/2014/main" id="{43F324DE-01D1-4C46-A3D5-44296C65FAFC}"/>
              </a:ext>
            </a:extLst>
          </p:cNvPr>
          <p:cNvGrpSpPr/>
          <p:nvPr/>
        </p:nvGrpSpPr>
        <p:grpSpPr>
          <a:xfrm>
            <a:off x="702742" y="1853448"/>
            <a:ext cx="11048384" cy="1748319"/>
            <a:chOff x="0" y="-19050"/>
            <a:chExt cx="2154427" cy="516700"/>
          </a:xfrm>
        </p:grpSpPr>
        <p:sp>
          <p:nvSpPr>
            <p:cNvPr id="53" name="Freeform 35">
              <a:extLst>
                <a:ext uri="{FF2B5EF4-FFF2-40B4-BE49-F238E27FC236}">
                  <a16:creationId xmlns:a16="http://schemas.microsoft.com/office/drawing/2014/main" id="{F9C9F217-A52A-E940-8E3D-C2F0C331CD14}"/>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p>
          </p:txBody>
        </p:sp>
        <p:sp>
          <p:nvSpPr>
            <p:cNvPr id="56" name="TextBox 36">
              <a:extLst>
                <a:ext uri="{FF2B5EF4-FFF2-40B4-BE49-F238E27FC236}">
                  <a16:creationId xmlns:a16="http://schemas.microsoft.com/office/drawing/2014/main" id="{E0AFD1C0-5D6C-0E40-B17F-EB585F4BC579}"/>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p>
          </p:txBody>
        </p:sp>
      </p:grpSp>
      <p:grpSp>
        <p:nvGrpSpPr>
          <p:cNvPr id="66" name="Group 34">
            <a:extLst>
              <a:ext uri="{FF2B5EF4-FFF2-40B4-BE49-F238E27FC236}">
                <a16:creationId xmlns:a16="http://schemas.microsoft.com/office/drawing/2014/main" id="{346BD736-061F-D946-B2D6-42CF988E631F}"/>
              </a:ext>
            </a:extLst>
          </p:cNvPr>
          <p:cNvGrpSpPr/>
          <p:nvPr/>
        </p:nvGrpSpPr>
        <p:grpSpPr>
          <a:xfrm>
            <a:off x="702742" y="3773461"/>
            <a:ext cx="11127211" cy="1689200"/>
            <a:chOff x="0" y="-19050"/>
            <a:chExt cx="2154427" cy="516700"/>
          </a:xfrm>
        </p:grpSpPr>
        <p:sp>
          <p:nvSpPr>
            <p:cNvPr id="67" name="Freeform 35">
              <a:extLst>
                <a:ext uri="{FF2B5EF4-FFF2-40B4-BE49-F238E27FC236}">
                  <a16:creationId xmlns:a16="http://schemas.microsoft.com/office/drawing/2014/main" id="{22B4DAA3-B17B-3845-B276-F5F9867801CA}"/>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p>
          </p:txBody>
        </p:sp>
        <p:sp>
          <p:nvSpPr>
            <p:cNvPr id="68" name="TextBox 36">
              <a:extLst>
                <a:ext uri="{FF2B5EF4-FFF2-40B4-BE49-F238E27FC236}">
                  <a16:creationId xmlns:a16="http://schemas.microsoft.com/office/drawing/2014/main" id="{2C87E8B0-6B4D-DF42-A798-794197066F6C}"/>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p>
          </p:txBody>
        </p:sp>
      </p:grpSp>
      <p:grpSp>
        <p:nvGrpSpPr>
          <p:cNvPr id="2" name="Group 34">
            <a:extLst>
              <a:ext uri="{FF2B5EF4-FFF2-40B4-BE49-F238E27FC236}">
                <a16:creationId xmlns:a16="http://schemas.microsoft.com/office/drawing/2014/main" id="{EACAB84D-A816-98B7-9422-B98F2D5BFCC9}"/>
              </a:ext>
            </a:extLst>
          </p:cNvPr>
          <p:cNvGrpSpPr/>
          <p:nvPr/>
        </p:nvGrpSpPr>
        <p:grpSpPr>
          <a:xfrm>
            <a:off x="702742" y="5882100"/>
            <a:ext cx="11048384" cy="1748319"/>
            <a:chOff x="0" y="-19050"/>
            <a:chExt cx="2154427" cy="516700"/>
          </a:xfrm>
        </p:grpSpPr>
        <p:sp>
          <p:nvSpPr>
            <p:cNvPr id="3" name="Freeform 35">
              <a:extLst>
                <a:ext uri="{FF2B5EF4-FFF2-40B4-BE49-F238E27FC236}">
                  <a16:creationId xmlns:a16="http://schemas.microsoft.com/office/drawing/2014/main" id="{4C838B21-A0C7-C291-A8B2-5213C0A683E6}"/>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p>
          </p:txBody>
        </p:sp>
        <p:sp>
          <p:nvSpPr>
            <p:cNvPr id="4" name="TextBox 36">
              <a:extLst>
                <a:ext uri="{FF2B5EF4-FFF2-40B4-BE49-F238E27FC236}">
                  <a16:creationId xmlns:a16="http://schemas.microsoft.com/office/drawing/2014/main" id="{9BACB895-657B-BF5F-43EB-48FE06BA0EDB}"/>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p>
          </p:txBody>
        </p:sp>
      </p:grpSp>
      <p:sp>
        <p:nvSpPr>
          <p:cNvPr id="118" name="TextBox 117">
            <a:extLst>
              <a:ext uri="{FF2B5EF4-FFF2-40B4-BE49-F238E27FC236}">
                <a16:creationId xmlns:a16="http://schemas.microsoft.com/office/drawing/2014/main" id="{A5FBEE86-FFEC-4878-9135-542275A37E89}"/>
              </a:ext>
            </a:extLst>
          </p:cNvPr>
          <p:cNvSpPr txBox="1"/>
          <p:nvPr/>
        </p:nvSpPr>
        <p:spPr>
          <a:xfrm>
            <a:off x="11059088" y="6390319"/>
            <a:ext cx="5853955" cy="45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350">
                <a:solidFill>
                  <a:schemeClr val="tx2"/>
                </a:solidFill>
                <a:latin typeface="Montserrat"/>
                <a:cs typeface="Calibri"/>
              </a:rPr>
              <a:t>--</a:t>
            </a:r>
            <a:endParaRPr lang="en-US">
              <a:solidFill>
                <a:schemeClr val="tx2"/>
              </a:solidFill>
              <a:latin typeface="Montserrat Bold"/>
            </a:endParaRPr>
          </a:p>
        </p:txBody>
      </p:sp>
      <p:grpSp>
        <p:nvGrpSpPr>
          <p:cNvPr id="122" name="Group 16">
            <a:extLst>
              <a:ext uri="{FF2B5EF4-FFF2-40B4-BE49-F238E27FC236}">
                <a16:creationId xmlns:a16="http://schemas.microsoft.com/office/drawing/2014/main" id="{0879451F-D838-CE10-1F79-640BF179129B}"/>
              </a:ext>
            </a:extLst>
          </p:cNvPr>
          <p:cNvGrpSpPr/>
          <p:nvPr/>
        </p:nvGrpSpPr>
        <p:grpSpPr>
          <a:xfrm>
            <a:off x="12313320" y="2398985"/>
            <a:ext cx="3345493" cy="3013125"/>
            <a:chOff x="0" y="0"/>
            <a:chExt cx="812800" cy="812800"/>
          </a:xfrm>
        </p:grpSpPr>
        <p:sp>
          <p:nvSpPr>
            <p:cNvPr id="120" name="Freeform 17">
              <a:extLst>
                <a:ext uri="{FF2B5EF4-FFF2-40B4-BE49-F238E27FC236}">
                  <a16:creationId xmlns:a16="http://schemas.microsoft.com/office/drawing/2014/main" id="{EDD54749-4822-4382-4069-573A1F0DA7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US"/>
            </a:p>
          </p:txBody>
        </p:sp>
        <p:sp>
          <p:nvSpPr>
            <p:cNvPr id="121" name="TextBox 18">
              <a:extLst>
                <a:ext uri="{FF2B5EF4-FFF2-40B4-BE49-F238E27FC236}">
                  <a16:creationId xmlns:a16="http://schemas.microsoft.com/office/drawing/2014/main" id="{A92B8CE0-3EA1-AE01-2E9B-1AC0DD46983B}"/>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p>
          </p:txBody>
        </p:sp>
      </p:grpSp>
      <p:sp>
        <p:nvSpPr>
          <p:cNvPr id="124" name="TextBox 123">
            <a:extLst>
              <a:ext uri="{FF2B5EF4-FFF2-40B4-BE49-F238E27FC236}">
                <a16:creationId xmlns:a16="http://schemas.microsoft.com/office/drawing/2014/main" id="{C45563B3-2329-A97C-3CF2-15FA2EC253E7}"/>
              </a:ext>
            </a:extLst>
          </p:cNvPr>
          <p:cNvSpPr txBox="1"/>
          <p:nvPr/>
        </p:nvSpPr>
        <p:spPr>
          <a:xfrm>
            <a:off x="12986845" y="3251637"/>
            <a:ext cx="23648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a:solidFill>
                  <a:schemeClr val="bg1"/>
                </a:solidFill>
                <a:latin typeface="Montserrat Ultra-Bold"/>
                <a:cs typeface="Calibri"/>
              </a:rPr>
              <a:t>xx%</a:t>
            </a:r>
          </a:p>
        </p:txBody>
      </p:sp>
      <p:pic>
        <p:nvPicPr>
          <p:cNvPr id="10" name="Graphic 9" descr="Users with solid fill">
            <a:extLst>
              <a:ext uri="{FF2B5EF4-FFF2-40B4-BE49-F238E27FC236}">
                <a16:creationId xmlns:a16="http://schemas.microsoft.com/office/drawing/2014/main" id="{19EDDA9C-D8CF-0A8C-A06C-29D408C95C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118" y="3880051"/>
            <a:ext cx="1415805" cy="1550367"/>
          </a:xfrm>
          <a:prstGeom prst="rect">
            <a:avLst/>
          </a:prstGeom>
        </p:spPr>
      </p:pic>
      <p:pic>
        <p:nvPicPr>
          <p:cNvPr id="11" name="Graphic 10" descr="Group with solid fill">
            <a:extLst>
              <a:ext uri="{FF2B5EF4-FFF2-40B4-BE49-F238E27FC236}">
                <a16:creationId xmlns:a16="http://schemas.microsoft.com/office/drawing/2014/main" id="{8F3169C0-20A0-A6D4-A349-22B65E5D2E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8806" y="6046077"/>
            <a:ext cx="1426778" cy="1407071"/>
          </a:xfrm>
          <a:prstGeom prst="rect">
            <a:avLst/>
          </a:prstGeom>
        </p:spPr>
      </p:pic>
      <p:sp>
        <p:nvSpPr>
          <p:cNvPr id="12" name="TextBox 11">
            <a:extLst>
              <a:ext uri="{FF2B5EF4-FFF2-40B4-BE49-F238E27FC236}">
                <a16:creationId xmlns:a16="http://schemas.microsoft.com/office/drawing/2014/main" id="{C71D8DD1-BAD2-1621-85B7-E2CAC693295A}"/>
              </a:ext>
            </a:extLst>
          </p:cNvPr>
          <p:cNvSpPr txBox="1"/>
          <p:nvPr/>
        </p:nvSpPr>
        <p:spPr>
          <a:xfrm>
            <a:off x="985344" y="2404241"/>
            <a:ext cx="187494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a:solidFill>
                  <a:schemeClr val="bg1"/>
                </a:solidFill>
                <a:latin typeface="Montserrat Ultra-Bold"/>
                <a:ea typeface="Calibri"/>
                <a:cs typeface="Calibri"/>
              </a:rPr>
              <a:t>xx%</a:t>
            </a:r>
          </a:p>
        </p:txBody>
      </p:sp>
      <p:sp>
        <p:nvSpPr>
          <p:cNvPr id="8" name="Freeform 30">
            <a:extLst>
              <a:ext uri="{FF2B5EF4-FFF2-40B4-BE49-F238E27FC236}">
                <a16:creationId xmlns:a16="http://schemas.microsoft.com/office/drawing/2014/main" id="{B59B2739-EAEE-69D0-C874-B796BA6632EB}"/>
              </a:ext>
            </a:extLst>
          </p:cNvPr>
          <p:cNvSpPr/>
          <p:nvPr/>
        </p:nvSpPr>
        <p:spPr>
          <a:xfrm>
            <a:off x="11686322" y="1802297"/>
            <a:ext cx="4611415" cy="4218319"/>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chemeClr val="tx2"/>
          </a:solidFill>
        </p:spPr>
        <p:txBody>
          <a:bodyPr/>
          <a:lstStyle/>
          <a:p>
            <a:endParaRPr lang="en-US"/>
          </a:p>
        </p:txBody>
      </p:sp>
      <p:sp>
        <p:nvSpPr>
          <p:cNvPr id="34" name="TextBox 33">
            <a:extLst>
              <a:ext uri="{FF2B5EF4-FFF2-40B4-BE49-F238E27FC236}">
                <a16:creationId xmlns:a16="http://schemas.microsoft.com/office/drawing/2014/main" id="{FB18E498-58D2-484D-9950-D97FAEE62401}"/>
              </a:ext>
            </a:extLst>
          </p:cNvPr>
          <p:cNvSpPr txBox="1"/>
          <p:nvPr/>
        </p:nvSpPr>
        <p:spPr>
          <a:xfrm>
            <a:off x="3044619" y="2311617"/>
            <a:ext cx="6349736" cy="45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350">
                <a:solidFill>
                  <a:schemeClr val="bg1"/>
                </a:solidFill>
                <a:latin typeface="Montserrat"/>
                <a:ea typeface="Calibri"/>
                <a:cs typeface="Calibri"/>
              </a:rPr>
              <a:t>--</a:t>
            </a:r>
          </a:p>
        </p:txBody>
      </p:sp>
      <p:sp>
        <p:nvSpPr>
          <p:cNvPr id="35" name="TextBox 34">
            <a:extLst>
              <a:ext uri="{FF2B5EF4-FFF2-40B4-BE49-F238E27FC236}">
                <a16:creationId xmlns:a16="http://schemas.microsoft.com/office/drawing/2014/main" id="{1474F990-8224-3940-B530-9C06CA0970EE}"/>
              </a:ext>
            </a:extLst>
          </p:cNvPr>
          <p:cNvSpPr txBox="1"/>
          <p:nvPr/>
        </p:nvSpPr>
        <p:spPr>
          <a:xfrm>
            <a:off x="3019664" y="4266026"/>
            <a:ext cx="6349736" cy="45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350">
                <a:solidFill>
                  <a:schemeClr val="bg1"/>
                </a:solidFill>
                <a:latin typeface="Montserrat"/>
                <a:ea typeface="Calibri"/>
                <a:cs typeface="Calibri"/>
              </a:rPr>
              <a:t>--</a:t>
            </a:r>
          </a:p>
        </p:txBody>
      </p:sp>
      <p:sp>
        <p:nvSpPr>
          <p:cNvPr id="36" name="TextBox 35">
            <a:extLst>
              <a:ext uri="{FF2B5EF4-FFF2-40B4-BE49-F238E27FC236}">
                <a16:creationId xmlns:a16="http://schemas.microsoft.com/office/drawing/2014/main" id="{088DFFCA-618B-1F48-A7FE-163697C7F931}"/>
              </a:ext>
            </a:extLst>
          </p:cNvPr>
          <p:cNvSpPr txBox="1"/>
          <p:nvPr/>
        </p:nvSpPr>
        <p:spPr>
          <a:xfrm>
            <a:off x="3019664" y="6416195"/>
            <a:ext cx="6349736" cy="45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350">
                <a:solidFill>
                  <a:schemeClr val="bg1"/>
                </a:solidFill>
                <a:latin typeface="Montserrat"/>
                <a:ea typeface="Calibri"/>
                <a:cs typeface="Calibri"/>
              </a:rPr>
              <a:t>--</a:t>
            </a:r>
          </a:p>
        </p:txBody>
      </p:sp>
      <p:sp>
        <p:nvSpPr>
          <p:cNvPr id="26" name="Text Placeholder 25">
            <a:extLst>
              <a:ext uri="{FF2B5EF4-FFF2-40B4-BE49-F238E27FC236}">
                <a16:creationId xmlns:a16="http://schemas.microsoft.com/office/drawing/2014/main" id="{4F113F60-E411-DEA4-C912-C84886068055}"/>
              </a:ext>
            </a:extLst>
          </p:cNvPr>
          <p:cNvSpPr>
            <a:spLocks noGrp="1"/>
          </p:cNvSpPr>
          <p:nvPr>
            <p:ph type="body" sz="quarter" idx="13"/>
          </p:nvPr>
        </p:nvSpPr>
        <p:spPr/>
        <p:txBody>
          <a:bodyPr/>
          <a:lstStyle/>
          <a:p>
            <a:endParaRPr lang="en-US"/>
          </a:p>
        </p:txBody>
      </p:sp>
      <p:sp>
        <p:nvSpPr>
          <p:cNvPr id="27" name="Text Placeholder 26">
            <a:extLst>
              <a:ext uri="{FF2B5EF4-FFF2-40B4-BE49-F238E27FC236}">
                <a16:creationId xmlns:a16="http://schemas.microsoft.com/office/drawing/2014/main" id="{26E94CD8-B6EC-0EC5-E4E0-FBF2FC46DAF6}"/>
              </a:ext>
            </a:extLst>
          </p:cNvPr>
          <p:cNvSpPr>
            <a:spLocks noGrp="1"/>
          </p:cNvSpPr>
          <p:nvPr>
            <p:ph type="body" sz="quarter" idx="14"/>
          </p:nvPr>
        </p:nvSpPr>
        <p:spPr/>
        <p:txBody>
          <a:bodyPr/>
          <a:lstStyle/>
          <a:p>
            <a:endParaRPr lang="en-US"/>
          </a:p>
        </p:txBody>
      </p:sp>
      <p:sp>
        <p:nvSpPr>
          <p:cNvPr id="28" name="Text Placeholder 27">
            <a:extLst>
              <a:ext uri="{FF2B5EF4-FFF2-40B4-BE49-F238E27FC236}">
                <a16:creationId xmlns:a16="http://schemas.microsoft.com/office/drawing/2014/main" id="{860B6FE4-4617-7F36-E7F2-B7F8F508AC24}"/>
              </a:ext>
            </a:extLst>
          </p:cNvPr>
          <p:cNvSpPr>
            <a:spLocks noGrp="1"/>
          </p:cNvSpPr>
          <p:nvPr>
            <p:ph type="body" sz="quarter" idx="15"/>
          </p:nvPr>
        </p:nvSpPr>
        <p:spPr/>
        <p:txBody>
          <a:bodyPr/>
          <a:lstStyle/>
          <a:p>
            <a:endParaRPr lang="en-US"/>
          </a:p>
        </p:txBody>
      </p:sp>
      <p:sp>
        <p:nvSpPr>
          <p:cNvPr id="29" name="Text Placeholder 28">
            <a:extLst>
              <a:ext uri="{FF2B5EF4-FFF2-40B4-BE49-F238E27FC236}">
                <a16:creationId xmlns:a16="http://schemas.microsoft.com/office/drawing/2014/main" id="{DD8BDF6D-4C87-1F4D-7467-3A9B3750643E}"/>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20957630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TextBox 42"/>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90" name="Freeform 5">
            <a:extLst>
              <a:ext uri="{FF2B5EF4-FFF2-40B4-BE49-F238E27FC236}">
                <a16:creationId xmlns:a16="http://schemas.microsoft.com/office/drawing/2014/main" id="{894658D1-6B03-1E45-9FDC-7ECA9AF4EAF4}"/>
              </a:ext>
            </a:extLst>
          </p:cNvPr>
          <p:cNvSpPr/>
          <p:nvPr/>
        </p:nvSpPr>
        <p:spPr>
          <a:xfrm>
            <a:off x="6584520" y="5195843"/>
            <a:ext cx="5266832" cy="2584417"/>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grpSp>
        <p:nvGrpSpPr>
          <p:cNvPr id="91" name="Group 7">
            <a:extLst>
              <a:ext uri="{FF2B5EF4-FFF2-40B4-BE49-F238E27FC236}">
                <a16:creationId xmlns:a16="http://schemas.microsoft.com/office/drawing/2014/main" id="{F2F64998-FCFF-C64A-8D00-7B31AB7E1414}"/>
              </a:ext>
            </a:extLst>
          </p:cNvPr>
          <p:cNvGrpSpPr/>
          <p:nvPr/>
        </p:nvGrpSpPr>
        <p:grpSpPr>
          <a:xfrm>
            <a:off x="12949323" y="1940033"/>
            <a:ext cx="4453400" cy="6511336"/>
            <a:chOff x="0" y="0"/>
            <a:chExt cx="2046024" cy="356036"/>
          </a:xfrm>
        </p:grpSpPr>
        <p:sp>
          <p:nvSpPr>
            <p:cNvPr id="92" name="Freeform 8">
              <a:extLst>
                <a:ext uri="{FF2B5EF4-FFF2-40B4-BE49-F238E27FC236}">
                  <a16:creationId xmlns:a16="http://schemas.microsoft.com/office/drawing/2014/main" id="{5B8F22BC-3626-E542-8776-B8CCB65B27D7}"/>
                </a:ext>
              </a:extLst>
            </p:cNvPr>
            <p:cNvSpPr/>
            <p:nvPr/>
          </p:nvSpPr>
          <p:spPr>
            <a:xfrm>
              <a:off x="0" y="0"/>
              <a:ext cx="2046024" cy="321024"/>
            </a:xfrm>
            <a:custGeom>
              <a:avLst/>
              <a:gdLst/>
              <a:ahLst/>
              <a:cxnLst/>
              <a:rect l="l" t="t" r="r" b="b"/>
              <a:pathLst>
                <a:path w="2046024" h="321024">
                  <a:moveTo>
                    <a:pt x="0" y="0"/>
                  </a:moveTo>
                  <a:lnTo>
                    <a:pt x="2046024" y="0"/>
                  </a:lnTo>
                  <a:lnTo>
                    <a:pt x="2046024" y="321024"/>
                  </a:lnTo>
                  <a:lnTo>
                    <a:pt x="0" y="321024"/>
                  </a:lnTo>
                  <a:close/>
                </a:path>
              </a:pathLst>
            </a:custGeom>
            <a:solidFill>
              <a:srgbClr val="253D6C"/>
            </a:solidFill>
          </p:spPr>
          <p:txBody>
            <a:bodyPr/>
            <a:lstStyle/>
            <a:p>
              <a:endParaRPr lang="en-US"/>
            </a:p>
          </p:txBody>
        </p:sp>
        <p:sp>
          <p:nvSpPr>
            <p:cNvPr id="93" name="TextBox 9">
              <a:extLst>
                <a:ext uri="{FF2B5EF4-FFF2-40B4-BE49-F238E27FC236}">
                  <a16:creationId xmlns:a16="http://schemas.microsoft.com/office/drawing/2014/main" id="{E7EEE73D-294A-674F-80FB-0BFF47064CF6}"/>
                </a:ext>
              </a:extLst>
            </p:cNvPr>
            <p:cNvSpPr txBox="1"/>
            <p:nvPr/>
          </p:nvSpPr>
          <p:spPr>
            <a:xfrm>
              <a:off x="85543" y="15962"/>
              <a:ext cx="1891922" cy="340074"/>
            </a:xfrm>
            <a:prstGeom prst="rect">
              <a:avLst/>
            </a:prstGeom>
          </p:spPr>
          <p:txBody>
            <a:bodyPr lIns="50800" tIns="50800" rIns="50800" bIns="50800" rtlCol="0" anchor="ctr"/>
            <a:lstStyle/>
            <a:p>
              <a:pPr algn="ctr">
                <a:lnSpc>
                  <a:spcPts val="3250"/>
                </a:lnSpc>
              </a:pPr>
              <a:r>
                <a:rPr lang="en-US" sz="2500" spc="50">
                  <a:solidFill>
                    <a:srgbClr val="FFFFFF"/>
                  </a:solidFill>
                  <a:latin typeface="Montserrat"/>
                </a:rPr>
                <a:t>--</a:t>
              </a:r>
            </a:p>
          </p:txBody>
        </p:sp>
      </p:grpSp>
      <p:sp>
        <p:nvSpPr>
          <p:cNvPr id="94" name="TextBox 93">
            <a:extLst>
              <a:ext uri="{FF2B5EF4-FFF2-40B4-BE49-F238E27FC236}">
                <a16:creationId xmlns:a16="http://schemas.microsoft.com/office/drawing/2014/main" id="{6BB1AC20-F5D5-B142-A6D9-0FB41AD251B7}"/>
              </a:ext>
            </a:extLst>
          </p:cNvPr>
          <p:cNvSpPr txBox="1"/>
          <p:nvPr/>
        </p:nvSpPr>
        <p:spPr>
          <a:xfrm>
            <a:off x="13810831" y="2560582"/>
            <a:ext cx="23648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a:solidFill>
                  <a:schemeClr val="bg1"/>
                </a:solidFill>
                <a:latin typeface="Arial" panose="020B0604020202020204" pitchFamily="34" charset="0"/>
                <a:cs typeface="Arial" panose="020B0604020202020204" pitchFamily="34" charset="0"/>
              </a:rPr>
              <a:t>xx%</a:t>
            </a:r>
          </a:p>
        </p:txBody>
      </p:sp>
      <p:pic>
        <p:nvPicPr>
          <p:cNvPr id="95" name="Graphic 94" descr="Arrow Up with solid fill">
            <a:extLst>
              <a:ext uri="{FF2B5EF4-FFF2-40B4-BE49-F238E27FC236}">
                <a16:creationId xmlns:a16="http://schemas.microsoft.com/office/drawing/2014/main" id="{D8B98898-9E19-C346-97EE-53460FE0E9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559835">
            <a:off x="15871520" y="2638528"/>
            <a:ext cx="1130303" cy="1130303"/>
          </a:xfrm>
          <a:prstGeom prst="rect">
            <a:avLst/>
          </a:prstGeom>
        </p:spPr>
      </p:pic>
      <p:grpSp>
        <p:nvGrpSpPr>
          <p:cNvPr id="96" name="Group 34">
            <a:extLst>
              <a:ext uri="{FF2B5EF4-FFF2-40B4-BE49-F238E27FC236}">
                <a16:creationId xmlns:a16="http://schemas.microsoft.com/office/drawing/2014/main" id="{64389A60-58FE-6E45-878D-D095104AC29C}"/>
              </a:ext>
            </a:extLst>
          </p:cNvPr>
          <p:cNvGrpSpPr/>
          <p:nvPr/>
        </p:nvGrpSpPr>
        <p:grpSpPr>
          <a:xfrm>
            <a:off x="922547" y="1971035"/>
            <a:ext cx="5438586" cy="1047362"/>
            <a:chOff x="0" y="-19050"/>
            <a:chExt cx="2154427" cy="516700"/>
          </a:xfrm>
        </p:grpSpPr>
        <p:sp>
          <p:nvSpPr>
            <p:cNvPr id="97" name="Freeform 35">
              <a:extLst>
                <a:ext uri="{FF2B5EF4-FFF2-40B4-BE49-F238E27FC236}">
                  <a16:creationId xmlns:a16="http://schemas.microsoft.com/office/drawing/2014/main" id="{F3350BAD-1F78-C142-98DA-F22BBB5573DA}"/>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latin typeface="Arial" panose="020B0604020202020204" pitchFamily="34" charset="0"/>
                <a:cs typeface="Arial" panose="020B0604020202020204" pitchFamily="34" charset="0"/>
              </a:endParaRPr>
            </a:p>
          </p:txBody>
        </p:sp>
        <p:sp>
          <p:nvSpPr>
            <p:cNvPr id="98" name="TextBox 36">
              <a:extLst>
                <a:ext uri="{FF2B5EF4-FFF2-40B4-BE49-F238E27FC236}">
                  <a16:creationId xmlns:a16="http://schemas.microsoft.com/office/drawing/2014/main" id="{B023BB74-B849-5847-9704-FCFE64273FF2}"/>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99" name="TextBox 98">
            <a:extLst>
              <a:ext uri="{FF2B5EF4-FFF2-40B4-BE49-F238E27FC236}">
                <a16:creationId xmlns:a16="http://schemas.microsoft.com/office/drawing/2014/main" id="{AE6F99BB-F3C2-D149-B568-19D2BD2259C3}"/>
              </a:ext>
            </a:extLst>
          </p:cNvPr>
          <p:cNvSpPr txBox="1"/>
          <p:nvPr/>
        </p:nvSpPr>
        <p:spPr>
          <a:xfrm>
            <a:off x="1286455" y="2147851"/>
            <a:ext cx="3878795" cy="45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350">
                <a:solidFill>
                  <a:schemeClr val="bg1"/>
                </a:solidFill>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100" name="Freeform 5">
            <a:extLst>
              <a:ext uri="{FF2B5EF4-FFF2-40B4-BE49-F238E27FC236}">
                <a16:creationId xmlns:a16="http://schemas.microsoft.com/office/drawing/2014/main" id="{83651B97-118B-CB42-85DA-456B375D7481}"/>
              </a:ext>
            </a:extLst>
          </p:cNvPr>
          <p:cNvSpPr/>
          <p:nvPr/>
        </p:nvSpPr>
        <p:spPr>
          <a:xfrm>
            <a:off x="911470" y="4122307"/>
            <a:ext cx="4530968" cy="1073394"/>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sp>
        <p:nvSpPr>
          <p:cNvPr id="101" name="TextBox 6">
            <a:extLst>
              <a:ext uri="{FF2B5EF4-FFF2-40B4-BE49-F238E27FC236}">
                <a16:creationId xmlns:a16="http://schemas.microsoft.com/office/drawing/2014/main" id="{7AA08A24-E711-F148-9039-7495B3A745D2}"/>
              </a:ext>
            </a:extLst>
          </p:cNvPr>
          <p:cNvSpPr txBox="1"/>
          <p:nvPr/>
        </p:nvSpPr>
        <p:spPr>
          <a:xfrm>
            <a:off x="999391" y="4131148"/>
            <a:ext cx="4365452" cy="1064554"/>
          </a:xfrm>
          <a:prstGeom prst="rect">
            <a:avLst/>
          </a:prstGeom>
        </p:spPr>
        <p:txBody>
          <a:bodyPr lIns="50800" tIns="50800" rIns="50800" bIns="50800" rtlCol="0" anchor="ctr"/>
          <a:lstStyle/>
          <a:p>
            <a:pPr algn="ctr">
              <a:lnSpc>
                <a:spcPts val="3250"/>
              </a:lnSpc>
            </a:pPr>
            <a:r>
              <a:rPr lang="en-US" sz="2500" b="1" spc="50">
                <a:solidFill>
                  <a:srgbClr val="000000"/>
                </a:solidFill>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102" name="Freeform 5">
            <a:extLst>
              <a:ext uri="{FF2B5EF4-FFF2-40B4-BE49-F238E27FC236}">
                <a16:creationId xmlns:a16="http://schemas.microsoft.com/office/drawing/2014/main" id="{76511C6C-12F3-B44B-BDA7-D46AE8AB51F5}"/>
              </a:ext>
            </a:extLst>
          </p:cNvPr>
          <p:cNvSpPr/>
          <p:nvPr/>
        </p:nvSpPr>
        <p:spPr>
          <a:xfrm>
            <a:off x="929054" y="5388398"/>
            <a:ext cx="4530968" cy="1073394"/>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sp>
        <p:nvSpPr>
          <p:cNvPr id="103" name="TextBox 6">
            <a:extLst>
              <a:ext uri="{FF2B5EF4-FFF2-40B4-BE49-F238E27FC236}">
                <a16:creationId xmlns:a16="http://schemas.microsoft.com/office/drawing/2014/main" id="{167262C2-235C-AD42-9719-FB258DF805E3}"/>
              </a:ext>
            </a:extLst>
          </p:cNvPr>
          <p:cNvSpPr txBox="1"/>
          <p:nvPr/>
        </p:nvSpPr>
        <p:spPr>
          <a:xfrm>
            <a:off x="1016975" y="5397239"/>
            <a:ext cx="4365452" cy="1064554"/>
          </a:xfrm>
          <a:prstGeom prst="rect">
            <a:avLst/>
          </a:prstGeom>
        </p:spPr>
        <p:txBody>
          <a:bodyPr lIns="50800" tIns="50800" rIns="50800" bIns="50800" rtlCol="0" anchor="ctr"/>
          <a:lstStyle/>
          <a:p>
            <a:pPr algn="ctr">
              <a:lnSpc>
                <a:spcPts val="3250"/>
              </a:lnSpc>
            </a:pPr>
            <a:r>
              <a:rPr lang="en-US" sz="2500" b="1" spc="50">
                <a:latin typeface="Arial" panose="020B0604020202020204" pitchFamily="34" charset="0"/>
                <a:cs typeface="Arial" panose="020B0604020202020204" pitchFamily="34" charset="0"/>
              </a:rPr>
              <a:t>--</a:t>
            </a:r>
          </a:p>
        </p:txBody>
      </p:sp>
      <p:sp>
        <p:nvSpPr>
          <p:cNvPr id="104" name="Freeform 5">
            <a:extLst>
              <a:ext uri="{FF2B5EF4-FFF2-40B4-BE49-F238E27FC236}">
                <a16:creationId xmlns:a16="http://schemas.microsoft.com/office/drawing/2014/main" id="{CBA19463-AC24-6B4D-AB24-B1420C3C31D9}"/>
              </a:ext>
            </a:extLst>
          </p:cNvPr>
          <p:cNvSpPr/>
          <p:nvPr/>
        </p:nvSpPr>
        <p:spPr>
          <a:xfrm>
            <a:off x="911468" y="6672074"/>
            <a:ext cx="4530968" cy="1073394"/>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sp>
        <p:nvSpPr>
          <p:cNvPr id="105" name="TextBox 6">
            <a:extLst>
              <a:ext uri="{FF2B5EF4-FFF2-40B4-BE49-F238E27FC236}">
                <a16:creationId xmlns:a16="http://schemas.microsoft.com/office/drawing/2014/main" id="{DB1D1909-723E-C844-87CB-8283AFC58B3F}"/>
              </a:ext>
            </a:extLst>
          </p:cNvPr>
          <p:cNvSpPr txBox="1"/>
          <p:nvPr/>
        </p:nvSpPr>
        <p:spPr>
          <a:xfrm>
            <a:off x="999389" y="6680915"/>
            <a:ext cx="4365452" cy="1064554"/>
          </a:xfrm>
          <a:prstGeom prst="rect">
            <a:avLst/>
          </a:prstGeom>
        </p:spPr>
        <p:txBody>
          <a:bodyPr lIns="50800" tIns="50800" rIns="50800" bIns="50800" rtlCol="0" anchor="ctr"/>
          <a:lstStyle/>
          <a:p>
            <a:pPr algn="ctr">
              <a:lnSpc>
                <a:spcPts val="3250"/>
              </a:lnSpc>
            </a:pPr>
            <a:r>
              <a:rPr lang="en-US" sz="2500" b="1" spc="50">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106" name="Freeform 20">
            <a:extLst>
              <a:ext uri="{FF2B5EF4-FFF2-40B4-BE49-F238E27FC236}">
                <a16:creationId xmlns:a16="http://schemas.microsoft.com/office/drawing/2014/main" id="{65859618-C8C0-9A46-BBBE-C4EDD3687137}"/>
              </a:ext>
            </a:extLst>
          </p:cNvPr>
          <p:cNvSpPr/>
          <p:nvPr/>
        </p:nvSpPr>
        <p:spPr>
          <a:xfrm rot="5400000">
            <a:off x="2871505" y="3108667"/>
            <a:ext cx="616886" cy="922265"/>
          </a:xfrm>
          <a:custGeom>
            <a:avLst/>
            <a:gdLst/>
            <a:ahLst/>
            <a:cxnLst/>
            <a:rect l="l" t="t" r="r" b="b"/>
            <a:pathLst>
              <a:path w="616886" h="922265">
                <a:moveTo>
                  <a:pt x="0" y="0"/>
                </a:moveTo>
                <a:lnTo>
                  <a:pt x="616886" y="0"/>
                </a:lnTo>
                <a:lnTo>
                  <a:pt x="616886" y="922265"/>
                </a:lnTo>
                <a:lnTo>
                  <a:pt x="0" y="9222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pic>
        <p:nvPicPr>
          <p:cNvPr id="107" name="Picture 106" descr="A blue circle with a white triangle in the middle&#10;&#10;Description automatically generated">
            <a:extLst>
              <a:ext uri="{FF2B5EF4-FFF2-40B4-BE49-F238E27FC236}">
                <a16:creationId xmlns:a16="http://schemas.microsoft.com/office/drawing/2014/main" id="{5E1D2C4A-A0C8-4143-A6BF-6C5604B56E78}"/>
              </a:ext>
            </a:extLst>
          </p:cNvPr>
          <p:cNvPicPr>
            <a:picLocks noChangeAspect="1"/>
          </p:cNvPicPr>
          <p:nvPr/>
        </p:nvPicPr>
        <p:blipFill rotWithShape="1">
          <a:blip r:embed="rId6"/>
          <a:srcRect l="27220" t="13163" r="27969" b="12509"/>
          <a:stretch/>
        </p:blipFill>
        <p:spPr>
          <a:xfrm>
            <a:off x="7647471" y="1865529"/>
            <a:ext cx="3037713" cy="3019834"/>
          </a:xfrm>
          <a:prstGeom prst="ellipse">
            <a:avLst/>
          </a:prstGeom>
        </p:spPr>
      </p:pic>
      <p:sp>
        <p:nvSpPr>
          <p:cNvPr id="108" name="TextBox 107">
            <a:extLst>
              <a:ext uri="{FF2B5EF4-FFF2-40B4-BE49-F238E27FC236}">
                <a16:creationId xmlns:a16="http://schemas.microsoft.com/office/drawing/2014/main" id="{CF38D2CC-BF3A-4A4D-AE0C-618A95D1436B}"/>
              </a:ext>
            </a:extLst>
          </p:cNvPr>
          <p:cNvSpPr txBox="1"/>
          <p:nvPr/>
        </p:nvSpPr>
        <p:spPr>
          <a:xfrm>
            <a:off x="8381950" y="3341715"/>
            <a:ext cx="296270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0">
                <a:solidFill>
                  <a:schemeClr val="bg1"/>
                </a:solidFill>
                <a:latin typeface="Arial" panose="020B0604020202020204" pitchFamily="34" charset="0"/>
                <a:cs typeface="Arial" panose="020B0604020202020204" pitchFamily="34" charset="0"/>
              </a:rPr>
              <a:t>91%</a:t>
            </a:r>
          </a:p>
        </p:txBody>
      </p:sp>
      <p:sp>
        <p:nvSpPr>
          <p:cNvPr id="109" name="TextBox 9">
            <a:extLst>
              <a:ext uri="{FF2B5EF4-FFF2-40B4-BE49-F238E27FC236}">
                <a16:creationId xmlns:a16="http://schemas.microsoft.com/office/drawing/2014/main" id="{9D8D727E-0FE3-154A-914C-1E1DE15A9212}"/>
              </a:ext>
            </a:extLst>
          </p:cNvPr>
          <p:cNvSpPr txBox="1"/>
          <p:nvPr/>
        </p:nvSpPr>
        <p:spPr>
          <a:xfrm>
            <a:off x="6733746" y="3261554"/>
            <a:ext cx="4865162" cy="6219416"/>
          </a:xfrm>
          <a:prstGeom prst="rect">
            <a:avLst/>
          </a:prstGeom>
        </p:spPr>
        <p:txBody>
          <a:bodyPr lIns="50800" tIns="50800" rIns="50800" bIns="50800" rtlCol="0" anchor="ctr"/>
          <a:lstStyle/>
          <a:p>
            <a:pPr algn="ctr">
              <a:lnSpc>
                <a:spcPts val="3250"/>
              </a:lnSpc>
            </a:pPr>
            <a:r>
              <a:rPr lang="en-US" sz="2500" spc="50">
                <a:latin typeface="Montserrat"/>
              </a:rPr>
              <a:t>--</a:t>
            </a:r>
          </a:p>
        </p:txBody>
      </p:sp>
      <p:sp>
        <p:nvSpPr>
          <p:cNvPr id="8" name="Slide Number Placeholder 7">
            <a:extLst>
              <a:ext uri="{FF2B5EF4-FFF2-40B4-BE49-F238E27FC236}">
                <a16:creationId xmlns:a16="http://schemas.microsoft.com/office/drawing/2014/main" id="{3EE28126-5BAF-3E2E-E1D0-BF323E3B75CB}"/>
              </a:ext>
            </a:extLst>
          </p:cNvPr>
          <p:cNvSpPr>
            <a:spLocks noGrp="1"/>
          </p:cNvSpPr>
          <p:nvPr>
            <p:ph type="sldNum" sz="quarter" idx="12"/>
          </p:nvPr>
        </p:nvSpPr>
        <p:spPr/>
        <p:txBody>
          <a:bodyPr/>
          <a:lstStyle/>
          <a:p>
            <a:fld id="{B6F15528-21DE-4FAA-801E-634DDDAF4B2B}" type="slidenum">
              <a:rPr lang="en-US" smtClean="0"/>
              <a:pPr/>
              <a:t>67</a:t>
            </a:fld>
            <a:endParaRPr lang="en-US"/>
          </a:p>
        </p:txBody>
      </p:sp>
      <p:sp>
        <p:nvSpPr>
          <p:cNvPr id="18" name="Text Placeholder 17">
            <a:extLst>
              <a:ext uri="{FF2B5EF4-FFF2-40B4-BE49-F238E27FC236}">
                <a16:creationId xmlns:a16="http://schemas.microsoft.com/office/drawing/2014/main" id="{8E93A66C-C44C-9359-BEE9-B0A5AEA666C4}"/>
              </a:ext>
            </a:extLst>
          </p:cNvPr>
          <p:cNvSpPr>
            <a:spLocks noGrp="1"/>
          </p:cNvSpPr>
          <p:nvPr>
            <p:ph type="body" sz="quarter" idx="15"/>
          </p:nvPr>
        </p:nvSpPr>
        <p:spPr/>
        <p:txBody>
          <a:bodyPr/>
          <a:lstStyle/>
          <a:p>
            <a:endParaRPr lang="en-US"/>
          </a:p>
        </p:txBody>
      </p:sp>
      <p:sp>
        <p:nvSpPr>
          <p:cNvPr id="16" name="Text Placeholder 15">
            <a:extLst>
              <a:ext uri="{FF2B5EF4-FFF2-40B4-BE49-F238E27FC236}">
                <a16:creationId xmlns:a16="http://schemas.microsoft.com/office/drawing/2014/main" id="{0A6AAD52-D26C-B324-477B-B65BC6ABC946}"/>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7AF70B2B-2F8F-EDC1-0ED3-8110EFA23F7E}"/>
              </a:ext>
            </a:extLst>
          </p:cNvPr>
          <p:cNvSpPr>
            <a:spLocks noGrp="1"/>
          </p:cNvSpPr>
          <p:nvPr>
            <p:ph type="body" sz="quarter" idx="14"/>
          </p:nvPr>
        </p:nvSpPr>
        <p:spPr/>
        <p:txBody>
          <a:bodyPr/>
          <a:lstStyle/>
          <a:p>
            <a:endParaRPr lang="en-US"/>
          </a:p>
        </p:txBody>
      </p:sp>
      <p:sp>
        <p:nvSpPr>
          <p:cNvPr id="19" name="Text Placeholder 18">
            <a:extLst>
              <a:ext uri="{FF2B5EF4-FFF2-40B4-BE49-F238E27FC236}">
                <a16:creationId xmlns:a16="http://schemas.microsoft.com/office/drawing/2014/main" id="{8176FEF6-E9FC-DABE-F314-3CBADBADED3D}"/>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10379850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TextBox 46"/>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grpSp>
        <p:nvGrpSpPr>
          <p:cNvPr id="49" name="Group 4">
            <a:extLst>
              <a:ext uri="{FF2B5EF4-FFF2-40B4-BE49-F238E27FC236}">
                <a16:creationId xmlns:a16="http://schemas.microsoft.com/office/drawing/2014/main" id="{4F2583C8-5799-8441-8B26-9A86F1AB92FB}"/>
              </a:ext>
            </a:extLst>
          </p:cNvPr>
          <p:cNvGrpSpPr/>
          <p:nvPr/>
        </p:nvGrpSpPr>
        <p:grpSpPr>
          <a:xfrm>
            <a:off x="2533496" y="5546709"/>
            <a:ext cx="4629304" cy="3543984"/>
            <a:chOff x="0" y="-19050"/>
            <a:chExt cx="1019711" cy="698409"/>
          </a:xfrm>
        </p:grpSpPr>
        <p:sp>
          <p:nvSpPr>
            <p:cNvPr id="50" name="Freeform 5">
              <a:extLst>
                <a:ext uri="{FF2B5EF4-FFF2-40B4-BE49-F238E27FC236}">
                  <a16:creationId xmlns:a16="http://schemas.microsoft.com/office/drawing/2014/main" id="{2F80FF2E-704A-AB4B-9757-58216739710F}"/>
                </a:ext>
              </a:extLst>
            </p:cNvPr>
            <p:cNvSpPr/>
            <p:nvPr/>
          </p:nvSpPr>
          <p:spPr>
            <a:xfrm>
              <a:off x="0" y="0"/>
              <a:ext cx="1019711" cy="679359"/>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sp>
          <p:nvSpPr>
            <p:cNvPr id="51" name="TextBox 6">
              <a:extLst>
                <a:ext uri="{FF2B5EF4-FFF2-40B4-BE49-F238E27FC236}">
                  <a16:creationId xmlns:a16="http://schemas.microsoft.com/office/drawing/2014/main" id="{B9066A34-D828-0E40-B5D2-065D79D90062}"/>
                </a:ext>
              </a:extLst>
            </p:cNvPr>
            <p:cNvSpPr txBox="1"/>
            <p:nvPr/>
          </p:nvSpPr>
          <p:spPr>
            <a:xfrm>
              <a:off x="0" y="-19050"/>
              <a:ext cx="1019711" cy="698409"/>
            </a:xfrm>
            <a:prstGeom prst="rect">
              <a:avLst/>
            </a:prstGeom>
          </p:spPr>
          <p:txBody>
            <a:bodyPr lIns="50800" tIns="50800" rIns="50800" bIns="50800" rtlCol="0" anchor="ctr"/>
            <a:lstStyle/>
            <a:p>
              <a:pPr algn="ctr">
                <a:lnSpc>
                  <a:spcPts val="3250"/>
                </a:lnSpc>
              </a:pPr>
              <a:r>
                <a:rPr lang="en-US" sz="2500" b="1" spc="50">
                  <a:solidFill>
                    <a:srgbClr val="000000"/>
                  </a:solidFill>
                  <a:latin typeface="Arial" panose="020B0604020202020204" pitchFamily="34" charset="0"/>
                  <a:cs typeface="Arial" panose="020B0604020202020204" pitchFamily="34" charset="0"/>
                </a:rPr>
                <a:t>--</a:t>
              </a:r>
              <a:endParaRPr lang="en-US" sz="2500" spc="50">
                <a:solidFill>
                  <a:srgbClr val="000000"/>
                </a:solidFill>
                <a:latin typeface="Arial" panose="020B0604020202020204" pitchFamily="34" charset="0"/>
                <a:cs typeface="Arial" panose="020B0604020202020204" pitchFamily="34" charset="0"/>
              </a:endParaRPr>
            </a:p>
          </p:txBody>
        </p:sp>
      </p:grpSp>
      <p:grpSp>
        <p:nvGrpSpPr>
          <p:cNvPr id="52" name="Group 7">
            <a:extLst>
              <a:ext uri="{FF2B5EF4-FFF2-40B4-BE49-F238E27FC236}">
                <a16:creationId xmlns:a16="http://schemas.microsoft.com/office/drawing/2014/main" id="{F2E8EB60-63B1-614C-9A7D-106A2CC6A20B}"/>
              </a:ext>
            </a:extLst>
          </p:cNvPr>
          <p:cNvGrpSpPr/>
          <p:nvPr/>
        </p:nvGrpSpPr>
        <p:grpSpPr>
          <a:xfrm>
            <a:off x="7699803" y="5546976"/>
            <a:ext cx="4629303" cy="3534191"/>
            <a:chOff x="0" y="-19050"/>
            <a:chExt cx="1019711" cy="698409"/>
          </a:xfrm>
        </p:grpSpPr>
        <p:sp>
          <p:nvSpPr>
            <p:cNvPr id="53" name="Freeform 8">
              <a:extLst>
                <a:ext uri="{FF2B5EF4-FFF2-40B4-BE49-F238E27FC236}">
                  <a16:creationId xmlns:a16="http://schemas.microsoft.com/office/drawing/2014/main" id="{D86F2CE6-F35B-5042-8372-D5B1DD392C3D}"/>
                </a:ext>
              </a:extLst>
            </p:cNvPr>
            <p:cNvSpPr/>
            <p:nvPr/>
          </p:nvSpPr>
          <p:spPr>
            <a:xfrm>
              <a:off x="0" y="0"/>
              <a:ext cx="1019711" cy="679359"/>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sp>
          <p:nvSpPr>
            <p:cNvPr id="54" name="TextBox 9">
              <a:extLst>
                <a:ext uri="{FF2B5EF4-FFF2-40B4-BE49-F238E27FC236}">
                  <a16:creationId xmlns:a16="http://schemas.microsoft.com/office/drawing/2014/main" id="{DC3F658D-4114-584E-A96E-E3A45BD81AAE}"/>
                </a:ext>
              </a:extLst>
            </p:cNvPr>
            <p:cNvSpPr txBox="1"/>
            <p:nvPr/>
          </p:nvSpPr>
          <p:spPr>
            <a:xfrm>
              <a:off x="0" y="-19050"/>
              <a:ext cx="1019711" cy="698409"/>
            </a:xfrm>
            <a:prstGeom prst="rect">
              <a:avLst/>
            </a:prstGeom>
          </p:spPr>
          <p:txBody>
            <a:bodyPr lIns="50800" tIns="50800" rIns="50800" bIns="50800" rtlCol="0" anchor="ctr"/>
            <a:lstStyle/>
            <a:p>
              <a:pPr algn="ctr">
                <a:lnSpc>
                  <a:spcPts val="3250"/>
                </a:lnSpc>
              </a:pPr>
              <a:r>
                <a:rPr lang="en-US" sz="2500" spc="50">
                  <a:solidFill>
                    <a:srgbClr val="000000"/>
                  </a:solidFill>
                  <a:latin typeface="Arial" panose="020B0604020202020204" pitchFamily="34" charset="0"/>
                  <a:cs typeface="Arial" panose="020B0604020202020204" pitchFamily="34" charset="0"/>
                </a:rPr>
                <a:t>--</a:t>
              </a:r>
              <a:endParaRPr lang="en-US" sz="2500" b="1" spc="50">
                <a:solidFill>
                  <a:srgbClr val="000000"/>
                </a:solidFill>
                <a:latin typeface="Arial" panose="020B0604020202020204" pitchFamily="34" charset="0"/>
                <a:cs typeface="Arial" panose="020B0604020202020204" pitchFamily="34" charset="0"/>
              </a:endParaRPr>
            </a:p>
          </p:txBody>
        </p:sp>
      </p:grpSp>
      <p:grpSp>
        <p:nvGrpSpPr>
          <p:cNvPr id="55" name="Group 10">
            <a:extLst>
              <a:ext uri="{FF2B5EF4-FFF2-40B4-BE49-F238E27FC236}">
                <a16:creationId xmlns:a16="http://schemas.microsoft.com/office/drawing/2014/main" id="{002EA273-D751-0647-865E-A5E648C7E139}"/>
              </a:ext>
            </a:extLst>
          </p:cNvPr>
          <p:cNvGrpSpPr/>
          <p:nvPr/>
        </p:nvGrpSpPr>
        <p:grpSpPr>
          <a:xfrm>
            <a:off x="12820497" y="5547511"/>
            <a:ext cx="4629303" cy="3514604"/>
            <a:chOff x="0" y="-19050"/>
            <a:chExt cx="1019711" cy="698409"/>
          </a:xfrm>
        </p:grpSpPr>
        <p:sp>
          <p:nvSpPr>
            <p:cNvPr id="56" name="Freeform 11">
              <a:extLst>
                <a:ext uri="{FF2B5EF4-FFF2-40B4-BE49-F238E27FC236}">
                  <a16:creationId xmlns:a16="http://schemas.microsoft.com/office/drawing/2014/main" id="{C92C9454-89FC-B04E-B7A9-AEDFC8016F12}"/>
                </a:ext>
              </a:extLst>
            </p:cNvPr>
            <p:cNvSpPr/>
            <p:nvPr/>
          </p:nvSpPr>
          <p:spPr>
            <a:xfrm>
              <a:off x="0" y="0"/>
              <a:ext cx="1019711" cy="679359"/>
            </a:xfrm>
            <a:custGeom>
              <a:avLst/>
              <a:gdLst/>
              <a:ahLst/>
              <a:cxnLst/>
              <a:rect l="l" t="t" r="r" b="b"/>
              <a:pathLst>
                <a:path w="1019711" h="679359">
                  <a:moveTo>
                    <a:pt x="0" y="0"/>
                  </a:moveTo>
                  <a:lnTo>
                    <a:pt x="1019711" y="0"/>
                  </a:lnTo>
                  <a:lnTo>
                    <a:pt x="1019711" y="679359"/>
                  </a:lnTo>
                  <a:lnTo>
                    <a:pt x="0" y="679359"/>
                  </a:lnTo>
                  <a:close/>
                </a:path>
              </a:pathLst>
            </a:custGeom>
            <a:solidFill>
              <a:srgbClr val="DFDDDD"/>
            </a:solidFill>
          </p:spPr>
          <p:txBody>
            <a:bodyPr/>
            <a:lstStyle/>
            <a:p>
              <a:endParaRPr lang="en-US">
                <a:latin typeface="Arial" panose="020B0604020202020204" pitchFamily="34" charset="0"/>
                <a:cs typeface="Arial" panose="020B0604020202020204" pitchFamily="34" charset="0"/>
              </a:endParaRPr>
            </a:p>
          </p:txBody>
        </p:sp>
        <p:sp>
          <p:nvSpPr>
            <p:cNvPr id="57" name="TextBox 12">
              <a:extLst>
                <a:ext uri="{FF2B5EF4-FFF2-40B4-BE49-F238E27FC236}">
                  <a16:creationId xmlns:a16="http://schemas.microsoft.com/office/drawing/2014/main" id="{4FF052A7-D137-F14C-9A55-DD56DD83DB23}"/>
                </a:ext>
              </a:extLst>
            </p:cNvPr>
            <p:cNvSpPr txBox="1"/>
            <p:nvPr/>
          </p:nvSpPr>
          <p:spPr>
            <a:xfrm>
              <a:off x="0" y="-19050"/>
              <a:ext cx="1019711" cy="698409"/>
            </a:xfrm>
            <a:prstGeom prst="rect">
              <a:avLst/>
            </a:prstGeom>
          </p:spPr>
          <p:txBody>
            <a:bodyPr lIns="50800" tIns="50800" rIns="50800" bIns="50800" rtlCol="0" anchor="ctr"/>
            <a:lstStyle/>
            <a:p>
              <a:pPr algn="ctr">
                <a:lnSpc>
                  <a:spcPts val="3250"/>
                </a:lnSpc>
              </a:pPr>
              <a:r>
                <a:rPr lang="en-US" sz="2500" spc="50">
                  <a:solidFill>
                    <a:srgbClr val="000000"/>
                  </a:solidFill>
                  <a:latin typeface="Arial" panose="020B0604020202020204" pitchFamily="34" charset="0"/>
                  <a:cs typeface="Arial" panose="020B0604020202020204" pitchFamily="34" charset="0"/>
                </a:rPr>
                <a:t>--</a:t>
              </a:r>
            </a:p>
          </p:txBody>
        </p:sp>
      </p:grpSp>
      <p:grpSp>
        <p:nvGrpSpPr>
          <p:cNvPr id="58" name="Group 16">
            <a:extLst>
              <a:ext uri="{FF2B5EF4-FFF2-40B4-BE49-F238E27FC236}">
                <a16:creationId xmlns:a16="http://schemas.microsoft.com/office/drawing/2014/main" id="{4C6BFBA7-EFDE-E548-94AE-1A289AC280B6}"/>
              </a:ext>
            </a:extLst>
          </p:cNvPr>
          <p:cNvGrpSpPr/>
          <p:nvPr/>
        </p:nvGrpSpPr>
        <p:grpSpPr>
          <a:xfrm>
            <a:off x="3603700" y="1866900"/>
            <a:ext cx="2492300" cy="2492300"/>
            <a:chOff x="0" y="0"/>
            <a:chExt cx="812800" cy="812800"/>
          </a:xfrm>
        </p:grpSpPr>
        <p:sp>
          <p:nvSpPr>
            <p:cNvPr id="59" name="Freeform 17">
              <a:extLst>
                <a:ext uri="{FF2B5EF4-FFF2-40B4-BE49-F238E27FC236}">
                  <a16:creationId xmlns:a16="http://schemas.microsoft.com/office/drawing/2014/main" id="{7384531C-D6D2-6548-814B-7FD87F0DF1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60" name="TextBox 18">
              <a:extLst>
                <a:ext uri="{FF2B5EF4-FFF2-40B4-BE49-F238E27FC236}">
                  <a16:creationId xmlns:a16="http://schemas.microsoft.com/office/drawing/2014/main" id="{FCE40B60-EC69-2A43-B063-5E6E76900FA3}"/>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61" name="Group 19">
            <a:extLst>
              <a:ext uri="{FF2B5EF4-FFF2-40B4-BE49-F238E27FC236}">
                <a16:creationId xmlns:a16="http://schemas.microsoft.com/office/drawing/2014/main" id="{9CE669E5-DD37-B44B-A84C-C529286B0264}"/>
              </a:ext>
            </a:extLst>
          </p:cNvPr>
          <p:cNvGrpSpPr/>
          <p:nvPr/>
        </p:nvGrpSpPr>
        <p:grpSpPr>
          <a:xfrm>
            <a:off x="2533496" y="3940851"/>
            <a:ext cx="4629304" cy="1520541"/>
            <a:chOff x="0" y="-19050"/>
            <a:chExt cx="1019711" cy="377841"/>
          </a:xfrm>
        </p:grpSpPr>
        <p:sp>
          <p:nvSpPr>
            <p:cNvPr id="62" name="Freeform 20">
              <a:extLst>
                <a:ext uri="{FF2B5EF4-FFF2-40B4-BE49-F238E27FC236}">
                  <a16:creationId xmlns:a16="http://schemas.microsoft.com/office/drawing/2014/main" id="{C8003E63-307B-C041-9692-572FDAABFF21}"/>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solidFill>
              <a:srgbClr val="263F6B"/>
            </a:solidFill>
          </p:spPr>
          <p:txBody>
            <a:bodyPr anchor="ctr"/>
            <a:lstStyle/>
            <a:p>
              <a:pPr algn="ctr"/>
              <a:r>
                <a:rPr lang="en-US" sz="2500">
                  <a:solidFill>
                    <a:schemeClr val="bg1"/>
                  </a:solidFill>
                  <a:latin typeface="Arial" panose="020B0604020202020204" pitchFamily="34" charset="0"/>
                  <a:cs typeface="Arial" panose="020B0604020202020204" pitchFamily="34" charset="0"/>
                </a:rPr>
                <a:t>--</a:t>
              </a:r>
            </a:p>
          </p:txBody>
        </p:sp>
        <p:sp>
          <p:nvSpPr>
            <p:cNvPr id="63" name="TextBox 21">
              <a:extLst>
                <a:ext uri="{FF2B5EF4-FFF2-40B4-BE49-F238E27FC236}">
                  <a16:creationId xmlns:a16="http://schemas.microsoft.com/office/drawing/2014/main" id="{C89B2EE5-52C3-CE43-80A3-6F016AF72F74}"/>
                </a:ext>
              </a:extLst>
            </p:cNvPr>
            <p:cNvSpPr txBox="1"/>
            <p:nvPr/>
          </p:nvSpPr>
          <p:spPr>
            <a:xfrm>
              <a:off x="0" y="-19050"/>
              <a:ext cx="1019711" cy="377841"/>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grpSp>
      <p:grpSp>
        <p:nvGrpSpPr>
          <p:cNvPr id="64" name="Group 22">
            <a:extLst>
              <a:ext uri="{FF2B5EF4-FFF2-40B4-BE49-F238E27FC236}">
                <a16:creationId xmlns:a16="http://schemas.microsoft.com/office/drawing/2014/main" id="{A8766052-187D-AC47-A571-8D82C6E92D7F}"/>
              </a:ext>
            </a:extLst>
          </p:cNvPr>
          <p:cNvGrpSpPr/>
          <p:nvPr/>
        </p:nvGrpSpPr>
        <p:grpSpPr>
          <a:xfrm>
            <a:off x="7699804" y="3940851"/>
            <a:ext cx="4629303" cy="1520541"/>
            <a:chOff x="0" y="-19050"/>
            <a:chExt cx="1019711" cy="377841"/>
          </a:xfrm>
        </p:grpSpPr>
        <p:sp>
          <p:nvSpPr>
            <p:cNvPr id="65" name="Freeform 23">
              <a:extLst>
                <a:ext uri="{FF2B5EF4-FFF2-40B4-BE49-F238E27FC236}">
                  <a16:creationId xmlns:a16="http://schemas.microsoft.com/office/drawing/2014/main" id="{C5600B94-A191-554A-AB63-B8F23233BAD0}"/>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solidFill>
              <a:srgbClr val="2D8BBA"/>
            </a:solidFill>
          </p:spPr>
          <p:txBody>
            <a:bodyPr/>
            <a:lstStyle/>
            <a:p>
              <a:endParaRPr lang="en-US">
                <a:latin typeface="Arial" panose="020B0604020202020204" pitchFamily="34" charset="0"/>
                <a:cs typeface="Arial" panose="020B0604020202020204" pitchFamily="34" charset="0"/>
              </a:endParaRPr>
            </a:p>
          </p:txBody>
        </p:sp>
        <p:sp>
          <p:nvSpPr>
            <p:cNvPr id="66" name="TextBox 24">
              <a:extLst>
                <a:ext uri="{FF2B5EF4-FFF2-40B4-BE49-F238E27FC236}">
                  <a16:creationId xmlns:a16="http://schemas.microsoft.com/office/drawing/2014/main" id="{C3DA6608-FDEF-F843-8F4A-6F2A43C415DE}"/>
                </a:ext>
              </a:extLst>
            </p:cNvPr>
            <p:cNvSpPr txBox="1"/>
            <p:nvPr/>
          </p:nvSpPr>
          <p:spPr>
            <a:xfrm>
              <a:off x="0" y="-19050"/>
              <a:ext cx="1019711" cy="377841"/>
            </a:xfrm>
            <a:prstGeom prst="rect">
              <a:avLst/>
            </a:prstGeom>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grpSp>
      <p:grpSp>
        <p:nvGrpSpPr>
          <p:cNvPr id="67" name="Group 25">
            <a:extLst>
              <a:ext uri="{FF2B5EF4-FFF2-40B4-BE49-F238E27FC236}">
                <a16:creationId xmlns:a16="http://schemas.microsoft.com/office/drawing/2014/main" id="{617736A4-FE1C-2A48-840B-A0D87E99C233}"/>
              </a:ext>
            </a:extLst>
          </p:cNvPr>
          <p:cNvGrpSpPr/>
          <p:nvPr/>
        </p:nvGrpSpPr>
        <p:grpSpPr>
          <a:xfrm>
            <a:off x="12866111" y="3860118"/>
            <a:ext cx="4581088" cy="1601274"/>
            <a:chOff x="0" y="-19050"/>
            <a:chExt cx="1019711" cy="377841"/>
          </a:xfrm>
        </p:grpSpPr>
        <p:sp>
          <p:nvSpPr>
            <p:cNvPr id="68" name="Freeform 26">
              <a:extLst>
                <a:ext uri="{FF2B5EF4-FFF2-40B4-BE49-F238E27FC236}">
                  <a16:creationId xmlns:a16="http://schemas.microsoft.com/office/drawing/2014/main" id="{296AA68F-48B1-314E-BF3F-57C205A99DDB}"/>
                </a:ext>
              </a:extLst>
            </p:cNvPr>
            <p:cNvSpPr/>
            <p:nvPr/>
          </p:nvSpPr>
          <p:spPr>
            <a:xfrm>
              <a:off x="0" y="0"/>
              <a:ext cx="1019711" cy="358791"/>
            </a:xfrm>
            <a:custGeom>
              <a:avLst/>
              <a:gdLst/>
              <a:ahLst/>
              <a:cxnLst/>
              <a:rect l="l" t="t" r="r" b="b"/>
              <a:pathLst>
                <a:path w="1019711" h="358791">
                  <a:moveTo>
                    <a:pt x="0" y="0"/>
                  </a:moveTo>
                  <a:lnTo>
                    <a:pt x="1019711" y="0"/>
                  </a:lnTo>
                  <a:lnTo>
                    <a:pt x="1019711" y="358791"/>
                  </a:lnTo>
                  <a:lnTo>
                    <a:pt x="0" y="358791"/>
                  </a:lnTo>
                  <a:close/>
                </a:path>
              </a:pathLst>
            </a:custGeom>
            <a:solidFill>
              <a:srgbClr val="41B8D5"/>
            </a:solidFill>
          </p:spPr>
          <p:txBody>
            <a:bodyPr/>
            <a:lstStyle/>
            <a:p>
              <a:endParaRPr lang="en-US">
                <a:latin typeface="Arial" panose="020B0604020202020204" pitchFamily="34" charset="0"/>
                <a:cs typeface="Arial" panose="020B0604020202020204" pitchFamily="34" charset="0"/>
              </a:endParaRPr>
            </a:p>
          </p:txBody>
        </p:sp>
        <p:sp>
          <p:nvSpPr>
            <p:cNvPr id="69" name="TextBox 27">
              <a:extLst>
                <a:ext uri="{FF2B5EF4-FFF2-40B4-BE49-F238E27FC236}">
                  <a16:creationId xmlns:a16="http://schemas.microsoft.com/office/drawing/2014/main" id="{525D36F7-1FAA-1B49-A1A9-19922F008A67}"/>
                </a:ext>
              </a:extLst>
            </p:cNvPr>
            <p:cNvSpPr txBox="1"/>
            <p:nvPr/>
          </p:nvSpPr>
          <p:spPr>
            <a:xfrm>
              <a:off x="0" y="-19050"/>
              <a:ext cx="1019711" cy="377841"/>
            </a:xfrm>
            <a:prstGeom prst="rect">
              <a:avLst/>
            </a:prstGeom>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grpSp>
      <p:grpSp>
        <p:nvGrpSpPr>
          <p:cNvPr id="70" name="Group 31">
            <a:extLst>
              <a:ext uri="{FF2B5EF4-FFF2-40B4-BE49-F238E27FC236}">
                <a16:creationId xmlns:a16="http://schemas.microsoft.com/office/drawing/2014/main" id="{74F68D7F-7992-1E42-A8C5-16C71E9A4AE3}"/>
              </a:ext>
            </a:extLst>
          </p:cNvPr>
          <p:cNvGrpSpPr/>
          <p:nvPr/>
        </p:nvGrpSpPr>
        <p:grpSpPr>
          <a:xfrm>
            <a:off x="8746627" y="1866900"/>
            <a:ext cx="2492300" cy="2492300"/>
            <a:chOff x="0" y="0"/>
            <a:chExt cx="812800" cy="812800"/>
          </a:xfrm>
        </p:grpSpPr>
        <p:sp>
          <p:nvSpPr>
            <p:cNvPr id="71" name="Freeform 32">
              <a:extLst>
                <a:ext uri="{FF2B5EF4-FFF2-40B4-BE49-F238E27FC236}">
                  <a16:creationId xmlns:a16="http://schemas.microsoft.com/office/drawing/2014/main" id="{BAA19964-34C3-1E44-B52A-937F2992B0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p:spPr>
          <p:txBody>
            <a:bodyPr/>
            <a:lstStyle/>
            <a:p>
              <a:endParaRPr lang="en-US">
                <a:latin typeface="Arial" panose="020B0604020202020204" pitchFamily="34" charset="0"/>
                <a:cs typeface="Arial" panose="020B0604020202020204" pitchFamily="34" charset="0"/>
              </a:endParaRPr>
            </a:p>
          </p:txBody>
        </p:sp>
        <p:sp>
          <p:nvSpPr>
            <p:cNvPr id="72" name="TextBox 33">
              <a:extLst>
                <a:ext uri="{FF2B5EF4-FFF2-40B4-BE49-F238E27FC236}">
                  <a16:creationId xmlns:a16="http://schemas.microsoft.com/office/drawing/2014/main" id="{E4812E48-ED02-5447-A702-74C3F86E13ED}"/>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grpSp>
        <p:nvGrpSpPr>
          <p:cNvPr id="73" name="Group 34">
            <a:extLst>
              <a:ext uri="{FF2B5EF4-FFF2-40B4-BE49-F238E27FC236}">
                <a16:creationId xmlns:a16="http://schemas.microsoft.com/office/drawing/2014/main" id="{10CE0252-2821-364B-A26D-F3436373D003}"/>
              </a:ext>
            </a:extLst>
          </p:cNvPr>
          <p:cNvGrpSpPr/>
          <p:nvPr/>
        </p:nvGrpSpPr>
        <p:grpSpPr>
          <a:xfrm>
            <a:off x="13792200" y="1943100"/>
            <a:ext cx="2492300" cy="2492300"/>
            <a:chOff x="0" y="0"/>
            <a:chExt cx="812800" cy="812800"/>
          </a:xfrm>
        </p:grpSpPr>
        <p:sp>
          <p:nvSpPr>
            <p:cNvPr id="74" name="Freeform 35">
              <a:extLst>
                <a:ext uri="{FF2B5EF4-FFF2-40B4-BE49-F238E27FC236}">
                  <a16:creationId xmlns:a16="http://schemas.microsoft.com/office/drawing/2014/main" id="{D5DDB1F8-305A-6D42-90E2-4BFBB43EAC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US">
                <a:latin typeface="Arial" panose="020B0604020202020204" pitchFamily="34" charset="0"/>
                <a:cs typeface="Arial" panose="020B0604020202020204" pitchFamily="34" charset="0"/>
              </a:endParaRPr>
            </a:p>
          </p:txBody>
        </p:sp>
        <p:sp>
          <p:nvSpPr>
            <p:cNvPr id="75" name="TextBox 36">
              <a:extLst>
                <a:ext uri="{FF2B5EF4-FFF2-40B4-BE49-F238E27FC236}">
                  <a16:creationId xmlns:a16="http://schemas.microsoft.com/office/drawing/2014/main" id="{124B43FD-5C99-D746-94E5-E43ECC11FDC8}"/>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77" name="TextBox 47">
            <a:extLst>
              <a:ext uri="{FF2B5EF4-FFF2-40B4-BE49-F238E27FC236}">
                <a16:creationId xmlns:a16="http://schemas.microsoft.com/office/drawing/2014/main" id="{0D30688A-A372-624A-BC5D-C66F84538F22}"/>
              </a:ext>
            </a:extLst>
          </p:cNvPr>
          <p:cNvSpPr txBox="1"/>
          <p:nvPr/>
        </p:nvSpPr>
        <p:spPr>
          <a:xfrm>
            <a:off x="664463" y="4736240"/>
            <a:ext cx="1869033" cy="296300"/>
          </a:xfrm>
          <a:prstGeom prst="rect">
            <a:avLst/>
          </a:prstGeom>
        </p:spPr>
        <p:txBody>
          <a:bodyPr lIns="0" tIns="0" rIns="0" bIns="0" rtlCol="0" anchor="t">
            <a:spAutoFit/>
          </a:bodyPr>
          <a:lstStyle/>
          <a:p>
            <a:pPr>
              <a:lnSpc>
                <a:spcPts val="2324"/>
              </a:lnSpc>
            </a:pPr>
            <a:r>
              <a:rPr lang="en-US" sz="2371" b="1" spc="47">
                <a:solidFill>
                  <a:srgbClr val="263F6B"/>
                </a:solidFill>
                <a:latin typeface="Arial" panose="020B0604020202020204" pitchFamily="34" charset="0"/>
                <a:cs typeface="Arial" panose="020B0604020202020204" pitchFamily="34" charset="0"/>
              </a:rPr>
              <a:t>Objective</a:t>
            </a:r>
          </a:p>
        </p:txBody>
      </p:sp>
      <p:sp>
        <p:nvSpPr>
          <p:cNvPr id="78" name="TextBox 48">
            <a:extLst>
              <a:ext uri="{FF2B5EF4-FFF2-40B4-BE49-F238E27FC236}">
                <a16:creationId xmlns:a16="http://schemas.microsoft.com/office/drawing/2014/main" id="{A788EC6E-F4D5-2141-858E-99AE276D30B5}"/>
              </a:ext>
            </a:extLst>
          </p:cNvPr>
          <p:cNvSpPr txBox="1"/>
          <p:nvPr/>
        </p:nvSpPr>
        <p:spPr>
          <a:xfrm>
            <a:off x="664463" y="6402763"/>
            <a:ext cx="1869033" cy="294953"/>
          </a:xfrm>
          <a:prstGeom prst="rect">
            <a:avLst/>
          </a:prstGeom>
        </p:spPr>
        <p:txBody>
          <a:bodyPr lIns="0" tIns="0" rIns="0" bIns="0" rtlCol="0" anchor="t">
            <a:spAutoFit/>
          </a:bodyPr>
          <a:lstStyle/>
          <a:p>
            <a:pPr>
              <a:lnSpc>
                <a:spcPts val="2324"/>
              </a:lnSpc>
            </a:pPr>
            <a:r>
              <a:rPr lang="en-US" sz="2371" b="1" spc="47">
                <a:solidFill>
                  <a:srgbClr val="263F6B"/>
                </a:solidFill>
                <a:latin typeface="Arial" panose="020B0604020202020204" pitchFamily="34" charset="0"/>
                <a:cs typeface="Arial" panose="020B0604020202020204" pitchFamily="34" charset="0"/>
              </a:rPr>
              <a:t>Solution</a:t>
            </a:r>
          </a:p>
        </p:txBody>
      </p:sp>
      <p:sp>
        <p:nvSpPr>
          <p:cNvPr id="7" name="Slide Number Placeholder 6">
            <a:extLst>
              <a:ext uri="{FF2B5EF4-FFF2-40B4-BE49-F238E27FC236}">
                <a16:creationId xmlns:a16="http://schemas.microsoft.com/office/drawing/2014/main" id="{E882088E-227C-9AAC-C89E-81BDA5F6705D}"/>
              </a:ext>
            </a:extLst>
          </p:cNvPr>
          <p:cNvSpPr>
            <a:spLocks noGrp="1"/>
          </p:cNvSpPr>
          <p:nvPr>
            <p:ph type="sldNum" sz="quarter" idx="12"/>
          </p:nvPr>
        </p:nvSpPr>
        <p:spPr/>
        <p:txBody>
          <a:bodyPr/>
          <a:lstStyle/>
          <a:p>
            <a:fld id="{B6F15528-21DE-4FAA-801E-634DDDAF4B2B}" type="slidenum">
              <a:rPr lang="en-US" smtClean="0"/>
              <a:pPr/>
              <a:t>68</a:t>
            </a:fld>
            <a:endParaRPr lang="en-US"/>
          </a:p>
        </p:txBody>
      </p:sp>
      <p:sp>
        <p:nvSpPr>
          <p:cNvPr id="16" name="Text Placeholder 15">
            <a:extLst>
              <a:ext uri="{FF2B5EF4-FFF2-40B4-BE49-F238E27FC236}">
                <a16:creationId xmlns:a16="http://schemas.microsoft.com/office/drawing/2014/main" id="{7D882972-C209-2FEB-5542-A67E2236644F}"/>
              </a:ext>
            </a:extLst>
          </p:cNvPr>
          <p:cNvSpPr>
            <a:spLocks noGrp="1"/>
          </p:cNvSpPr>
          <p:nvPr>
            <p:ph type="body" sz="quarter" idx="15"/>
          </p:nvPr>
        </p:nvSpPr>
        <p:spPr/>
        <p:txBody>
          <a:bodyPr/>
          <a:lstStyle/>
          <a:p>
            <a:endParaRPr lang="en-US"/>
          </a:p>
        </p:txBody>
      </p:sp>
      <p:sp>
        <p:nvSpPr>
          <p:cNvPr id="15" name="Text Placeholder 14">
            <a:extLst>
              <a:ext uri="{FF2B5EF4-FFF2-40B4-BE49-F238E27FC236}">
                <a16:creationId xmlns:a16="http://schemas.microsoft.com/office/drawing/2014/main" id="{6DCA5B94-7E0F-EB01-FF21-06025BB06CCF}"/>
              </a:ext>
            </a:extLst>
          </p:cNvPr>
          <p:cNvSpPr>
            <a:spLocks noGrp="1"/>
          </p:cNvSpPr>
          <p:nvPr>
            <p:ph type="body" sz="quarter" idx="14"/>
          </p:nvPr>
        </p:nvSpPr>
        <p:spPr/>
        <p:txBody>
          <a:bodyPr/>
          <a:lstStyle/>
          <a:p>
            <a:endParaRPr lang="en-US"/>
          </a:p>
        </p:txBody>
      </p:sp>
      <p:sp>
        <p:nvSpPr>
          <p:cNvPr id="17" name="Text Placeholder 16">
            <a:extLst>
              <a:ext uri="{FF2B5EF4-FFF2-40B4-BE49-F238E27FC236}">
                <a16:creationId xmlns:a16="http://schemas.microsoft.com/office/drawing/2014/main" id="{F27DE99C-8499-22F0-090F-D5BA9397066E}"/>
              </a:ext>
            </a:extLst>
          </p:cNvPr>
          <p:cNvSpPr>
            <a:spLocks noGrp="1"/>
          </p:cNvSpPr>
          <p:nvPr>
            <p:ph type="body" sz="quarter" idx="16"/>
          </p:nvPr>
        </p:nvSpPr>
        <p:spPr/>
        <p:txBody>
          <a:bodyPr/>
          <a:lstStyle/>
          <a:p>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TextBox 43"/>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pic>
        <p:nvPicPr>
          <p:cNvPr id="42" name="Graphic 41" descr="Badge outline">
            <a:extLst>
              <a:ext uri="{FF2B5EF4-FFF2-40B4-BE49-F238E27FC236}">
                <a16:creationId xmlns:a16="http://schemas.microsoft.com/office/drawing/2014/main" id="{03158D9E-81B5-0343-8709-AFB77645D1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30088" y="1801215"/>
            <a:ext cx="1693601" cy="1693601"/>
          </a:xfrm>
          <a:prstGeom prst="rect">
            <a:avLst/>
          </a:prstGeom>
        </p:spPr>
      </p:pic>
      <p:pic>
        <p:nvPicPr>
          <p:cNvPr id="50" name="Graphic 49" descr="Badge 1 outline">
            <a:extLst>
              <a:ext uri="{FF2B5EF4-FFF2-40B4-BE49-F238E27FC236}">
                <a16:creationId xmlns:a16="http://schemas.microsoft.com/office/drawing/2014/main" id="{F517D65C-1A20-5242-9D01-05467F46AF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38559" y="1761602"/>
            <a:ext cx="1693601" cy="1693601"/>
          </a:xfrm>
          <a:prstGeom prst="rect">
            <a:avLst/>
          </a:prstGeom>
        </p:spPr>
      </p:pic>
      <p:sp>
        <p:nvSpPr>
          <p:cNvPr id="52" name="Rectangle 51">
            <a:extLst>
              <a:ext uri="{FF2B5EF4-FFF2-40B4-BE49-F238E27FC236}">
                <a16:creationId xmlns:a16="http://schemas.microsoft.com/office/drawing/2014/main" id="{8044950A-302C-FF4A-BC29-67227B8086DF}"/>
              </a:ext>
            </a:extLst>
          </p:cNvPr>
          <p:cNvSpPr/>
          <p:nvPr/>
        </p:nvSpPr>
        <p:spPr>
          <a:xfrm>
            <a:off x="694595" y="3811720"/>
            <a:ext cx="7697346" cy="763954"/>
          </a:xfrm>
          <a:prstGeom prst="rect">
            <a:avLst/>
          </a:prstGeom>
          <a:solidFill>
            <a:srgbClr val="263E6C"/>
          </a:solidFill>
          <a:ln>
            <a:solidFill>
              <a:srgbClr val="263E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Montserrat"/>
                <a:cs typeface="Calibri"/>
              </a:rPr>
              <a:t>--</a:t>
            </a:r>
          </a:p>
        </p:txBody>
      </p:sp>
      <p:sp>
        <p:nvSpPr>
          <p:cNvPr id="54" name="Rectangle 53">
            <a:extLst>
              <a:ext uri="{FF2B5EF4-FFF2-40B4-BE49-F238E27FC236}">
                <a16:creationId xmlns:a16="http://schemas.microsoft.com/office/drawing/2014/main" id="{540AAAC2-1015-3045-8448-EE21F3D15F8D}"/>
              </a:ext>
            </a:extLst>
          </p:cNvPr>
          <p:cNvSpPr/>
          <p:nvPr/>
        </p:nvSpPr>
        <p:spPr>
          <a:xfrm>
            <a:off x="693716" y="4753733"/>
            <a:ext cx="7699104" cy="2096278"/>
          </a:xfrm>
          <a:prstGeom prst="rect">
            <a:avLst/>
          </a:prstGeom>
          <a:solidFill>
            <a:srgbClr val="2D8BBA"/>
          </a:solidFill>
          <a:ln>
            <a:solidFill>
              <a:srgbClr val="41B8D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latin typeface="Montserrat"/>
              </a:rPr>
              <a:t>--</a:t>
            </a:r>
            <a:endParaRPr lang="en-US" sz="2400">
              <a:latin typeface="Montserrat"/>
            </a:endParaRPr>
          </a:p>
        </p:txBody>
      </p:sp>
      <p:grpSp>
        <p:nvGrpSpPr>
          <p:cNvPr id="56" name="Group 20">
            <a:extLst>
              <a:ext uri="{FF2B5EF4-FFF2-40B4-BE49-F238E27FC236}">
                <a16:creationId xmlns:a16="http://schemas.microsoft.com/office/drawing/2014/main" id="{4759A3F0-8A79-ED44-AC7F-B18F73EBE89A}"/>
              </a:ext>
            </a:extLst>
          </p:cNvPr>
          <p:cNvGrpSpPr/>
          <p:nvPr/>
        </p:nvGrpSpPr>
        <p:grpSpPr>
          <a:xfrm rot="-10800000">
            <a:off x="693716" y="6974956"/>
            <a:ext cx="7701304" cy="502035"/>
            <a:chOff x="0" y="0"/>
            <a:chExt cx="812800" cy="66955"/>
          </a:xfrm>
        </p:grpSpPr>
        <p:sp>
          <p:nvSpPr>
            <p:cNvPr id="57" name="Freeform 21">
              <a:extLst>
                <a:ext uri="{FF2B5EF4-FFF2-40B4-BE49-F238E27FC236}">
                  <a16:creationId xmlns:a16="http://schemas.microsoft.com/office/drawing/2014/main" id="{CC760FF7-2538-2849-A559-9A488C99BBFC}"/>
                </a:ext>
              </a:extLst>
            </p:cNvPr>
            <p:cNvSpPr/>
            <p:nvPr/>
          </p:nvSpPr>
          <p:spPr>
            <a:xfrm>
              <a:off x="0" y="0"/>
              <a:ext cx="812800" cy="66955"/>
            </a:xfrm>
            <a:custGeom>
              <a:avLst/>
              <a:gdLst/>
              <a:ahLst/>
              <a:cxnLst/>
              <a:rect l="l" t="t" r="r" b="b"/>
              <a:pathLst>
                <a:path w="812800" h="66955">
                  <a:moveTo>
                    <a:pt x="406400" y="0"/>
                  </a:moveTo>
                  <a:lnTo>
                    <a:pt x="812800" y="66955"/>
                  </a:lnTo>
                  <a:lnTo>
                    <a:pt x="0" y="66955"/>
                  </a:lnTo>
                  <a:lnTo>
                    <a:pt x="406400" y="0"/>
                  </a:lnTo>
                  <a:close/>
                </a:path>
              </a:pathLst>
            </a:custGeom>
            <a:solidFill>
              <a:srgbClr val="DFDDDD"/>
            </a:solidFill>
          </p:spPr>
          <p:txBody>
            <a:bodyPr/>
            <a:lstStyle/>
            <a:p>
              <a:endParaRPr lang="en-US"/>
            </a:p>
          </p:txBody>
        </p:sp>
        <p:sp>
          <p:nvSpPr>
            <p:cNvPr id="58" name="TextBox 22">
              <a:extLst>
                <a:ext uri="{FF2B5EF4-FFF2-40B4-BE49-F238E27FC236}">
                  <a16:creationId xmlns:a16="http://schemas.microsoft.com/office/drawing/2014/main" id="{A8AE22CB-68DC-4E43-ACEE-0DE2FCFE82C5}"/>
                </a:ext>
              </a:extLst>
            </p:cNvPr>
            <p:cNvSpPr txBox="1"/>
            <p:nvPr/>
          </p:nvSpPr>
          <p:spPr>
            <a:xfrm>
              <a:off x="123659" y="12036"/>
              <a:ext cx="562141" cy="28612"/>
            </a:xfrm>
            <a:prstGeom prst="rect">
              <a:avLst/>
            </a:prstGeom>
          </p:spPr>
          <p:txBody>
            <a:bodyPr lIns="50800" tIns="50800" rIns="50800" bIns="50800" rtlCol="0" anchor="ctr"/>
            <a:lstStyle/>
            <a:p>
              <a:pPr algn="ctr">
                <a:lnSpc>
                  <a:spcPts val="3250"/>
                </a:lnSpc>
              </a:pPr>
              <a:endParaRPr/>
            </a:p>
          </p:txBody>
        </p:sp>
      </p:grpSp>
      <p:sp>
        <p:nvSpPr>
          <p:cNvPr id="64" name="Rectangle 63">
            <a:extLst>
              <a:ext uri="{FF2B5EF4-FFF2-40B4-BE49-F238E27FC236}">
                <a16:creationId xmlns:a16="http://schemas.microsoft.com/office/drawing/2014/main" id="{4EBA4296-F06A-4048-8778-C4486B06CA03}"/>
              </a:ext>
            </a:extLst>
          </p:cNvPr>
          <p:cNvSpPr/>
          <p:nvPr/>
        </p:nvSpPr>
        <p:spPr>
          <a:xfrm>
            <a:off x="743368" y="7674244"/>
            <a:ext cx="7681520" cy="939800"/>
          </a:xfrm>
          <a:prstGeom prst="rect">
            <a:avLst/>
          </a:prstGeom>
          <a:noFill/>
          <a:ln w="57150">
            <a:solidFill>
              <a:srgbClr val="2D8BBA"/>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000000"/>
                </a:solidFill>
                <a:latin typeface="Montserrat"/>
              </a:rPr>
              <a:t>--</a:t>
            </a:r>
          </a:p>
        </p:txBody>
      </p:sp>
      <p:sp>
        <p:nvSpPr>
          <p:cNvPr id="72" name="Rectangle 71">
            <a:extLst>
              <a:ext uri="{FF2B5EF4-FFF2-40B4-BE49-F238E27FC236}">
                <a16:creationId xmlns:a16="http://schemas.microsoft.com/office/drawing/2014/main" id="{CA772385-802F-0846-9273-52791F44DC65}"/>
              </a:ext>
            </a:extLst>
          </p:cNvPr>
          <p:cNvSpPr/>
          <p:nvPr/>
        </p:nvSpPr>
        <p:spPr>
          <a:xfrm>
            <a:off x="9628216" y="3811720"/>
            <a:ext cx="7697346" cy="763954"/>
          </a:xfrm>
          <a:prstGeom prst="rect">
            <a:avLst/>
          </a:prstGeom>
          <a:solidFill>
            <a:srgbClr val="263E6C"/>
          </a:solidFill>
          <a:ln>
            <a:solidFill>
              <a:srgbClr val="263E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Montserrat"/>
                <a:cs typeface="Calibri"/>
              </a:rPr>
              <a:t>--</a:t>
            </a:r>
          </a:p>
        </p:txBody>
      </p:sp>
      <p:sp>
        <p:nvSpPr>
          <p:cNvPr id="73" name="Rectangle 72">
            <a:extLst>
              <a:ext uri="{FF2B5EF4-FFF2-40B4-BE49-F238E27FC236}">
                <a16:creationId xmlns:a16="http://schemas.microsoft.com/office/drawing/2014/main" id="{93B3F846-D0A5-1142-B03D-58E47C580296}"/>
              </a:ext>
            </a:extLst>
          </p:cNvPr>
          <p:cNvSpPr/>
          <p:nvPr/>
        </p:nvSpPr>
        <p:spPr>
          <a:xfrm>
            <a:off x="9627337" y="4753733"/>
            <a:ext cx="7699104" cy="2096278"/>
          </a:xfrm>
          <a:prstGeom prst="rect">
            <a:avLst/>
          </a:prstGeom>
          <a:solidFill>
            <a:srgbClr val="2D8BBA"/>
          </a:solidFill>
          <a:ln>
            <a:solidFill>
              <a:srgbClr val="41B8D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latin typeface="Montserrat"/>
              </a:rPr>
              <a:t>--</a:t>
            </a:r>
            <a:endParaRPr lang="en-US" sz="2400">
              <a:latin typeface="Montserrat"/>
            </a:endParaRPr>
          </a:p>
        </p:txBody>
      </p:sp>
      <p:grpSp>
        <p:nvGrpSpPr>
          <p:cNvPr id="74" name="Group 20">
            <a:extLst>
              <a:ext uri="{FF2B5EF4-FFF2-40B4-BE49-F238E27FC236}">
                <a16:creationId xmlns:a16="http://schemas.microsoft.com/office/drawing/2014/main" id="{202A0334-75C3-514D-921F-A7347E7625BE}"/>
              </a:ext>
            </a:extLst>
          </p:cNvPr>
          <p:cNvGrpSpPr/>
          <p:nvPr/>
        </p:nvGrpSpPr>
        <p:grpSpPr>
          <a:xfrm rot="-10800000">
            <a:off x="9627337" y="6974956"/>
            <a:ext cx="7701304" cy="502035"/>
            <a:chOff x="0" y="0"/>
            <a:chExt cx="812800" cy="66955"/>
          </a:xfrm>
        </p:grpSpPr>
        <p:sp>
          <p:nvSpPr>
            <p:cNvPr id="75" name="Freeform 21">
              <a:extLst>
                <a:ext uri="{FF2B5EF4-FFF2-40B4-BE49-F238E27FC236}">
                  <a16:creationId xmlns:a16="http://schemas.microsoft.com/office/drawing/2014/main" id="{EAE9F765-D2D9-7845-A98D-5476DBDB6555}"/>
                </a:ext>
              </a:extLst>
            </p:cNvPr>
            <p:cNvSpPr/>
            <p:nvPr/>
          </p:nvSpPr>
          <p:spPr>
            <a:xfrm>
              <a:off x="0" y="0"/>
              <a:ext cx="812800" cy="66955"/>
            </a:xfrm>
            <a:custGeom>
              <a:avLst/>
              <a:gdLst/>
              <a:ahLst/>
              <a:cxnLst/>
              <a:rect l="l" t="t" r="r" b="b"/>
              <a:pathLst>
                <a:path w="812800" h="66955">
                  <a:moveTo>
                    <a:pt x="406400" y="0"/>
                  </a:moveTo>
                  <a:lnTo>
                    <a:pt x="812800" y="66955"/>
                  </a:lnTo>
                  <a:lnTo>
                    <a:pt x="0" y="66955"/>
                  </a:lnTo>
                  <a:lnTo>
                    <a:pt x="406400" y="0"/>
                  </a:lnTo>
                  <a:close/>
                </a:path>
              </a:pathLst>
            </a:custGeom>
            <a:solidFill>
              <a:srgbClr val="DFDDDD"/>
            </a:solidFill>
          </p:spPr>
          <p:txBody>
            <a:bodyPr/>
            <a:lstStyle/>
            <a:p>
              <a:endParaRPr lang="en-US"/>
            </a:p>
          </p:txBody>
        </p:sp>
        <p:sp>
          <p:nvSpPr>
            <p:cNvPr id="76" name="TextBox 22">
              <a:extLst>
                <a:ext uri="{FF2B5EF4-FFF2-40B4-BE49-F238E27FC236}">
                  <a16:creationId xmlns:a16="http://schemas.microsoft.com/office/drawing/2014/main" id="{819BD9CB-8B6C-ED49-AA2F-C30483EC11E0}"/>
                </a:ext>
              </a:extLst>
            </p:cNvPr>
            <p:cNvSpPr txBox="1"/>
            <p:nvPr/>
          </p:nvSpPr>
          <p:spPr>
            <a:xfrm>
              <a:off x="123659" y="12036"/>
              <a:ext cx="562141" cy="28612"/>
            </a:xfrm>
            <a:prstGeom prst="rect">
              <a:avLst/>
            </a:prstGeom>
          </p:spPr>
          <p:txBody>
            <a:bodyPr lIns="50800" tIns="50800" rIns="50800" bIns="50800" rtlCol="0" anchor="ctr"/>
            <a:lstStyle/>
            <a:p>
              <a:pPr algn="ctr">
                <a:lnSpc>
                  <a:spcPts val="3250"/>
                </a:lnSpc>
              </a:pPr>
              <a:endParaRPr/>
            </a:p>
          </p:txBody>
        </p:sp>
      </p:grpSp>
      <p:sp>
        <p:nvSpPr>
          <p:cNvPr id="77" name="Rectangle 76">
            <a:extLst>
              <a:ext uri="{FF2B5EF4-FFF2-40B4-BE49-F238E27FC236}">
                <a16:creationId xmlns:a16="http://schemas.microsoft.com/office/drawing/2014/main" id="{8D8835F8-03DD-7940-A8BE-2678233989C5}"/>
              </a:ext>
            </a:extLst>
          </p:cNvPr>
          <p:cNvSpPr/>
          <p:nvPr/>
        </p:nvSpPr>
        <p:spPr>
          <a:xfrm>
            <a:off x="9676989" y="7674244"/>
            <a:ext cx="7681520" cy="939800"/>
          </a:xfrm>
          <a:prstGeom prst="rect">
            <a:avLst/>
          </a:prstGeom>
          <a:noFill/>
          <a:ln w="57150">
            <a:solidFill>
              <a:srgbClr val="2D8BBA"/>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000000"/>
                </a:solidFill>
                <a:latin typeface="Montserrat"/>
              </a:rPr>
              <a:t>--</a:t>
            </a:r>
          </a:p>
        </p:txBody>
      </p:sp>
      <p:sp>
        <p:nvSpPr>
          <p:cNvPr id="7" name="Slide Number Placeholder 6">
            <a:extLst>
              <a:ext uri="{FF2B5EF4-FFF2-40B4-BE49-F238E27FC236}">
                <a16:creationId xmlns:a16="http://schemas.microsoft.com/office/drawing/2014/main" id="{0981DB9F-298A-E13C-64C1-256D90782CF8}"/>
              </a:ext>
            </a:extLst>
          </p:cNvPr>
          <p:cNvSpPr>
            <a:spLocks noGrp="1"/>
          </p:cNvSpPr>
          <p:nvPr>
            <p:ph type="sldNum" sz="quarter" idx="12"/>
          </p:nvPr>
        </p:nvSpPr>
        <p:spPr/>
        <p:txBody>
          <a:bodyPr/>
          <a:lstStyle/>
          <a:p>
            <a:fld id="{B6F15528-21DE-4FAA-801E-634DDDAF4B2B}" type="slidenum">
              <a:rPr lang="en-US" smtClean="0"/>
              <a:pPr/>
              <a:t>69</a:t>
            </a:fld>
            <a:endParaRPr lang="en-US"/>
          </a:p>
        </p:txBody>
      </p:sp>
      <p:sp>
        <p:nvSpPr>
          <p:cNvPr id="14" name="Text Placeholder 13">
            <a:extLst>
              <a:ext uri="{FF2B5EF4-FFF2-40B4-BE49-F238E27FC236}">
                <a16:creationId xmlns:a16="http://schemas.microsoft.com/office/drawing/2014/main" id="{9DC2913F-83B3-4F47-ABF4-1207CC9AF6C4}"/>
              </a:ext>
            </a:extLst>
          </p:cNvPr>
          <p:cNvSpPr>
            <a:spLocks noGrp="1"/>
          </p:cNvSpPr>
          <p:nvPr>
            <p:ph type="body" sz="quarter" idx="15"/>
          </p:nvPr>
        </p:nvSpPr>
        <p:spPr/>
        <p:txBody>
          <a:bodyPr/>
          <a:lstStyle/>
          <a:p>
            <a:endParaRPr lang="en-US"/>
          </a:p>
        </p:txBody>
      </p:sp>
      <p:sp>
        <p:nvSpPr>
          <p:cNvPr id="13" name="Text Placeholder 12">
            <a:extLst>
              <a:ext uri="{FF2B5EF4-FFF2-40B4-BE49-F238E27FC236}">
                <a16:creationId xmlns:a16="http://schemas.microsoft.com/office/drawing/2014/main" id="{27B76F09-99EA-6B3C-3DAC-B9AE49276CDE}"/>
              </a:ext>
            </a:extLst>
          </p:cNvPr>
          <p:cNvSpPr>
            <a:spLocks noGrp="1"/>
          </p:cNvSpPr>
          <p:nvPr>
            <p:ph type="body" sz="quarter" idx="14"/>
          </p:nvPr>
        </p:nvSpPr>
        <p:spPr/>
        <p:txBody>
          <a:bodyPr/>
          <a:lstStyle/>
          <a:p>
            <a:endParaRPr lang="en-US"/>
          </a:p>
        </p:txBody>
      </p:sp>
      <p:sp>
        <p:nvSpPr>
          <p:cNvPr id="15" name="Text Placeholder 14">
            <a:extLst>
              <a:ext uri="{FF2B5EF4-FFF2-40B4-BE49-F238E27FC236}">
                <a16:creationId xmlns:a16="http://schemas.microsoft.com/office/drawing/2014/main" id="{67E7BFAE-ED14-7BCB-8D47-E3B255210381}"/>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6563459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TextBox 40"/>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grpSp>
        <p:nvGrpSpPr>
          <p:cNvPr id="39" name="Group 34">
            <a:extLst>
              <a:ext uri="{FF2B5EF4-FFF2-40B4-BE49-F238E27FC236}">
                <a16:creationId xmlns:a16="http://schemas.microsoft.com/office/drawing/2014/main" id="{5C7551F5-80DD-8A4A-8AF3-7CE93FE58725}"/>
              </a:ext>
            </a:extLst>
          </p:cNvPr>
          <p:cNvGrpSpPr/>
          <p:nvPr/>
        </p:nvGrpSpPr>
        <p:grpSpPr>
          <a:xfrm>
            <a:off x="5742651" y="1851089"/>
            <a:ext cx="899010" cy="887596"/>
            <a:chOff x="0" y="0"/>
            <a:chExt cx="812800" cy="812800"/>
          </a:xfrm>
        </p:grpSpPr>
        <p:sp>
          <p:nvSpPr>
            <p:cNvPr id="42" name="Freeform 35">
              <a:extLst>
                <a:ext uri="{FF2B5EF4-FFF2-40B4-BE49-F238E27FC236}">
                  <a16:creationId xmlns:a16="http://schemas.microsoft.com/office/drawing/2014/main" id="{BD67BC61-A5AC-EB4B-A17E-673C41317B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a:ln w="104775" cap="sq">
              <a:solidFill>
                <a:srgbClr val="DFDDDD"/>
              </a:solidFill>
              <a:prstDash val="solid"/>
              <a:miter/>
            </a:ln>
          </p:spPr>
          <p:txBody>
            <a:bodyPr/>
            <a:lstStyle/>
            <a:p>
              <a:endParaRPr lang="en-US">
                <a:latin typeface="Arial" panose="020B0604020202020204" pitchFamily="34" charset="0"/>
                <a:cs typeface="Arial" panose="020B0604020202020204" pitchFamily="34" charset="0"/>
              </a:endParaRPr>
            </a:p>
          </p:txBody>
        </p:sp>
        <p:sp>
          <p:nvSpPr>
            <p:cNvPr id="43" name="TextBox 36">
              <a:extLst>
                <a:ext uri="{FF2B5EF4-FFF2-40B4-BE49-F238E27FC236}">
                  <a16:creationId xmlns:a16="http://schemas.microsoft.com/office/drawing/2014/main" id="{78E3E609-465E-5146-84C7-756367BA6DE7}"/>
                </a:ext>
              </a:extLst>
            </p:cNvPr>
            <p:cNvSpPr txBox="1"/>
            <p:nvPr/>
          </p:nvSpPr>
          <p:spPr>
            <a:xfrm>
              <a:off x="21550" y="80483"/>
              <a:ext cx="769699" cy="679450"/>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1</a:t>
              </a:r>
            </a:p>
          </p:txBody>
        </p:sp>
      </p:grpSp>
      <p:grpSp>
        <p:nvGrpSpPr>
          <p:cNvPr id="44" name="Group 34">
            <a:extLst>
              <a:ext uri="{FF2B5EF4-FFF2-40B4-BE49-F238E27FC236}">
                <a16:creationId xmlns:a16="http://schemas.microsoft.com/office/drawing/2014/main" id="{7007CB05-C9E9-1541-9A76-275F0B2EE861}"/>
              </a:ext>
            </a:extLst>
          </p:cNvPr>
          <p:cNvGrpSpPr/>
          <p:nvPr/>
        </p:nvGrpSpPr>
        <p:grpSpPr>
          <a:xfrm>
            <a:off x="5742650" y="3430767"/>
            <a:ext cx="899010" cy="887596"/>
            <a:chOff x="0" y="0"/>
            <a:chExt cx="812800" cy="812800"/>
          </a:xfrm>
        </p:grpSpPr>
        <p:sp>
          <p:nvSpPr>
            <p:cNvPr id="45" name="Freeform 35">
              <a:extLst>
                <a:ext uri="{FF2B5EF4-FFF2-40B4-BE49-F238E27FC236}">
                  <a16:creationId xmlns:a16="http://schemas.microsoft.com/office/drawing/2014/main" id="{0C0A6E07-D6FC-3D48-B91A-8CA874324F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a:ln w="104775" cap="sq">
              <a:solidFill>
                <a:srgbClr val="DFDDDD"/>
              </a:solidFill>
              <a:prstDash val="solid"/>
              <a:miter/>
            </a:ln>
          </p:spPr>
          <p:txBody>
            <a:bodyPr/>
            <a:lstStyle/>
            <a:p>
              <a:endParaRPr lang="en-US">
                <a:latin typeface="Arial" panose="020B0604020202020204" pitchFamily="34" charset="0"/>
                <a:cs typeface="Arial" panose="020B0604020202020204" pitchFamily="34" charset="0"/>
              </a:endParaRPr>
            </a:p>
          </p:txBody>
        </p:sp>
        <p:sp>
          <p:nvSpPr>
            <p:cNvPr id="46" name="TextBox 36">
              <a:extLst>
                <a:ext uri="{FF2B5EF4-FFF2-40B4-BE49-F238E27FC236}">
                  <a16:creationId xmlns:a16="http://schemas.microsoft.com/office/drawing/2014/main" id="{829B32F8-DBC5-1B4C-BB6E-AB606B5F6204}"/>
                </a:ext>
              </a:extLst>
            </p:cNvPr>
            <p:cNvSpPr txBox="1"/>
            <p:nvPr/>
          </p:nvSpPr>
          <p:spPr>
            <a:xfrm>
              <a:off x="21550" y="80483"/>
              <a:ext cx="769699" cy="679450"/>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2</a:t>
              </a:r>
            </a:p>
          </p:txBody>
        </p:sp>
      </p:grpSp>
      <p:grpSp>
        <p:nvGrpSpPr>
          <p:cNvPr id="47" name="Group 34">
            <a:extLst>
              <a:ext uri="{FF2B5EF4-FFF2-40B4-BE49-F238E27FC236}">
                <a16:creationId xmlns:a16="http://schemas.microsoft.com/office/drawing/2014/main" id="{1C667FF2-F508-8342-A0AD-92ECF5426107}"/>
              </a:ext>
            </a:extLst>
          </p:cNvPr>
          <p:cNvGrpSpPr/>
          <p:nvPr/>
        </p:nvGrpSpPr>
        <p:grpSpPr>
          <a:xfrm>
            <a:off x="5766486" y="5056851"/>
            <a:ext cx="899010" cy="887596"/>
            <a:chOff x="0" y="-88140"/>
            <a:chExt cx="812800" cy="812800"/>
          </a:xfrm>
        </p:grpSpPr>
        <p:sp>
          <p:nvSpPr>
            <p:cNvPr id="48" name="Freeform 35">
              <a:extLst>
                <a:ext uri="{FF2B5EF4-FFF2-40B4-BE49-F238E27FC236}">
                  <a16:creationId xmlns:a16="http://schemas.microsoft.com/office/drawing/2014/main" id="{CDE12F45-59C5-DC49-B1B4-F0A7FF1D923E}"/>
                </a:ext>
              </a:extLst>
            </p:cNvPr>
            <p:cNvSpPr/>
            <p:nvPr/>
          </p:nvSpPr>
          <p:spPr>
            <a:xfrm>
              <a:off x="0" y="-8814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a:ln w="104775" cap="sq">
              <a:solidFill>
                <a:srgbClr val="DFDDDD"/>
              </a:solidFill>
              <a:prstDash val="solid"/>
              <a:miter/>
            </a:ln>
          </p:spPr>
          <p:txBody>
            <a:bodyPr/>
            <a:lstStyle/>
            <a:p>
              <a:endParaRPr lang="en-US">
                <a:latin typeface="Arial" panose="020B0604020202020204" pitchFamily="34" charset="0"/>
                <a:cs typeface="Arial" panose="020B0604020202020204" pitchFamily="34" charset="0"/>
              </a:endParaRPr>
            </a:p>
          </p:txBody>
        </p:sp>
        <p:sp>
          <p:nvSpPr>
            <p:cNvPr id="49" name="TextBox 36">
              <a:extLst>
                <a:ext uri="{FF2B5EF4-FFF2-40B4-BE49-F238E27FC236}">
                  <a16:creationId xmlns:a16="http://schemas.microsoft.com/office/drawing/2014/main" id="{3DA86FCA-7FF2-1C45-AD00-375CB94CB9FD}"/>
                </a:ext>
              </a:extLst>
            </p:cNvPr>
            <p:cNvSpPr txBox="1"/>
            <p:nvPr/>
          </p:nvSpPr>
          <p:spPr>
            <a:xfrm>
              <a:off x="21550" y="-7657"/>
              <a:ext cx="769699" cy="679450"/>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3</a:t>
              </a:r>
            </a:p>
          </p:txBody>
        </p:sp>
      </p:grpSp>
      <p:grpSp>
        <p:nvGrpSpPr>
          <p:cNvPr id="50" name="Group 34">
            <a:extLst>
              <a:ext uri="{FF2B5EF4-FFF2-40B4-BE49-F238E27FC236}">
                <a16:creationId xmlns:a16="http://schemas.microsoft.com/office/drawing/2014/main" id="{DDECCA58-A4E4-5241-896B-0E673AADABC2}"/>
              </a:ext>
            </a:extLst>
          </p:cNvPr>
          <p:cNvGrpSpPr/>
          <p:nvPr/>
        </p:nvGrpSpPr>
        <p:grpSpPr>
          <a:xfrm>
            <a:off x="5752620" y="6793172"/>
            <a:ext cx="899010" cy="887596"/>
            <a:chOff x="0" y="0"/>
            <a:chExt cx="812800" cy="812800"/>
          </a:xfrm>
        </p:grpSpPr>
        <p:sp>
          <p:nvSpPr>
            <p:cNvPr id="51" name="Freeform 35">
              <a:extLst>
                <a:ext uri="{FF2B5EF4-FFF2-40B4-BE49-F238E27FC236}">
                  <a16:creationId xmlns:a16="http://schemas.microsoft.com/office/drawing/2014/main" id="{2B5D5DB4-104E-BE46-ACA0-4D08DEB1AF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a:ln w="104775" cap="sq">
              <a:solidFill>
                <a:srgbClr val="DFDDDD"/>
              </a:solidFill>
              <a:prstDash val="solid"/>
              <a:miter/>
            </a:ln>
          </p:spPr>
          <p:txBody>
            <a:bodyPr/>
            <a:lstStyle/>
            <a:p>
              <a:endParaRPr lang="en-US">
                <a:latin typeface="Arial" panose="020B0604020202020204" pitchFamily="34" charset="0"/>
                <a:cs typeface="Arial" panose="020B0604020202020204" pitchFamily="34" charset="0"/>
              </a:endParaRPr>
            </a:p>
          </p:txBody>
        </p:sp>
        <p:sp>
          <p:nvSpPr>
            <p:cNvPr id="52" name="TextBox 36">
              <a:extLst>
                <a:ext uri="{FF2B5EF4-FFF2-40B4-BE49-F238E27FC236}">
                  <a16:creationId xmlns:a16="http://schemas.microsoft.com/office/drawing/2014/main" id="{F5E32995-9908-8048-B37B-5F07618F32D3}"/>
                </a:ext>
              </a:extLst>
            </p:cNvPr>
            <p:cNvSpPr txBox="1"/>
            <p:nvPr/>
          </p:nvSpPr>
          <p:spPr>
            <a:xfrm>
              <a:off x="21550" y="80483"/>
              <a:ext cx="769699" cy="679450"/>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4</a:t>
              </a:r>
            </a:p>
          </p:txBody>
        </p:sp>
      </p:grpSp>
      <p:grpSp>
        <p:nvGrpSpPr>
          <p:cNvPr id="53" name="Group 16">
            <a:extLst>
              <a:ext uri="{FF2B5EF4-FFF2-40B4-BE49-F238E27FC236}">
                <a16:creationId xmlns:a16="http://schemas.microsoft.com/office/drawing/2014/main" id="{837D0015-4AB8-6549-A385-C40A4D2B2E4C}"/>
              </a:ext>
            </a:extLst>
          </p:cNvPr>
          <p:cNvGrpSpPr/>
          <p:nvPr/>
        </p:nvGrpSpPr>
        <p:grpSpPr>
          <a:xfrm>
            <a:off x="6880122" y="1744998"/>
            <a:ext cx="10915992" cy="993632"/>
            <a:chOff x="0" y="-19050"/>
            <a:chExt cx="1583807" cy="438268"/>
          </a:xfrm>
        </p:grpSpPr>
        <p:sp>
          <p:nvSpPr>
            <p:cNvPr id="54" name="Freeform 17">
              <a:extLst>
                <a:ext uri="{FF2B5EF4-FFF2-40B4-BE49-F238E27FC236}">
                  <a16:creationId xmlns:a16="http://schemas.microsoft.com/office/drawing/2014/main" id="{A6166061-BFA5-A64B-B927-39E838D227C1}"/>
                </a:ext>
              </a:extLst>
            </p:cNvPr>
            <p:cNvSpPr/>
            <p:nvPr/>
          </p:nvSpPr>
          <p:spPr>
            <a:xfrm>
              <a:off x="0" y="0"/>
              <a:ext cx="1583807" cy="419218"/>
            </a:xfrm>
            <a:custGeom>
              <a:avLst/>
              <a:gdLst/>
              <a:ahLst/>
              <a:cxnLst/>
              <a:rect l="l" t="t" r="r" b="b"/>
              <a:pathLst>
                <a:path w="1583807" h="419218">
                  <a:moveTo>
                    <a:pt x="0" y="0"/>
                  </a:moveTo>
                  <a:lnTo>
                    <a:pt x="1583807" y="0"/>
                  </a:lnTo>
                  <a:lnTo>
                    <a:pt x="1583807" y="419218"/>
                  </a:lnTo>
                  <a:lnTo>
                    <a:pt x="0" y="419218"/>
                  </a:ln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55" name="TextBox 18">
              <a:extLst>
                <a:ext uri="{FF2B5EF4-FFF2-40B4-BE49-F238E27FC236}">
                  <a16:creationId xmlns:a16="http://schemas.microsoft.com/office/drawing/2014/main" id="{9B836762-7E29-414B-A0A3-7DC3D318F012}"/>
                </a:ext>
              </a:extLst>
            </p:cNvPr>
            <p:cNvSpPr txBox="1"/>
            <p:nvPr/>
          </p:nvSpPr>
          <p:spPr>
            <a:xfrm>
              <a:off x="905" y="-19050"/>
              <a:ext cx="1573112" cy="438268"/>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a:t>
              </a:r>
            </a:p>
          </p:txBody>
        </p:sp>
      </p:grpSp>
      <p:sp>
        <p:nvSpPr>
          <p:cNvPr id="56" name="TextBox 24">
            <a:extLst>
              <a:ext uri="{FF2B5EF4-FFF2-40B4-BE49-F238E27FC236}">
                <a16:creationId xmlns:a16="http://schemas.microsoft.com/office/drawing/2014/main" id="{702AA563-44CE-2D4A-B710-FA7E465066FF}"/>
              </a:ext>
            </a:extLst>
          </p:cNvPr>
          <p:cNvSpPr txBox="1"/>
          <p:nvPr/>
        </p:nvSpPr>
        <p:spPr>
          <a:xfrm>
            <a:off x="6688913" y="4176634"/>
            <a:ext cx="10006828" cy="1211677"/>
          </a:xfrm>
          <a:prstGeom prst="rect">
            <a:avLst/>
          </a:prstGeom>
        </p:spPr>
        <p:txBody>
          <a:bodyPr lIns="50800" tIns="50800" rIns="50800" bIns="50800" rtlCol="0" anchor="ctr"/>
          <a:lstStyle/>
          <a:p>
            <a:pPr algn="ctr">
              <a:lnSpc>
                <a:spcPts val="3250"/>
              </a:lnSpc>
            </a:pPr>
            <a:endParaRPr lang="en-US" sz="2500" spc="50">
              <a:solidFill>
                <a:srgbClr val="FFFFFF"/>
              </a:solidFill>
              <a:latin typeface="Arial" panose="020B0604020202020204" pitchFamily="34" charset="0"/>
              <a:cs typeface="Arial" panose="020B0604020202020204" pitchFamily="34" charset="0"/>
            </a:endParaRPr>
          </a:p>
        </p:txBody>
      </p:sp>
      <p:grpSp>
        <p:nvGrpSpPr>
          <p:cNvPr id="57" name="Group 7">
            <a:extLst>
              <a:ext uri="{FF2B5EF4-FFF2-40B4-BE49-F238E27FC236}">
                <a16:creationId xmlns:a16="http://schemas.microsoft.com/office/drawing/2014/main" id="{7674023C-765F-8D47-BDCC-07C4C63B0923}"/>
              </a:ext>
            </a:extLst>
          </p:cNvPr>
          <p:cNvGrpSpPr/>
          <p:nvPr/>
        </p:nvGrpSpPr>
        <p:grpSpPr>
          <a:xfrm>
            <a:off x="6485677" y="5705046"/>
            <a:ext cx="4929158" cy="595036"/>
            <a:chOff x="-40874" y="-35025"/>
            <a:chExt cx="485635" cy="454243"/>
          </a:xfrm>
        </p:grpSpPr>
        <p:sp>
          <p:nvSpPr>
            <p:cNvPr id="58" name="Freeform 8">
              <a:extLst>
                <a:ext uri="{FF2B5EF4-FFF2-40B4-BE49-F238E27FC236}">
                  <a16:creationId xmlns:a16="http://schemas.microsoft.com/office/drawing/2014/main" id="{C26E3A70-D643-A744-B01D-74B0766DEDF2}"/>
                </a:ext>
              </a:extLst>
            </p:cNvPr>
            <p:cNvSpPr/>
            <p:nvPr/>
          </p:nvSpPr>
          <p:spPr>
            <a:xfrm>
              <a:off x="0" y="0"/>
              <a:ext cx="444761" cy="419218"/>
            </a:xfrm>
            <a:custGeom>
              <a:avLst/>
              <a:gdLst/>
              <a:ahLst/>
              <a:cxnLst/>
              <a:rect l="l" t="t" r="r" b="b"/>
              <a:pathLst>
                <a:path w="444761" h="419218">
                  <a:moveTo>
                    <a:pt x="0" y="0"/>
                  </a:moveTo>
                  <a:lnTo>
                    <a:pt x="444761" y="0"/>
                  </a:lnTo>
                  <a:lnTo>
                    <a:pt x="444761" y="419218"/>
                  </a:lnTo>
                  <a:lnTo>
                    <a:pt x="0" y="419218"/>
                  </a:lnTo>
                  <a:close/>
                </a:path>
              </a:pathLst>
            </a:custGeom>
            <a:solidFill>
              <a:srgbClr val="2D8BBA"/>
            </a:solidFill>
          </p:spPr>
          <p:txBody>
            <a:bodyPr/>
            <a:lstStyle/>
            <a:p>
              <a:endParaRPr lang="en-US">
                <a:latin typeface="Arial" panose="020B0604020202020204" pitchFamily="34" charset="0"/>
                <a:cs typeface="Arial" panose="020B0604020202020204" pitchFamily="34" charset="0"/>
              </a:endParaRPr>
            </a:p>
          </p:txBody>
        </p:sp>
        <p:sp>
          <p:nvSpPr>
            <p:cNvPr id="59" name="TextBox 9">
              <a:extLst>
                <a:ext uri="{FF2B5EF4-FFF2-40B4-BE49-F238E27FC236}">
                  <a16:creationId xmlns:a16="http://schemas.microsoft.com/office/drawing/2014/main" id="{85DFC85D-529E-5F42-AF09-B555D4449B12}"/>
                </a:ext>
              </a:extLst>
            </p:cNvPr>
            <p:cNvSpPr txBox="1"/>
            <p:nvPr/>
          </p:nvSpPr>
          <p:spPr>
            <a:xfrm>
              <a:off x="-40874" y="-35025"/>
              <a:ext cx="444761" cy="420125"/>
            </a:xfrm>
            <a:prstGeom prst="rect">
              <a:avLst/>
            </a:prstGeom>
          </p:spPr>
          <p:txBody>
            <a:bodyPr lIns="50800" tIns="50800" rIns="50800" bIns="50800" rtlCol="0" anchor="ctr"/>
            <a:lstStyle/>
            <a:p>
              <a:pPr algn="ctr">
                <a:lnSpc>
                  <a:spcPts val="3250"/>
                </a:lnSpc>
              </a:pPr>
              <a:r>
                <a:rPr lang="en-US" sz="2000" spc="50">
                  <a:solidFill>
                    <a:srgbClr val="FFFFFF"/>
                  </a:solidFill>
                  <a:latin typeface="Arial" panose="020B0604020202020204" pitchFamily="34" charset="0"/>
                  <a:cs typeface="Arial" panose="020B0604020202020204" pitchFamily="34" charset="0"/>
                </a:rPr>
                <a:t>--</a:t>
              </a:r>
            </a:p>
          </p:txBody>
        </p:sp>
      </p:grpSp>
      <p:grpSp>
        <p:nvGrpSpPr>
          <p:cNvPr id="60" name="Group 7">
            <a:extLst>
              <a:ext uri="{FF2B5EF4-FFF2-40B4-BE49-F238E27FC236}">
                <a16:creationId xmlns:a16="http://schemas.microsoft.com/office/drawing/2014/main" id="{C83C6DB7-6361-6341-9A43-64AE470944DF}"/>
              </a:ext>
            </a:extLst>
          </p:cNvPr>
          <p:cNvGrpSpPr/>
          <p:nvPr/>
        </p:nvGrpSpPr>
        <p:grpSpPr>
          <a:xfrm>
            <a:off x="9518881" y="5720431"/>
            <a:ext cx="6826519" cy="579651"/>
            <a:chOff x="-163940" y="-22113"/>
            <a:chExt cx="608701" cy="441331"/>
          </a:xfrm>
        </p:grpSpPr>
        <p:sp>
          <p:nvSpPr>
            <p:cNvPr id="61" name="Freeform 8">
              <a:extLst>
                <a:ext uri="{FF2B5EF4-FFF2-40B4-BE49-F238E27FC236}">
                  <a16:creationId xmlns:a16="http://schemas.microsoft.com/office/drawing/2014/main" id="{CC4FF73A-1254-9E48-BC6C-F76FDDE1E713}"/>
                </a:ext>
              </a:extLst>
            </p:cNvPr>
            <p:cNvSpPr/>
            <p:nvPr/>
          </p:nvSpPr>
          <p:spPr>
            <a:xfrm>
              <a:off x="0" y="0"/>
              <a:ext cx="444761" cy="419218"/>
            </a:xfrm>
            <a:custGeom>
              <a:avLst/>
              <a:gdLst/>
              <a:ahLst/>
              <a:cxnLst/>
              <a:rect l="l" t="t" r="r" b="b"/>
              <a:pathLst>
                <a:path w="444761" h="419218">
                  <a:moveTo>
                    <a:pt x="0" y="0"/>
                  </a:moveTo>
                  <a:lnTo>
                    <a:pt x="444761" y="0"/>
                  </a:lnTo>
                  <a:lnTo>
                    <a:pt x="444761" y="419218"/>
                  </a:lnTo>
                  <a:lnTo>
                    <a:pt x="0" y="419218"/>
                  </a:lnTo>
                  <a:close/>
                </a:path>
              </a:pathLst>
            </a:custGeom>
            <a:solidFill>
              <a:srgbClr val="2D8BBA"/>
            </a:solidFill>
          </p:spPr>
          <p:txBody>
            <a:bodyPr/>
            <a:lstStyle/>
            <a:p>
              <a:endParaRPr lang="en-US">
                <a:latin typeface="Arial" panose="020B0604020202020204" pitchFamily="34" charset="0"/>
                <a:cs typeface="Arial" panose="020B0604020202020204" pitchFamily="34" charset="0"/>
              </a:endParaRPr>
            </a:p>
          </p:txBody>
        </p:sp>
        <p:sp>
          <p:nvSpPr>
            <p:cNvPr id="62" name="TextBox 9">
              <a:extLst>
                <a:ext uri="{FF2B5EF4-FFF2-40B4-BE49-F238E27FC236}">
                  <a16:creationId xmlns:a16="http://schemas.microsoft.com/office/drawing/2014/main" id="{E8B7FA04-D7C3-BA48-99BA-C95EF394C250}"/>
                </a:ext>
              </a:extLst>
            </p:cNvPr>
            <p:cNvSpPr txBox="1"/>
            <p:nvPr/>
          </p:nvSpPr>
          <p:spPr>
            <a:xfrm>
              <a:off x="-163940" y="-22113"/>
              <a:ext cx="444761" cy="420125"/>
            </a:xfrm>
            <a:prstGeom prst="rect">
              <a:avLst/>
            </a:prstGeom>
          </p:spPr>
          <p:txBody>
            <a:bodyPr lIns="50800" tIns="50800" rIns="50800" bIns="50800" rtlCol="0" anchor="ctr"/>
            <a:lstStyle/>
            <a:p>
              <a:pPr algn="ctr">
                <a:lnSpc>
                  <a:spcPts val="3250"/>
                </a:lnSpc>
              </a:pPr>
              <a:r>
                <a:rPr lang="en-US" sz="2000" spc="50">
                  <a:solidFill>
                    <a:srgbClr val="FFFFFF"/>
                  </a:solidFill>
                  <a:latin typeface="Arial" panose="020B0604020202020204" pitchFamily="34" charset="0"/>
                  <a:cs typeface="Arial" panose="020B0604020202020204" pitchFamily="34" charset="0"/>
                </a:rPr>
                <a:t>--</a:t>
              </a:r>
            </a:p>
          </p:txBody>
        </p:sp>
      </p:grpSp>
      <p:grpSp>
        <p:nvGrpSpPr>
          <p:cNvPr id="63" name="Group 7">
            <a:extLst>
              <a:ext uri="{FF2B5EF4-FFF2-40B4-BE49-F238E27FC236}">
                <a16:creationId xmlns:a16="http://schemas.microsoft.com/office/drawing/2014/main" id="{9DD97540-974E-D540-8272-F0E573DFC886}"/>
              </a:ext>
            </a:extLst>
          </p:cNvPr>
          <p:cNvGrpSpPr/>
          <p:nvPr/>
        </p:nvGrpSpPr>
        <p:grpSpPr>
          <a:xfrm>
            <a:off x="13468351" y="5687633"/>
            <a:ext cx="4267050" cy="612449"/>
            <a:chOff x="-433413" y="137613"/>
            <a:chExt cx="810133" cy="419218"/>
          </a:xfrm>
        </p:grpSpPr>
        <p:sp>
          <p:nvSpPr>
            <p:cNvPr id="64" name="Freeform 8">
              <a:extLst>
                <a:ext uri="{FF2B5EF4-FFF2-40B4-BE49-F238E27FC236}">
                  <a16:creationId xmlns:a16="http://schemas.microsoft.com/office/drawing/2014/main" id="{E365C8E5-887A-F94B-92E7-4F133062AFCA}"/>
                </a:ext>
              </a:extLst>
            </p:cNvPr>
            <p:cNvSpPr/>
            <p:nvPr/>
          </p:nvSpPr>
          <p:spPr>
            <a:xfrm>
              <a:off x="-68041" y="137613"/>
              <a:ext cx="444761" cy="419218"/>
            </a:xfrm>
            <a:custGeom>
              <a:avLst/>
              <a:gdLst/>
              <a:ahLst/>
              <a:cxnLst/>
              <a:rect l="l" t="t" r="r" b="b"/>
              <a:pathLst>
                <a:path w="444761" h="419218">
                  <a:moveTo>
                    <a:pt x="0" y="0"/>
                  </a:moveTo>
                  <a:lnTo>
                    <a:pt x="444761" y="0"/>
                  </a:lnTo>
                  <a:lnTo>
                    <a:pt x="444761" y="419218"/>
                  </a:lnTo>
                  <a:lnTo>
                    <a:pt x="0" y="419218"/>
                  </a:lnTo>
                  <a:close/>
                </a:path>
              </a:pathLst>
            </a:custGeom>
            <a:solidFill>
              <a:srgbClr val="2D8BBA"/>
            </a:solidFill>
          </p:spPr>
          <p:txBody>
            <a:bodyPr/>
            <a:lstStyle/>
            <a:p>
              <a:endParaRPr lang="en-US">
                <a:latin typeface="Arial" panose="020B0604020202020204" pitchFamily="34" charset="0"/>
                <a:cs typeface="Arial" panose="020B0604020202020204" pitchFamily="34" charset="0"/>
              </a:endParaRPr>
            </a:p>
          </p:txBody>
        </p:sp>
        <p:sp>
          <p:nvSpPr>
            <p:cNvPr id="65" name="TextBox 9">
              <a:extLst>
                <a:ext uri="{FF2B5EF4-FFF2-40B4-BE49-F238E27FC236}">
                  <a16:creationId xmlns:a16="http://schemas.microsoft.com/office/drawing/2014/main" id="{82922F79-0027-6A47-8F76-64A5C474B536}"/>
                </a:ext>
              </a:extLst>
            </p:cNvPr>
            <p:cNvSpPr txBox="1"/>
            <p:nvPr/>
          </p:nvSpPr>
          <p:spPr>
            <a:xfrm>
              <a:off x="-433413" y="141424"/>
              <a:ext cx="797905" cy="413713"/>
            </a:xfrm>
            <a:prstGeom prst="rect">
              <a:avLst/>
            </a:prstGeom>
          </p:spPr>
          <p:txBody>
            <a:bodyPr lIns="50800" tIns="50800" rIns="50800" bIns="50800" rtlCol="0" anchor="ctr"/>
            <a:lstStyle/>
            <a:p>
              <a:pPr algn="ctr">
                <a:lnSpc>
                  <a:spcPts val="3250"/>
                </a:lnSpc>
              </a:pPr>
              <a:r>
                <a:rPr lang="en-US" sz="2000" spc="50">
                  <a:solidFill>
                    <a:srgbClr val="FFFFFF"/>
                  </a:solidFill>
                  <a:latin typeface="Arial" panose="020B0604020202020204" pitchFamily="34" charset="0"/>
                  <a:cs typeface="Arial" panose="020B0604020202020204" pitchFamily="34" charset="0"/>
                </a:rPr>
                <a:t>--</a:t>
              </a:r>
            </a:p>
          </p:txBody>
        </p:sp>
      </p:grpSp>
      <p:sp>
        <p:nvSpPr>
          <p:cNvPr id="66" name="Freeform 17">
            <a:extLst>
              <a:ext uri="{FF2B5EF4-FFF2-40B4-BE49-F238E27FC236}">
                <a16:creationId xmlns:a16="http://schemas.microsoft.com/office/drawing/2014/main" id="{0DD9E249-7CB9-D748-89DD-1025C6C1A662}"/>
              </a:ext>
            </a:extLst>
          </p:cNvPr>
          <p:cNvSpPr/>
          <p:nvPr/>
        </p:nvSpPr>
        <p:spPr>
          <a:xfrm>
            <a:off x="6898817" y="3319601"/>
            <a:ext cx="10841040" cy="950442"/>
          </a:xfrm>
          <a:custGeom>
            <a:avLst/>
            <a:gdLst/>
            <a:ahLst/>
            <a:cxnLst/>
            <a:rect l="l" t="t" r="r" b="b"/>
            <a:pathLst>
              <a:path w="1583807" h="419218">
                <a:moveTo>
                  <a:pt x="0" y="0"/>
                </a:moveTo>
                <a:lnTo>
                  <a:pt x="1583807" y="0"/>
                </a:lnTo>
                <a:lnTo>
                  <a:pt x="1583807" y="419218"/>
                </a:lnTo>
                <a:lnTo>
                  <a:pt x="0" y="419218"/>
                </a:ln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67" name="TextBox 18">
            <a:extLst>
              <a:ext uri="{FF2B5EF4-FFF2-40B4-BE49-F238E27FC236}">
                <a16:creationId xmlns:a16="http://schemas.microsoft.com/office/drawing/2014/main" id="{C9DC916A-D532-2647-810F-2D86D4B13D39}"/>
              </a:ext>
            </a:extLst>
          </p:cNvPr>
          <p:cNvSpPr txBox="1"/>
          <p:nvPr/>
        </p:nvSpPr>
        <p:spPr>
          <a:xfrm>
            <a:off x="6898817" y="3276411"/>
            <a:ext cx="10841040" cy="993632"/>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a:t>
            </a:r>
            <a:endParaRPr lang="en-US" sz="2500" spc="50">
              <a:solidFill>
                <a:srgbClr val="FFFFFF"/>
              </a:solidFill>
              <a:latin typeface="Arial" panose="020B0604020202020204" pitchFamily="34" charset="0"/>
              <a:cs typeface="Arial" panose="020B0604020202020204" pitchFamily="34" charset="0"/>
            </a:endParaRPr>
          </a:p>
        </p:txBody>
      </p:sp>
      <p:sp>
        <p:nvSpPr>
          <p:cNvPr id="68" name="Freeform 17">
            <a:extLst>
              <a:ext uri="{FF2B5EF4-FFF2-40B4-BE49-F238E27FC236}">
                <a16:creationId xmlns:a16="http://schemas.microsoft.com/office/drawing/2014/main" id="{53552174-743E-A04A-91CD-B2307A2991D8}"/>
              </a:ext>
            </a:extLst>
          </p:cNvPr>
          <p:cNvSpPr/>
          <p:nvPr/>
        </p:nvSpPr>
        <p:spPr>
          <a:xfrm>
            <a:off x="6889449" y="4795072"/>
            <a:ext cx="10841039" cy="959810"/>
          </a:xfrm>
          <a:custGeom>
            <a:avLst/>
            <a:gdLst/>
            <a:ahLst/>
            <a:cxnLst/>
            <a:rect l="l" t="t" r="r" b="b"/>
            <a:pathLst>
              <a:path w="1583807" h="419218">
                <a:moveTo>
                  <a:pt x="0" y="0"/>
                </a:moveTo>
                <a:lnTo>
                  <a:pt x="1583807" y="0"/>
                </a:lnTo>
                <a:lnTo>
                  <a:pt x="1583807" y="419218"/>
                </a:lnTo>
                <a:lnTo>
                  <a:pt x="0" y="419218"/>
                </a:ln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69" name="TextBox 18">
            <a:extLst>
              <a:ext uri="{FF2B5EF4-FFF2-40B4-BE49-F238E27FC236}">
                <a16:creationId xmlns:a16="http://schemas.microsoft.com/office/drawing/2014/main" id="{DEC9E554-EBDC-7941-9FE7-27B703350A27}"/>
              </a:ext>
            </a:extLst>
          </p:cNvPr>
          <p:cNvSpPr txBox="1"/>
          <p:nvPr/>
        </p:nvSpPr>
        <p:spPr>
          <a:xfrm>
            <a:off x="6898817" y="4770618"/>
            <a:ext cx="10766089" cy="984264"/>
          </a:xfrm>
          <a:prstGeom prst="rect">
            <a:avLst/>
          </a:prstGeom>
        </p:spPr>
        <p:txBody>
          <a:bodyPr lIns="50800" tIns="50800" rIns="50800" bIns="50800" rtlCol="0" anchor="ctr"/>
          <a:lstStyle/>
          <a:p>
            <a:pPr algn="ctr">
              <a:lnSpc>
                <a:spcPts val="3250"/>
              </a:lnSpc>
            </a:pPr>
            <a:r>
              <a:rPr lang="en-US" sz="2500" b="1" spc="50">
                <a:solidFill>
                  <a:srgbClr val="FFFFFF"/>
                </a:solidFill>
                <a:latin typeface="Arial" panose="020B0604020202020204" pitchFamily="34" charset="0"/>
                <a:cs typeface="Arial" panose="020B0604020202020204" pitchFamily="34" charset="0"/>
              </a:rPr>
              <a:t>--</a:t>
            </a:r>
            <a:endParaRPr lang="en-US" sz="2500" spc="50">
              <a:solidFill>
                <a:srgbClr val="FFFFFF"/>
              </a:solidFill>
              <a:latin typeface="Arial" panose="020B0604020202020204" pitchFamily="34" charset="0"/>
              <a:cs typeface="Arial" panose="020B0604020202020204" pitchFamily="34" charset="0"/>
            </a:endParaRPr>
          </a:p>
        </p:txBody>
      </p:sp>
      <p:sp>
        <p:nvSpPr>
          <p:cNvPr id="70" name="Freeform 17">
            <a:extLst>
              <a:ext uri="{FF2B5EF4-FFF2-40B4-BE49-F238E27FC236}">
                <a16:creationId xmlns:a16="http://schemas.microsoft.com/office/drawing/2014/main" id="{DD06DE02-EA02-5644-AF4C-C8DA340192EA}"/>
              </a:ext>
            </a:extLst>
          </p:cNvPr>
          <p:cNvSpPr/>
          <p:nvPr/>
        </p:nvSpPr>
        <p:spPr>
          <a:xfrm>
            <a:off x="6898817" y="6809246"/>
            <a:ext cx="10831671" cy="959810"/>
          </a:xfrm>
          <a:custGeom>
            <a:avLst/>
            <a:gdLst/>
            <a:ahLst/>
            <a:cxnLst/>
            <a:rect l="l" t="t" r="r" b="b"/>
            <a:pathLst>
              <a:path w="1583807" h="419218">
                <a:moveTo>
                  <a:pt x="0" y="0"/>
                </a:moveTo>
                <a:lnTo>
                  <a:pt x="1583807" y="0"/>
                </a:lnTo>
                <a:lnTo>
                  <a:pt x="1583807" y="419218"/>
                </a:lnTo>
                <a:lnTo>
                  <a:pt x="0" y="419218"/>
                </a:lnTo>
                <a:close/>
              </a:path>
            </a:pathLst>
          </a:custGeom>
          <a:solidFill>
            <a:srgbClr val="263F6B"/>
          </a:solidFill>
        </p:spPr>
        <p:txBody>
          <a:bodyPr/>
          <a:lstStyle/>
          <a:p>
            <a:endParaRPr lang="en-US">
              <a:latin typeface="Arial" panose="020B0604020202020204" pitchFamily="34" charset="0"/>
              <a:cs typeface="Arial" panose="020B0604020202020204" pitchFamily="34" charset="0"/>
            </a:endParaRPr>
          </a:p>
        </p:txBody>
      </p:sp>
      <p:sp>
        <p:nvSpPr>
          <p:cNvPr id="71" name="TextBox 18">
            <a:extLst>
              <a:ext uri="{FF2B5EF4-FFF2-40B4-BE49-F238E27FC236}">
                <a16:creationId xmlns:a16="http://schemas.microsoft.com/office/drawing/2014/main" id="{36B796CB-6111-314F-AA54-E1AC242BF4B9}"/>
              </a:ext>
            </a:extLst>
          </p:cNvPr>
          <p:cNvSpPr txBox="1"/>
          <p:nvPr/>
        </p:nvSpPr>
        <p:spPr>
          <a:xfrm>
            <a:off x="6898817" y="6784792"/>
            <a:ext cx="10831671" cy="984264"/>
          </a:xfrm>
          <a:prstGeom prst="rect">
            <a:avLst/>
          </a:prstGeom>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cxnSp>
        <p:nvCxnSpPr>
          <p:cNvPr id="72" name="Straight Arrow Connector 71">
            <a:extLst>
              <a:ext uri="{FF2B5EF4-FFF2-40B4-BE49-F238E27FC236}">
                <a16:creationId xmlns:a16="http://schemas.microsoft.com/office/drawing/2014/main" id="{EF40B0BE-EDFD-A144-A5CB-3FFB1433A476}"/>
              </a:ext>
            </a:extLst>
          </p:cNvPr>
          <p:cNvCxnSpPr/>
          <p:nvPr/>
        </p:nvCxnSpPr>
        <p:spPr>
          <a:xfrm>
            <a:off x="10401300" y="6039697"/>
            <a:ext cx="381000" cy="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6927933-8B5D-C14D-A961-B7752EB6FC4A}"/>
              </a:ext>
            </a:extLst>
          </p:cNvPr>
          <p:cNvCxnSpPr>
            <a:cxnSpLocks/>
          </p:cNvCxnSpPr>
          <p:nvPr/>
        </p:nvCxnSpPr>
        <p:spPr>
          <a:xfrm>
            <a:off x="13201651" y="6039697"/>
            <a:ext cx="266700" cy="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1E34A107-6EC0-E615-717F-F590C0AEA2AA}"/>
              </a:ext>
            </a:extLst>
          </p:cNvPr>
          <p:cNvSpPr>
            <a:spLocks noGrp="1"/>
          </p:cNvSpPr>
          <p:nvPr>
            <p:ph type="sldNum" sz="quarter" idx="12"/>
          </p:nvPr>
        </p:nvSpPr>
        <p:spPr/>
        <p:txBody>
          <a:bodyPr/>
          <a:lstStyle/>
          <a:p>
            <a:fld id="{B6F15528-21DE-4FAA-801E-634DDDAF4B2B}" type="slidenum">
              <a:rPr lang="en-US" smtClean="0"/>
              <a:pPr/>
              <a:t>70</a:t>
            </a:fld>
            <a:endParaRPr lang="en-US"/>
          </a:p>
        </p:txBody>
      </p:sp>
      <p:sp>
        <p:nvSpPr>
          <p:cNvPr id="18" name="Text Placeholder 17">
            <a:extLst>
              <a:ext uri="{FF2B5EF4-FFF2-40B4-BE49-F238E27FC236}">
                <a16:creationId xmlns:a16="http://schemas.microsoft.com/office/drawing/2014/main" id="{C99FF7A3-FD1F-583A-D8FF-994FB5711D9F}"/>
              </a:ext>
            </a:extLst>
          </p:cNvPr>
          <p:cNvSpPr>
            <a:spLocks noGrp="1"/>
          </p:cNvSpPr>
          <p:nvPr>
            <p:ph type="body" sz="quarter" idx="15"/>
          </p:nvPr>
        </p:nvSpPr>
        <p:spPr/>
        <p:txBody>
          <a:bodyPr/>
          <a:lstStyle/>
          <a:p>
            <a:endParaRPr lang="en-US"/>
          </a:p>
        </p:txBody>
      </p:sp>
      <p:sp>
        <p:nvSpPr>
          <p:cNvPr id="16" name="Text Placeholder 15">
            <a:extLst>
              <a:ext uri="{FF2B5EF4-FFF2-40B4-BE49-F238E27FC236}">
                <a16:creationId xmlns:a16="http://schemas.microsoft.com/office/drawing/2014/main" id="{4FA4D303-FF71-7D54-80DE-5A74158DB5BB}"/>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A5026120-08A0-ADE2-3942-34326E871E5F}"/>
              </a:ext>
            </a:extLst>
          </p:cNvPr>
          <p:cNvSpPr>
            <a:spLocks noGrp="1"/>
          </p:cNvSpPr>
          <p:nvPr>
            <p:ph type="body" sz="quarter" idx="14"/>
          </p:nvPr>
        </p:nvSpPr>
        <p:spPr/>
        <p:txBody>
          <a:bodyPr/>
          <a:lstStyle/>
          <a:p>
            <a:endParaRPr lang="en-US"/>
          </a:p>
        </p:txBody>
      </p:sp>
      <p:sp>
        <p:nvSpPr>
          <p:cNvPr id="19" name="Text Placeholder 18">
            <a:extLst>
              <a:ext uri="{FF2B5EF4-FFF2-40B4-BE49-F238E27FC236}">
                <a16:creationId xmlns:a16="http://schemas.microsoft.com/office/drawing/2014/main" id="{53DEC7A0-7B42-7341-22E2-B674DB960BA2}"/>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3960071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FFDC-72DE-0487-0D77-DBA37F0CE600}"/>
            </a:ext>
          </a:extLst>
        </p:cNvPr>
        <p:cNvGrpSpPr/>
        <p:nvPr/>
      </p:nvGrpSpPr>
      <p:grpSpPr>
        <a:xfrm>
          <a:off x="0" y="0"/>
          <a:ext cx="0" cy="0"/>
          <a:chOff x="0" y="0"/>
          <a:chExt cx="0" cy="0"/>
        </a:xfrm>
      </p:grpSpPr>
      <p:sp>
        <p:nvSpPr>
          <p:cNvPr id="43" name="Freeform 5">
            <a:extLst>
              <a:ext uri="{FF2B5EF4-FFF2-40B4-BE49-F238E27FC236}">
                <a16:creationId xmlns:a16="http://schemas.microsoft.com/office/drawing/2014/main" id="{155E340A-A9FE-B575-E784-C0DD544D5E4B}"/>
              </a:ext>
            </a:extLst>
          </p:cNvPr>
          <p:cNvSpPr/>
          <p:nvPr/>
        </p:nvSpPr>
        <p:spPr>
          <a:xfrm>
            <a:off x="10469880" y="1797105"/>
            <a:ext cx="7170419" cy="1557445"/>
          </a:xfrm>
          <a:custGeom>
            <a:avLst/>
            <a:gdLst/>
            <a:ahLst/>
            <a:cxnLst/>
            <a:rect l="l" t="t" r="r" b="b"/>
            <a:pathLst>
              <a:path w="1019711" h="679359">
                <a:moveTo>
                  <a:pt x="0" y="0"/>
                </a:moveTo>
                <a:lnTo>
                  <a:pt x="1019711" y="0"/>
                </a:lnTo>
                <a:lnTo>
                  <a:pt x="1019711" y="679359"/>
                </a:lnTo>
                <a:lnTo>
                  <a:pt x="0" y="679359"/>
                </a:lnTo>
                <a:close/>
              </a:path>
            </a:pathLst>
          </a:custGeom>
          <a:solidFill>
            <a:srgbClr val="2A8BBB"/>
          </a:solidFill>
        </p:spPr>
        <p:txBody>
          <a:bodyPr/>
          <a:lstStyle/>
          <a:p>
            <a:endParaRPr lang="en-US">
              <a:latin typeface="Arial" panose="020B0604020202020204" pitchFamily="34" charset="0"/>
              <a:cs typeface="Arial" panose="020B0604020202020204" pitchFamily="34" charset="0"/>
            </a:endParaRPr>
          </a:p>
        </p:txBody>
      </p:sp>
      <p:sp>
        <p:nvSpPr>
          <p:cNvPr id="44" name="TextBox 9">
            <a:extLst>
              <a:ext uri="{FF2B5EF4-FFF2-40B4-BE49-F238E27FC236}">
                <a16:creationId xmlns:a16="http://schemas.microsoft.com/office/drawing/2014/main" id="{7BA3E886-C5DC-4C5C-BBF0-9921D4F36E41}"/>
              </a:ext>
            </a:extLst>
          </p:cNvPr>
          <p:cNvSpPr txBox="1"/>
          <p:nvPr/>
        </p:nvSpPr>
        <p:spPr>
          <a:xfrm>
            <a:off x="12536142" y="2067790"/>
            <a:ext cx="4890829" cy="1058791"/>
          </a:xfrm>
          <a:prstGeom prst="rect">
            <a:avLst/>
          </a:prstGeom>
        </p:spPr>
        <p:txBody>
          <a:bodyPr lIns="50800" tIns="50800" rIns="50800" bIns="50800" rtlCol="0" anchor="ctr"/>
          <a:lstStyle/>
          <a:p>
            <a:pPr algn="ctr">
              <a:lnSpc>
                <a:spcPts val="3250"/>
              </a:lnSpc>
            </a:pPr>
            <a:r>
              <a:rPr lang="en-US" sz="2400" spc="50">
                <a:solidFill>
                  <a:schemeClr val="bg1"/>
                </a:solidFill>
                <a:latin typeface="Arial" panose="020B0604020202020204" pitchFamily="34" charset="0"/>
                <a:cs typeface="Arial" panose="020B0604020202020204" pitchFamily="34" charset="0"/>
              </a:rPr>
              <a:t>--</a:t>
            </a:r>
          </a:p>
        </p:txBody>
      </p:sp>
      <p:sp>
        <p:nvSpPr>
          <p:cNvPr id="45" name="TextBox 44">
            <a:extLst>
              <a:ext uri="{FF2B5EF4-FFF2-40B4-BE49-F238E27FC236}">
                <a16:creationId xmlns:a16="http://schemas.microsoft.com/office/drawing/2014/main" id="{A625ED07-63FE-6C86-77F2-A65FE931EB14}"/>
              </a:ext>
            </a:extLst>
          </p:cNvPr>
          <p:cNvSpPr txBox="1"/>
          <p:nvPr/>
        </p:nvSpPr>
        <p:spPr>
          <a:xfrm>
            <a:off x="10790529" y="2119617"/>
            <a:ext cx="27484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400">
                <a:solidFill>
                  <a:schemeClr val="bg1"/>
                </a:solidFill>
                <a:latin typeface="Arial" panose="020B0604020202020204" pitchFamily="34" charset="0"/>
                <a:ea typeface="Calibri"/>
                <a:cs typeface="Arial" panose="020B0604020202020204" pitchFamily="34" charset="0"/>
              </a:rPr>
              <a:t>xx</a:t>
            </a:r>
          </a:p>
        </p:txBody>
      </p:sp>
      <p:sp>
        <p:nvSpPr>
          <p:cNvPr id="46" name="Freeform 5">
            <a:extLst>
              <a:ext uri="{FF2B5EF4-FFF2-40B4-BE49-F238E27FC236}">
                <a16:creationId xmlns:a16="http://schemas.microsoft.com/office/drawing/2014/main" id="{1F9B7766-4E6D-CD14-9AB5-04F86A6CD143}"/>
              </a:ext>
            </a:extLst>
          </p:cNvPr>
          <p:cNvSpPr/>
          <p:nvPr/>
        </p:nvSpPr>
        <p:spPr>
          <a:xfrm>
            <a:off x="10469880" y="3540749"/>
            <a:ext cx="7170419" cy="1297954"/>
          </a:xfrm>
          <a:custGeom>
            <a:avLst/>
            <a:gdLst/>
            <a:ahLst/>
            <a:cxnLst/>
            <a:rect l="l" t="t" r="r" b="b"/>
            <a:pathLst>
              <a:path w="1019711" h="679359">
                <a:moveTo>
                  <a:pt x="0" y="0"/>
                </a:moveTo>
                <a:lnTo>
                  <a:pt x="1019711" y="0"/>
                </a:lnTo>
                <a:lnTo>
                  <a:pt x="1019711" y="679359"/>
                </a:lnTo>
                <a:lnTo>
                  <a:pt x="0" y="679359"/>
                </a:lnTo>
                <a:close/>
              </a:path>
            </a:pathLst>
          </a:custGeom>
          <a:solidFill>
            <a:srgbClr val="2A8BBB"/>
          </a:solidFill>
        </p:spPr>
        <p:txBody>
          <a:bodyPr/>
          <a:lstStyle/>
          <a:p>
            <a:endParaRPr lang="en-US">
              <a:latin typeface="Arial" panose="020B0604020202020204" pitchFamily="34" charset="0"/>
              <a:cs typeface="Arial" panose="020B0604020202020204" pitchFamily="34" charset="0"/>
            </a:endParaRPr>
          </a:p>
        </p:txBody>
      </p:sp>
      <p:sp>
        <p:nvSpPr>
          <p:cNvPr id="47" name="TextBox 9">
            <a:extLst>
              <a:ext uri="{FF2B5EF4-FFF2-40B4-BE49-F238E27FC236}">
                <a16:creationId xmlns:a16="http://schemas.microsoft.com/office/drawing/2014/main" id="{691F941B-8C10-3BBA-0084-01917C916DF6}"/>
              </a:ext>
            </a:extLst>
          </p:cNvPr>
          <p:cNvSpPr txBox="1"/>
          <p:nvPr/>
        </p:nvSpPr>
        <p:spPr>
          <a:xfrm>
            <a:off x="12536142" y="3588974"/>
            <a:ext cx="4890829" cy="1196628"/>
          </a:xfrm>
          <a:prstGeom prst="rect">
            <a:avLst/>
          </a:prstGeom>
        </p:spPr>
        <p:txBody>
          <a:bodyPr lIns="50800" tIns="50800" rIns="50800" bIns="50800" rtlCol="0" anchor="ctr"/>
          <a:lstStyle/>
          <a:p>
            <a:pPr algn="ctr">
              <a:lnSpc>
                <a:spcPts val="3250"/>
              </a:lnSpc>
            </a:pPr>
            <a:r>
              <a:rPr lang="en-US" sz="2400" spc="50">
                <a:solidFill>
                  <a:schemeClr val="bg1"/>
                </a:solidFill>
                <a:latin typeface="Arial" panose="020B0604020202020204" pitchFamily="34" charset="0"/>
                <a:cs typeface="Arial" panose="020B0604020202020204" pitchFamily="34" charset="0"/>
              </a:rPr>
              <a:t>--</a:t>
            </a:r>
          </a:p>
        </p:txBody>
      </p:sp>
      <p:sp>
        <p:nvSpPr>
          <p:cNvPr id="48" name="TextBox 47">
            <a:extLst>
              <a:ext uri="{FF2B5EF4-FFF2-40B4-BE49-F238E27FC236}">
                <a16:creationId xmlns:a16="http://schemas.microsoft.com/office/drawing/2014/main" id="{F49736F0-F835-CBE1-989B-9C52DC021212}"/>
              </a:ext>
            </a:extLst>
          </p:cNvPr>
          <p:cNvSpPr txBox="1"/>
          <p:nvPr/>
        </p:nvSpPr>
        <p:spPr>
          <a:xfrm>
            <a:off x="10790529" y="3751749"/>
            <a:ext cx="27484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400">
                <a:solidFill>
                  <a:schemeClr val="bg1"/>
                </a:solidFill>
                <a:latin typeface="Arial" panose="020B0604020202020204" pitchFamily="34" charset="0"/>
                <a:ea typeface="Calibri"/>
                <a:cs typeface="Arial" panose="020B0604020202020204" pitchFamily="34" charset="0"/>
              </a:rPr>
              <a:t>xx%</a:t>
            </a:r>
          </a:p>
        </p:txBody>
      </p:sp>
      <p:sp>
        <p:nvSpPr>
          <p:cNvPr id="49" name="Freeform 5">
            <a:extLst>
              <a:ext uri="{FF2B5EF4-FFF2-40B4-BE49-F238E27FC236}">
                <a16:creationId xmlns:a16="http://schemas.microsoft.com/office/drawing/2014/main" id="{9963272B-557F-D3AE-24E6-8B46E722E049}"/>
              </a:ext>
            </a:extLst>
          </p:cNvPr>
          <p:cNvSpPr/>
          <p:nvPr/>
        </p:nvSpPr>
        <p:spPr>
          <a:xfrm>
            <a:off x="10445317" y="6584582"/>
            <a:ext cx="7170419" cy="1325341"/>
          </a:xfrm>
          <a:custGeom>
            <a:avLst/>
            <a:gdLst/>
            <a:ahLst/>
            <a:cxnLst/>
            <a:rect l="l" t="t" r="r" b="b"/>
            <a:pathLst>
              <a:path w="1019711" h="679359">
                <a:moveTo>
                  <a:pt x="0" y="0"/>
                </a:moveTo>
                <a:lnTo>
                  <a:pt x="1019711" y="0"/>
                </a:lnTo>
                <a:lnTo>
                  <a:pt x="1019711" y="679359"/>
                </a:lnTo>
                <a:lnTo>
                  <a:pt x="0" y="679359"/>
                </a:lnTo>
                <a:close/>
              </a:path>
            </a:pathLst>
          </a:custGeom>
          <a:solidFill>
            <a:srgbClr val="2A8BBB"/>
          </a:solidFill>
        </p:spPr>
        <p:txBody>
          <a:bodyPr/>
          <a:lstStyle/>
          <a:p>
            <a:endParaRPr lang="en-US">
              <a:latin typeface="Arial" panose="020B0604020202020204" pitchFamily="34" charset="0"/>
              <a:cs typeface="Arial" panose="020B0604020202020204" pitchFamily="34" charset="0"/>
            </a:endParaRPr>
          </a:p>
        </p:txBody>
      </p:sp>
      <p:sp>
        <p:nvSpPr>
          <p:cNvPr id="50" name="TextBox 9">
            <a:extLst>
              <a:ext uri="{FF2B5EF4-FFF2-40B4-BE49-F238E27FC236}">
                <a16:creationId xmlns:a16="http://schemas.microsoft.com/office/drawing/2014/main" id="{C5A380DF-5D5C-2447-C25D-FEC7D8B19ACF}"/>
              </a:ext>
            </a:extLst>
          </p:cNvPr>
          <p:cNvSpPr txBox="1"/>
          <p:nvPr/>
        </p:nvSpPr>
        <p:spPr>
          <a:xfrm>
            <a:off x="12536142" y="6709838"/>
            <a:ext cx="4641393" cy="1055164"/>
          </a:xfrm>
          <a:prstGeom prst="rect">
            <a:avLst/>
          </a:prstGeom>
        </p:spPr>
        <p:txBody>
          <a:bodyPr lIns="50800" tIns="50800" rIns="50800" bIns="50800" rtlCol="0" anchor="ctr"/>
          <a:lstStyle/>
          <a:p>
            <a:pPr algn="ctr">
              <a:lnSpc>
                <a:spcPts val="3250"/>
              </a:lnSpc>
            </a:pPr>
            <a:r>
              <a:rPr lang="en-US" sz="2400" spc="50">
                <a:solidFill>
                  <a:schemeClr val="bg1"/>
                </a:solidFill>
                <a:latin typeface="Arial" panose="020B0604020202020204" pitchFamily="34" charset="0"/>
                <a:cs typeface="Arial" panose="020B0604020202020204" pitchFamily="34" charset="0"/>
              </a:rPr>
              <a:t>--</a:t>
            </a:r>
          </a:p>
        </p:txBody>
      </p:sp>
      <p:sp>
        <p:nvSpPr>
          <p:cNvPr id="51" name="TextBox 50">
            <a:extLst>
              <a:ext uri="{FF2B5EF4-FFF2-40B4-BE49-F238E27FC236}">
                <a16:creationId xmlns:a16="http://schemas.microsoft.com/office/drawing/2014/main" id="{8BC821B2-8048-C526-EB8D-714086688AB3}"/>
              </a:ext>
            </a:extLst>
          </p:cNvPr>
          <p:cNvSpPr txBox="1"/>
          <p:nvPr/>
        </p:nvSpPr>
        <p:spPr>
          <a:xfrm>
            <a:off x="10997066" y="6795283"/>
            <a:ext cx="27484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400">
                <a:solidFill>
                  <a:schemeClr val="bg1"/>
                </a:solidFill>
                <a:latin typeface="Arial" panose="020B0604020202020204" pitchFamily="34" charset="0"/>
                <a:ea typeface="Calibri"/>
                <a:cs typeface="Arial" panose="020B0604020202020204" pitchFamily="34" charset="0"/>
              </a:rPr>
              <a:t>xx</a:t>
            </a:r>
          </a:p>
        </p:txBody>
      </p:sp>
      <p:sp>
        <p:nvSpPr>
          <p:cNvPr id="61" name="TextBox 60">
            <a:extLst>
              <a:ext uri="{FF2B5EF4-FFF2-40B4-BE49-F238E27FC236}">
                <a16:creationId xmlns:a16="http://schemas.microsoft.com/office/drawing/2014/main" id="{0F047A74-2786-6438-E96B-C8BE4F7F5E15}"/>
              </a:ext>
            </a:extLst>
          </p:cNvPr>
          <p:cNvSpPr txBox="1"/>
          <p:nvPr/>
        </p:nvSpPr>
        <p:spPr>
          <a:xfrm>
            <a:off x="652613" y="1753571"/>
            <a:ext cx="4566917" cy="917401"/>
          </a:xfrm>
          <a:prstGeom prst="rect">
            <a:avLst/>
          </a:prstGeom>
          <a:solidFill>
            <a:srgbClr val="263E6C"/>
          </a:solidFill>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00">
                <a:solidFill>
                  <a:schemeClr val="bg1"/>
                </a:solidFill>
                <a:latin typeface="Arial" panose="020B0604020202020204" pitchFamily="34" charset="0"/>
                <a:ea typeface="Calibri"/>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62" name="Freeform 8">
            <a:extLst>
              <a:ext uri="{FF2B5EF4-FFF2-40B4-BE49-F238E27FC236}">
                <a16:creationId xmlns:a16="http://schemas.microsoft.com/office/drawing/2014/main" id="{DA8C0E44-7CDC-967E-6DE2-4E02856679B9}"/>
              </a:ext>
            </a:extLst>
          </p:cNvPr>
          <p:cNvSpPr/>
          <p:nvPr/>
        </p:nvSpPr>
        <p:spPr>
          <a:xfrm>
            <a:off x="652614" y="2920831"/>
            <a:ext cx="4566917" cy="2111019"/>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63" name="TextBox 9">
            <a:extLst>
              <a:ext uri="{FF2B5EF4-FFF2-40B4-BE49-F238E27FC236}">
                <a16:creationId xmlns:a16="http://schemas.microsoft.com/office/drawing/2014/main" id="{8D29C6E8-ACA8-035B-04E5-E6B695274AE5}"/>
              </a:ext>
            </a:extLst>
          </p:cNvPr>
          <p:cNvSpPr txBox="1"/>
          <p:nvPr/>
        </p:nvSpPr>
        <p:spPr>
          <a:xfrm>
            <a:off x="620351" y="3213644"/>
            <a:ext cx="4590694" cy="149409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b="1" dirty="0">
                <a:solidFill>
                  <a:srgbClr val="263E6B"/>
                </a:solidFill>
                <a:latin typeface="Arial" panose="020B0604020202020204" pitchFamily="34" charset="0"/>
                <a:ea typeface="Calibri"/>
                <a:cs typeface="Arial" panose="020B0604020202020204" pitchFamily="34" charset="0"/>
              </a:rPr>
              <a:t>xx% </a:t>
            </a:r>
            <a:r>
              <a:rPr lang="en-US" sz="2400" dirty="0">
                <a:solidFill>
                  <a:srgbClr val="263E6B"/>
                </a:solidFill>
                <a:latin typeface="Arial" panose="020B0604020202020204" pitchFamily="34" charset="0"/>
                <a:ea typeface="Calibri"/>
                <a:cs typeface="Arial" panose="020B0604020202020204" pitchFamily="34" charset="0"/>
              </a:rPr>
              <a:t>--</a:t>
            </a:r>
          </a:p>
        </p:txBody>
      </p:sp>
      <p:sp>
        <p:nvSpPr>
          <p:cNvPr id="64" name="Triangle 63">
            <a:extLst>
              <a:ext uri="{FF2B5EF4-FFF2-40B4-BE49-F238E27FC236}">
                <a16:creationId xmlns:a16="http://schemas.microsoft.com/office/drawing/2014/main" id="{FF3E1770-DC9A-211A-20AB-A3E0FC4D8775}"/>
              </a:ext>
            </a:extLst>
          </p:cNvPr>
          <p:cNvSpPr/>
          <p:nvPr/>
        </p:nvSpPr>
        <p:spPr>
          <a:xfrm rot="10800000">
            <a:off x="1102655" y="5324627"/>
            <a:ext cx="3778236" cy="280550"/>
          </a:xfrm>
          <a:prstGeom prst="triangle">
            <a:avLst/>
          </a:prstGeom>
          <a:solidFill>
            <a:srgbClr val="DFDD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7" name="Freeform 8">
            <a:extLst>
              <a:ext uri="{FF2B5EF4-FFF2-40B4-BE49-F238E27FC236}">
                <a16:creationId xmlns:a16="http://schemas.microsoft.com/office/drawing/2014/main" id="{CAFAEE9A-4F46-19A5-D284-4223A9BF38EA}"/>
              </a:ext>
            </a:extLst>
          </p:cNvPr>
          <p:cNvSpPr/>
          <p:nvPr/>
        </p:nvSpPr>
        <p:spPr>
          <a:xfrm>
            <a:off x="5115083" y="5778569"/>
            <a:ext cx="3715320" cy="1945203"/>
          </a:xfrm>
          <a:custGeom>
            <a:avLst/>
            <a:gdLst/>
            <a:ahLst/>
            <a:cxnLst/>
            <a:rect l="l" t="t" r="r" b="b"/>
            <a:pathLst>
              <a:path w="922696" h="376823">
                <a:moveTo>
                  <a:pt x="0" y="0"/>
                </a:moveTo>
                <a:lnTo>
                  <a:pt x="922696" y="0"/>
                </a:lnTo>
                <a:lnTo>
                  <a:pt x="922696" y="376823"/>
                </a:lnTo>
                <a:lnTo>
                  <a:pt x="0" y="376823"/>
                </a:lnTo>
                <a:close/>
              </a:path>
            </a:pathLst>
          </a:custGeom>
          <a:no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68" name="TextBox 9">
            <a:extLst>
              <a:ext uri="{FF2B5EF4-FFF2-40B4-BE49-F238E27FC236}">
                <a16:creationId xmlns:a16="http://schemas.microsoft.com/office/drawing/2014/main" id="{983556EC-6066-DB4C-0141-8DDC4D9DA764}"/>
              </a:ext>
            </a:extLst>
          </p:cNvPr>
          <p:cNvSpPr txBox="1"/>
          <p:nvPr/>
        </p:nvSpPr>
        <p:spPr>
          <a:xfrm>
            <a:off x="729761" y="6028314"/>
            <a:ext cx="4566917" cy="1813687"/>
          </a:xfrm>
          <a:prstGeom prst="rect">
            <a:avLst/>
          </a:prstGeom>
          <a:ln w="57150">
            <a:solidFill>
              <a:srgbClr val="00B050"/>
            </a:solidFill>
            <a:prstDash val="dash"/>
          </a:ln>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a:solidFill>
                  <a:srgbClr val="263E6B"/>
                </a:solidFill>
                <a:latin typeface="Arial" panose="020B0604020202020204" pitchFamily="34" charset="0"/>
                <a:ea typeface="Calibri"/>
                <a:cs typeface="Arial" panose="020B0604020202020204" pitchFamily="34" charset="0"/>
              </a:rPr>
              <a:t>--</a:t>
            </a:r>
          </a:p>
        </p:txBody>
      </p:sp>
      <p:sp>
        <p:nvSpPr>
          <p:cNvPr id="73" name="Freeform 5">
            <a:extLst>
              <a:ext uri="{FF2B5EF4-FFF2-40B4-BE49-F238E27FC236}">
                <a16:creationId xmlns:a16="http://schemas.microsoft.com/office/drawing/2014/main" id="{E3701F7F-4F66-77D8-8FB2-729372A71B3E}"/>
              </a:ext>
            </a:extLst>
          </p:cNvPr>
          <p:cNvSpPr/>
          <p:nvPr/>
        </p:nvSpPr>
        <p:spPr>
          <a:xfrm>
            <a:off x="10469880" y="5039709"/>
            <a:ext cx="7170419" cy="1381776"/>
          </a:xfrm>
          <a:custGeom>
            <a:avLst/>
            <a:gdLst/>
            <a:ahLst/>
            <a:cxnLst/>
            <a:rect l="l" t="t" r="r" b="b"/>
            <a:pathLst>
              <a:path w="1019711" h="679359">
                <a:moveTo>
                  <a:pt x="0" y="0"/>
                </a:moveTo>
                <a:lnTo>
                  <a:pt x="1019711" y="0"/>
                </a:lnTo>
                <a:lnTo>
                  <a:pt x="1019711" y="679359"/>
                </a:lnTo>
                <a:lnTo>
                  <a:pt x="0" y="679359"/>
                </a:lnTo>
                <a:close/>
              </a:path>
            </a:pathLst>
          </a:custGeom>
          <a:solidFill>
            <a:srgbClr val="2A8BBB"/>
          </a:solidFill>
        </p:spPr>
        <p:txBody>
          <a:bodyPr/>
          <a:lstStyle/>
          <a:p>
            <a:endParaRPr lang="en-US">
              <a:latin typeface="Arial" panose="020B0604020202020204" pitchFamily="34" charset="0"/>
              <a:cs typeface="Arial" panose="020B0604020202020204" pitchFamily="34" charset="0"/>
            </a:endParaRPr>
          </a:p>
        </p:txBody>
      </p:sp>
      <p:sp>
        <p:nvSpPr>
          <p:cNvPr id="74" name="TextBox 9">
            <a:extLst>
              <a:ext uri="{FF2B5EF4-FFF2-40B4-BE49-F238E27FC236}">
                <a16:creationId xmlns:a16="http://schemas.microsoft.com/office/drawing/2014/main" id="{A2619B04-E0BC-72BD-2C1F-F6C76DB1C70D}"/>
              </a:ext>
            </a:extLst>
          </p:cNvPr>
          <p:cNvSpPr txBox="1"/>
          <p:nvPr/>
        </p:nvSpPr>
        <p:spPr>
          <a:xfrm>
            <a:off x="12371294" y="5114060"/>
            <a:ext cx="5055677" cy="1196628"/>
          </a:xfrm>
          <a:prstGeom prst="rect">
            <a:avLst/>
          </a:prstGeom>
        </p:spPr>
        <p:txBody>
          <a:bodyPr lIns="50800" tIns="50800" rIns="50800" bIns="50800" rtlCol="0" anchor="ctr"/>
          <a:lstStyle/>
          <a:p>
            <a:pPr algn="ctr">
              <a:lnSpc>
                <a:spcPts val="3250"/>
              </a:lnSpc>
            </a:pPr>
            <a:r>
              <a:rPr lang="en-US" sz="2400" spc="50">
                <a:solidFill>
                  <a:schemeClr val="bg1"/>
                </a:solidFill>
                <a:latin typeface="Arial" panose="020B0604020202020204" pitchFamily="34" charset="0"/>
                <a:cs typeface="Arial" panose="020B0604020202020204" pitchFamily="34" charset="0"/>
              </a:rPr>
              <a:t>--</a:t>
            </a:r>
          </a:p>
        </p:txBody>
      </p:sp>
      <p:sp>
        <p:nvSpPr>
          <p:cNvPr id="75" name="TextBox 74">
            <a:extLst>
              <a:ext uri="{FF2B5EF4-FFF2-40B4-BE49-F238E27FC236}">
                <a16:creationId xmlns:a16="http://schemas.microsoft.com/office/drawing/2014/main" id="{8A7B2880-4DE4-B6A6-DAA5-7CD62F6A9AC8}"/>
              </a:ext>
            </a:extLst>
          </p:cNvPr>
          <p:cNvSpPr txBox="1"/>
          <p:nvPr/>
        </p:nvSpPr>
        <p:spPr>
          <a:xfrm>
            <a:off x="10944012" y="5305966"/>
            <a:ext cx="27484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400">
                <a:solidFill>
                  <a:schemeClr val="bg1"/>
                </a:solidFill>
                <a:latin typeface="Arial" panose="020B0604020202020204" pitchFamily="34" charset="0"/>
                <a:ea typeface="Calibri"/>
                <a:cs typeface="Arial" panose="020B0604020202020204" pitchFamily="34" charset="0"/>
              </a:rPr>
              <a:t>xx</a:t>
            </a:r>
          </a:p>
        </p:txBody>
      </p:sp>
      <p:sp>
        <p:nvSpPr>
          <p:cNvPr id="35" name="Freeform 34">
            <a:extLst>
              <a:ext uri="{FF2B5EF4-FFF2-40B4-BE49-F238E27FC236}">
                <a16:creationId xmlns:a16="http://schemas.microsoft.com/office/drawing/2014/main" id="{6228E067-89E3-7588-0ED3-7F7824F53D91}"/>
              </a:ext>
            </a:extLst>
          </p:cNvPr>
          <p:cNvSpPr/>
          <p:nvPr/>
        </p:nvSpPr>
        <p:spPr>
          <a:xfrm>
            <a:off x="5622075" y="1769971"/>
            <a:ext cx="4441217" cy="917401"/>
          </a:xfrm>
          <a:custGeom>
            <a:avLst/>
            <a:gdLst/>
            <a:ahLst/>
            <a:cxnLst/>
            <a:rect l="l" t="t" r="r" b="b"/>
            <a:pathLst>
              <a:path w="922696" h="376823">
                <a:moveTo>
                  <a:pt x="0" y="0"/>
                </a:moveTo>
                <a:lnTo>
                  <a:pt x="922696" y="0"/>
                </a:lnTo>
                <a:lnTo>
                  <a:pt x="922696" y="376823"/>
                </a:lnTo>
                <a:lnTo>
                  <a:pt x="0" y="376823"/>
                </a:lnTo>
                <a:close/>
              </a:path>
            </a:pathLst>
          </a:custGeom>
          <a:solidFill>
            <a:srgbClr val="C00000"/>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C042FE2A-33F2-E15E-7288-1434D9BB5005}"/>
              </a:ext>
            </a:extLst>
          </p:cNvPr>
          <p:cNvSpPr txBox="1"/>
          <p:nvPr/>
        </p:nvSpPr>
        <p:spPr>
          <a:xfrm>
            <a:off x="5787627" y="1755007"/>
            <a:ext cx="4168215" cy="99143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00">
                <a:solidFill>
                  <a:schemeClr val="bg1"/>
                </a:solidFill>
                <a:latin typeface="Arial" panose="020B0604020202020204" pitchFamily="34" charset="0"/>
                <a:ea typeface="Calibri"/>
                <a:cs typeface="Arial" panose="020B0604020202020204" pitchFamily="34" charset="0"/>
              </a:rPr>
              <a:t>--</a:t>
            </a:r>
            <a:endParaRPr lang="en-US">
              <a:latin typeface="Arial" panose="020B0604020202020204" pitchFamily="34" charset="0"/>
              <a:cs typeface="Arial" panose="020B0604020202020204" pitchFamily="34" charset="0"/>
            </a:endParaRPr>
          </a:p>
        </p:txBody>
      </p:sp>
      <p:sp>
        <p:nvSpPr>
          <p:cNvPr id="58" name="Freeform 8">
            <a:extLst>
              <a:ext uri="{FF2B5EF4-FFF2-40B4-BE49-F238E27FC236}">
                <a16:creationId xmlns:a16="http://schemas.microsoft.com/office/drawing/2014/main" id="{D0C98F28-0A7F-3DB6-1552-B215E521C386}"/>
              </a:ext>
            </a:extLst>
          </p:cNvPr>
          <p:cNvSpPr/>
          <p:nvPr/>
        </p:nvSpPr>
        <p:spPr>
          <a:xfrm>
            <a:off x="5662742" y="2819126"/>
            <a:ext cx="4422716" cy="691342"/>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60" name="TextBox 9">
            <a:extLst>
              <a:ext uri="{FF2B5EF4-FFF2-40B4-BE49-F238E27FC236}">
                <a16:creationId xmlns:a16="http://schemas.microsoft.com/office/drawing/2014/main" id="{B43B5A87-BA16-F25F-8AB7-C0A6F58CF574}"/>
              </a:ext>
            </a:extLst>
          </p:cNvPr>
          <p:cNvSpPr txBox="1"/>
          <p:nvPr/>
        </p:nvSpPr>
        <p:spPr>
          <a:xfrm>
            <a:off x="5630401" y="2578694"/>
            <a:ext cx="4445742" cy="11410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a:solidFill>
                  <a:srgbClr val="263E6B"/>
                </a:solidFill>
                <a:latin typeface="Arial" panose="020B0604020202020204" pitchFamily="34" charset="0"/>
                <a:ea typeface="Calibri"/>
                <a:cs typeface="Arial" panose="020B0604020202020204" pitchFamily="34" charset="0"/>
              </a:rPr>
              <a:t>--</a:t>
            </a:r>
            <a:endParaRPr lang="en-US" sz="2400">
              <a:solidFill>
                <a:srgbClr val="263E6B"/>
              </a:solidFill>
              <a:latin typeface="Arial" panose="020B0604020202020204" pitchFamily="34" charset="0"/>
              <a:ea typeface="Calibri"/>
              <a:cs typeface="Arial" panose="020B0604020202020204" pitchFamily="34" charset="0"/>
            </a:endParaRPr>
          </a:p>
        </p:txBody>
      </p:sp>
      <p:sp>
        <p:nvSpPr>
          <p:cNvPr id="65" name="Freeform 8">
            <a:extLst>
              <a:ext uri="{FF2B5EF4-FFF2-40B4-BE49-F238E27FC236}">
                <a16:creationId xmlns:a16="http://schemas.microsoft.com/office/drawing/2014/main" id="{23AF7CD2-D159-F780-5D10-2A70079365B5}"/>
              </a:ext>
            </a:extLst>
          </p:cNvPr>
          <p:cNvSpPr/>
          <p:nvPr/>
        </p:nvSpPr>
        <p:spPr>
          <a:xfrm>
            <a:off x="5684992" y="4832314"/>
            <a:ext cx="4422716" cy="773723"/>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66" name="TextBox 9">
            <a:extLst>
              <a:ext uri="{FF2B5EF4-FFF2-40B4-BE49-F238E27FC236}">
                <a16:creationId xmlns:a16="http://schemas.microsoft.com/office/drawing/2014/main" id="{4D0624A5-346E-D8D0-90B7-FE2C5EB592E9}"/>
              </a:ext>
            </a:extLst>
          </p:cNvPr>
          <p:cNvSpPr txBox="1"/>
          <p:nvPr/>
        </p:nvSpPr>
        <p:spPr>
          <a:xfrm>
            <a:off x="5652651" y="4683323"/>
            <a:ext cx="4445742" cy="103597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a:solidFill>
                  <a:srgbClr val="263E6B"/>
                </a:solidFill>
                <a:latin typeface="Arial" panose="020B0604020202020204" pitchFamily="34" charset="0"/>
                <a:ea typeface="Calibri"/>
                <a:cs typeface="Arial" panose="020B0604020202020204" pitchFamily="34" charset="0"/>
              </a:rPr>
              <a:t>--</a:t>
            </a:r>
          </a:p>
        </p:txBody>
      </p:sp>
      <p:sp>
        <p:nvSpPr>
          <p:cNvPr id="69" name="Freeform 8">
            <a:extLst>
              <a:ext uri="{FF2B5EF4-FFF2-40B4-BE49-F238E27FC236}">
                <a16:creationId xmlns:a16="http://schemas.microsoft.com/office/drawing/2014/main" id="{85A167F6-C626-1AE8-9B7C-94913122BE23}"/>
              </a:ext>
            </a:extLst>
          </p:cNvPr>
          <p:cNvSpPr/>
          <p:nvPr/>
        </p:nvSpPr>
        <p:spPr>
          <a:xfrm>
            <a:off x="5646993" y="5805461"/>
            <a:ext cx="4459317" cy="786003"/>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a:solidFill>
                  <a:srgbClr val="263E6B"/>
                </a:solidFill>
                <a:latin typeface="Arial" panose="020B0604020202020204" pitchFamily="34" charset="0"/>
                <a:cs typeface="Arial" panose="020B0604020202020204" pitchFamily="34" charset="0"/>
              </a:rPr>
              <a:t>--</a:t>
            </a:r>
            <a:endParaRPr lang="en-CA" sz="2400" b="1">
              <a:solidFill>
                <a:srgbClr val="263E6B"/>
              </a:solidFill>
              <a:latin typeface="Arial" panose="020B0604020202020204" pitchFamily="34" charset="0"/>
              <a:cs typeface="Arial" panose="020B0604020202020204" pitchFamily="34" charset="0"/>
            </a:endParaRPr>
          </a:p>
        </p:txBody>
      </p:sp>
      <p:sp>
        <p:nvSpPr>
          <p:cNvPr id="70" name="TextBox 9">
            <a:extLst>
              <a:ext uri="{FF2B5EF4-FFF2-40B4-BE49-F238E27FC236}">
                <a16:creationId xmlns:a16="http://schemas.microsoft.com/office/drawing/2014/main" id="{D1A2DEB4-26F1-C292-9DF6-9D16EBF8C6E3}"/>
              </a:ext>
            </a:extLst>
          </p:cNvPr>
          <p:cNvSpPr txBox="1"/>
          <p:nvPr/>
        </p:nvSpPr>
        <p:spPr>
          <a:xfrm>
            <a:off x="5677569" y="5656470"/>
            <a:ext cx="4407889" cy="105241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400">
              <a:solidFill>
                <a:srgbClr val="263E6B"/>
              </a:solidFill>
              <a:latin typeface="Arial" panose="020B0604020202020204" pitchFamily="34" charset="0"/>
              <a:ea typeface="Calibri"/>
              <a:cs typeface="Arial" panose="020B0604020202020204" pitchFamily="34" charset="0"/>
            </a:endParaRPr>
          </a:p>
        </p:txBody>
      </p:sp>
      <p:sp>
        <p:nvSpPr>
          <p:cNvPr id="72" name="Freeform 8">
            <a:extLst>
              <a:ext uri="{FF2B5EF4-FFF2-40B4-BE49-F238E27FC236}">
                <a16:creationId xmlns:a16="http://schemas.microsoft.com/office/drawing/2014/main" id="{09EA8E83-E4BE-EEFB-E783-DDDF18A92722}"/>
              </a:ext>
            </a:extLst>
          </p:cNvPr>
          <p:cNvSpPr/>
          <p:nvPr/>
        </p:nvSpPr>
        <p:spPr>
          <a:xfrm>
            <a:off x="5674319" y="6815380"/>
            <a:ext cx="4461008" cy="1028230"/>
          </a:xfrm>
          <a:custGeom>
            <a:avLst/>
            <a:gdLst/>
            <a:ahLst/>
            <a:cxnLst/>
            <a:rect l="l" t="t" r="r" b="b"/>
            <a:pathLst>
              <a:path w="922696" h="376823">
                <a:moveTo>
                  <a:pt x="0" y="0"/>
                </a:moveTo>
                <a:lnTo>
                  <a:pt x="922696" y="0"/>
                </a:lnTo>
                <a:lnTo>
                  <a:pt x="922696" y="376823"/>
                </a:lnTo>
                <a:lnTo>
                  <a:pt x="0" y="376823"/>
                </a:lnTo>
                <a:close/>
              </a:path>
            </a:pathLst>
          </a:custGeom>
          <a:solidFill>
            <a:srgbClr val="DFDDDE"/>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Arial" panose="020B0604020202020204" pitchFamily="34" charset="0"/>
              <a:cs typeface="Arial" panose="020B0604020202020204" pitchFamily="34" charset="0"/>
            </a:endParaRPr>
          </a:p>
        </p:txBody>
      </p:sp>
      <p:sp>
        <p:nvSpPr>
          <p:cNvPr id="76" name="TextBox 9">
            <a:extLst>
              <a:ext uri="{FF2B5EF4-FFF2-40B4-BE49-F238E27FC236}">
                <a16:creationId xmlns:a16="http://schemas.microsoft.com/office/drawing/2014/main" id="{81E57960-9F12-F81B-A91A-0C4F3F33A5D3}"/>
              </a:ext>
            </a:extLst>
          </p:cNvPr>
          <p:cNvSpPr txBox="1"/>
          <p:nvPr/>
        </p:nvSpPr>
        <p:spPr>
          <a:xfrm>
            <a:off x="5622076" y="6626684"/>
            <a:ext cx="4484234" cy="137674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a:solidFill>
                  <a:srgbClr val="263E6B"/>
                </a:solidFill>
                <a:latin typeface="Arial" panose="020B0604020202020204" pitchFamily="34" charset="0"/>
                <a:ea typeface="Calibri"/>
                <a:cs typeface="Arial" panose="020B0604020202020204" pitchFamily="34" charset="0"/>
              </a:rPr>
              <a:t>--</a:t>
            </a:r>
            <a:endParaRPr lang="en-US" sz="2400">
              <a:solidFill>
                <a:srgbClr val="263E6B"/>
              </a:solidFill>
              <a:latin typeface="Arial" panose="020B0604020202020204" pitchFamily="34" charset="0"/>
              <a:ea typeface="Calibri"/>
              <a:cs typeface="Arial" panose="020B0604020202020204" pitchFamily="34" charset="0"/>
            </a:endParaRPr>
          </a:p>
        </p:txBody>
      </p:sp>
      <p:sp>
        <p:nvSpPr>
          <p:cNvPr id="77" name="TextBox 9">
            <a:extLst>
              <a:ext uri="{FF2B5EF4-FFF2-40B4-BE49-F238E27FC236}">
                <a16:creationId xmlns:a16="http://schemas.microsoft.com/office/drawing/2014/main" id="{5B6BE645-DDEB-8447-110D-020AA566B310}"/>
              </a:ext>
            </a:extLst>
          </p:cNvPr>
          <p:cNvSpPr txBox="1"/>
          <p:nvPr/>
        </p:nvSpPr>
        <p:spPr>
          <a:xfrm>
            <a:off x="5652651" y="3734383"/>
            <a:ext cx="4445742" cy="860668"/>
          </a:xfrm>
          <a:prstGeom prst="rect">
            <a:avLst/>
          </a:prstGeom>
          <a:solidFill>
            <a:srgbClr val="DFDDDE"/>
          </a:solidFill>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a:solidFill>
                  <a:srgbClr val="263E6B"/>
                </a:solidFill>
                <a:latin typeface="Arial" panose="020B0604020202020204" pitchFamily="34" charset="0"/>
                <a:ea typeface="Calibri"/>
                <a:cs typeface="Arial" panose="020B0604020202020204" pitchFamily="34" charset="0"/>
              </a:rPr>
              <a:t>--</a:t>
            </a:r>
          </a:p>
        </p:txBody>
      </p:sp>
      <p:sp>
        <p:nvSpPr>
          <p:cNvPr id="5" name="Text Placeholder 4">
            <a:extLst>
              <a:ext uri="{FF2B5EF4-FFF2-40B4-BE49-F238E27FC236}">
                <a16:creationId xmlns:a16="http://schemas.microsoft.com/office/drawing/2014/main" id="{0724E066-5E78-CC5C-11FD-FE2A69DE70AD}"/>
              </a:ext>
            </a:extLst>
          </p:cNvPr>
          <p:cNvSpPr>
            <a:spLocks noGrp="1"/>
          </p:cNvSpPr>
          <p:nvPr>
            <p:ph type="body" sz="quarter" idx="15"/>
          </p:nvPr>
        </p:nvSpPr>
        <p:spPr/>
        <p:txBody>
          <a:bodyPr/>
          <a:lstStyle/>
          <a:p>
            <a:endParaRPr lang="en-US"/>
          </a:p>
        </p:txBody>
      </p:sp>
      <p:sp>
        <p:nvSpPr>
          <p:cNvPr id="2" name="Text Placeholder 1">
            <a:extLst>
              <a:ext uri="{FF2B5EF4-FFF2-40B4-BE49-F238E27FC236}">
                <a16:creationId xmlns:a16="http://schemas.microsoft.com/office/drawing/2014/main" id="{4B8E06EE-891D-EAD0-95A0-1BDA13A6A07C}"/>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ADE6F461-CCFA-257D-05F1-E39C21117B73}"/>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69656F1C-CD09-E306-45EE-645B6A7FCA33}"/>
              </a:ext>
            </a:extLst>
          </p:cNvPr>
          <p:cNvSpPr>
            <a:spLocks noGrp="1"/>
          </p:cNvSpPr>
          <p:nvPr>
            <p:ph type="body" sz="quarter" idx="16"/>
          </p:nvPr>
        </p:nvSpPr>
        <p:spPr/>
        <p:txBody>
          <a:bodyPr>
            <a:normAutofit/>
          </a:bodyPr>
          <a:lstStyle/>
          <a:p>
            <a:endParaRPr lang="en-US">
              <a:latin typeface="+mj-lt"/>
            </a:endParaRPr>
          </a:p>
        </p:txBody>
      </p:sp>
    </p:spTree>
    <p:extLst>
      <p:ext uri="{BB962C8B-B14F-4D97-AF65-F5344CB8AC3E}">
        <p14:creationId xmlns:p14="http://schemas.microsoft.com/office/powerpoint/2010/main" val="5010582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TextBox 38"/>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grpSp>
        <p:nvGrpSpPr>
          <p:cNvPr id="46" name="Group 20">
            <a:extLst>
              <a:ext uri="{FF2B5EF4-FFF2-40B4-BE49-F238E27FC236}">
                <a16:creationId xmlns:a16="http://schemas.microsoft.com/office/drawing/2014/main" id="{CAC5C67B-3B8C-AF48-A637-9B4F9204C5C3}"/>
              </a:ext>
            </a:extLst>
          </p:cNvPr>
          <p:cNvGrpSpPr/>
          <p:nvPr/>
        </p:nvGrpSpPr>
        <p:grpSpPr>
          <a:xfrm>
            <a:off x="742415" y="2756201"/>
            <a:ext cx="5323124" cy="5346446"/>
            <a:chOff x="0" y="-19050"/>
            <a:chExt cx="1575118" cy="953190"/>
          </a:xfrm>
          <a:solidFill>
            <a:srgbClr val="263F6B"/>
          </a:solidFill>
        </p:grpSpPr>
        <p:sp>
          <p:nvSpPr>
            <p:cNvPr id="47" name="Freeform 21">
              <a:extLst>
                <a:ext uri="{FF2B5EF4-FFF2-40B4-BE49-F238E27FC236}">
                  <a16:creationId xmlns:a16="http://schemas.microsoft.com/office/drawing/2014/main" id="{108AA3B1-1406-AD48-9201-6D9B36C51F4A}"/>
                </a:ext>
              </a:extLst>
            </p:cNvPr>
            <p:cNvSpPr/>
            <p:nvPr/>
          </p:nvSpPr>
          <p:spPr>
            <a:xfrm>
              <a:off x="0" y="0"/>
              <a:ext cx="1575118" cy="934140"/>
            </a:xfrm>
            <a:custGeom>
              <a:avLst/>
              <a:gdLst/>
              <a:ahLst/>
              <a:cxnLst/>
              <a:rect l="l" t="t" r="r" b="b"/>
              <a:pathLst>
                <a:path w="1575118" h="934140">
                  <a:moveTo>
                    <a:pt x="0" y="0"/>
                  </a:moveTo>
                  <a:lnTo>
                    <a:pt x="1575118" y="0"/>
                  </a:lnTo>
                  <a:lnTo>
                    <a:pt x="1575118" y="934140"/>
                  </a:lnTo>
                  <a:lnTo>
                    <a:pt x="0" y="934140"/>
                  </a:lnTo>
                  <a:close/>
                </a:path>
              </a:pathLst>
            </a:custGeom>
            <a:grpFill/>
          </p:spPr>
          <p:txBody>
            <a:bodyPr/>
            <a:lstStyle/>
            <a:p>
              <a:endParaRPr lang="en-US">
                <a:latin typeface="Arial" panose="020B0604020202020204" pitchFamily="34" charset="0"/>
                <a:cs typeface="Arial" panose="020B0604020202020204" pitchFamily="34" charset="0"/>
              </a:endParaRPr>
            </a:p>
          </p:txBody>
        </p:sp>
        <p:sp>
          <p:nvSpPr>
            <p:cNvPr id="48" name="TextBox 22">
              <a:extLst>
                <a:ext uri="{FF2B5EF4-FFF2-40B4-BE49-F238E27FC236}">
                  <a16:creationId xmlns:a16="http://schemas.microsoft.com/office/drawing/2014/main" id="{FEB45B8B-848B-9140-A49F-C465B861FE4B}"/>
                </a:ext>
              </a:extLst>
            </p:cNvPr>
            <p:cNvSpPr txBox="1"/>
            <p:nvPr/>
          </p:nvSpPr>
          <p:spPr>
            <a:xfrm>
              <a:off x="0" y="-19050"/>
              <a:ext cx="1575118" cy="953190"/>
            </a:xfrm>
            <a:prstGeom prst="rect">
              <a:avLst/>
            </a:prstGeom>
            <a:grpFill/>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49" name="Freeform 25">
            <a:extLst>
              <a:ext uri="{FF2B5EF4-FFF2-40B4-BE49-F238E27FC236}">
                <a16:creationId xmlns:a16="http://schemas.microsoft.com/office/drawing/2014/main" id="{77619A60-B593-3B4E-B805-EA468B03FD96}"/>
              </a:ext>
            </a:extLst>
          </p:cNvPr>
          <p:cNvSpPr/>
          <p:nvPr/>
        </p:nvSpPr>
        <p:spPr>
          <a:xfrm>
            <a:off x="3818409" y="1597040"/>
            <a:ext cx="2171166" cy="2171166"/>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3FB9D6"/>
          </a:solidFill>
        </p:spPr>
        <p:txBody>
          <a:bodyPr/>
          <a:lstStyle/>
          <a:p>
            <a:endParaRPr lang="en-US">
              <a:latin typeface="Arial" panose="020B0604020202020204" pitchFamily="34" charset="0"/>
              <a:cs typeface="Arial" panose="020B0604020202020204" pitchFamily="34" charset="0"/>
            </a:endParaRPr>
          </a:p>
        </p:txBody>
      </p:sp>
      <p:sp>
        <p:nvSpPr>
          <p:cNvPr id="50" name="TextBox 43">
            <a:extLst>
              <a:ext uri="{FF2B5EF4-FFF2-40B4-BE49-F238E27FC236}">
                <a16:creationId xmlns:a16="http://schemas.microsoft.com/office/drawing/2014/main" id="{51D4634F-8FD5-7140-8124-ADD795849523}"/>
              </a:ext>
            </a:extLst>
          </p:cNvPr>
          <p:cNvSpPr txBox="1"/>
          <p:nvPr/>
        </p:nvSpPr>
        <p:spPr>
          <a:xfrm>
            <a:off x="729761" y="3492556"/>
            <a:ext cx="5161889" cy="826380"/>
          </a:xfrm>
          <a:prstGeom prst="rect">
            <a:avLst/>
          </a:prstGeom>
        </p:spPr>
        <p:txBody>
          <a:bodyPr wrap="square" lIns="0" tIns="0" rIns="0" bIns="0" rtlCol="0" anchor="t">
            <a:spAutoFit/>
          </a:bodyPr>
          <a:lstStyle/>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sp>
        <p:nvSpPr>
          <p:cNvPr id="52" name="TextBox 48">
            <a:extLst>
              <a:ext uri="{FF2B5EF4-FFF2-40B4-BE49-F238E27FC236}">
                <a16:creationId xmlns:a16="http://schemas.microsoft.com/office/drawing/2014/main" id="{60CE3DEA-1FFB-8541-B47B-31B9E7B8B4E4}"/>
              </a:ext>
            </a:extLst>
          </p:cNvPr>
          <p:cNvSpPr txBox="1"/>
          <p:nvPr/>
        </p:nvSpPr>
        <p:spPr>
          <a:xfrm>
            <a:off x="732685" y="1897444"/>
            <a:ext cx="3447429" cy="329193"/>
          </a:xfrm>
          <a:prstGeom prst="rect">
            <a:avLst/>
          </a:prstGeom>
        </p:spPr>
        <p:txBody>
          <a:bodyPr wrap="square" lIns="0" tIns="0" rIns="0" bIns="0" rtlCol="0" anchor="t">
            <a:spAutoFit/>
          </a:bodyPr>
          <a:lstStyle/>
          <a:p>
            <a:pPr>
              <a:lnSpc>
                <a:spcPts val="2515"/>
              </a:lnSpc>
            </a:pPr>
            <a:r>
              <a:rPr lang="en-US" sz="2800" spc="51">
                <a:solidFill>
                  <a:srgbClr val="263F6B"/>
                </a:solidFill>
                <a:latin typeface="Arial" panose="020B0604020202020204" pitchFamily="34" charset="0"/>
                <a:cs typeface="Arial" panose="020B0604020202020204" pitchFamily="34" charset="0"/>
              </a:rPr>
              <a:t>--</a:t>
            </a:r>
          </a:p>
        </p:txBody>
      </p:sp>
      <p:grpSp>
        <p:nvGrpSpPr>
          <p:cNvPr id="53" name="Group 20">
            <a:extLst>
              <a:ext uri="{FF2B5EF4-FFF2-40B4-BE49-F238E27FC236}">
                <a16:creationId xmlns:a16="http://schemas.microsoft.com/office/drawing/2014/main" id="{F6657C11-8739-8042-B15C-AD4CC035A7E6}"/>
              </a:ext>
            </a:extLst>
          </p:cNvPr>
          <p:cNvGrpSpPr/>
          <p:nvPr/>
        </p:nvGrpSpPr>
        <p:grpSpPr>
          <a:xfrm>
            <a:off x="6478956" y="2741463"/>
            <a:ext cx="5323124" cy="5367490"/>
            <a:chOff x="0" y="-19050"/>
            <a:chExt cx="1575118" cy="953190"/>
          </a:xfrm>
          <a:solidFill>
            <a:srgbClr val="263F6B"/>
          </a:solidFill>
        </p:grpSpPr>
        <p:sp>
          <p:nvSpPr>
            <p:cNvPr id="54" name="Freeform 21">
              <a:extLst>
                <a:ext uri="{FF2B5EF4-FFF2-40B4-BE49-F238E27FC236}">
                  <a16:creationId xmlns:a16="http://schemas.microsoft.com/office/drawing/2014/main" id="{741D3688-7FF2-CF44-9020-110BC623F73E}"/>
                </a:ext>
              </a:extLst>
            </p:cNvPr>
            <p:cNvSpPr/>
            <p:nvPr/>
          </p:nvSpPr>
          <p:spPr>
            <a:xfrm>
              <a:off x="0" y="0"/>
              <a:ext cx="1575118" cy="934140"/>
            </a:xfrm>
            <a:custGeom>
              <a:avLst/>
              <a:gdLst/>
              <a:ahLst/>
              <a:cxnLst/>
              <a:rect l="l" t="t" r="r" b="b"/>
              <a:pathLst>
                <a:path w="1575118" h="934140">
                  <a:moveTo>
                    <a:pt x="0" y="0"/>
                  </a:moveTo>
                  <a:lnTo>
                    <a:pt x="1575118" y="0"/>
                  </a:lnTo>
                  <a:lnTo>
                    <a:pt x="1575118" y="934140"/>
                  </a:lnTo>
                  <a:lnTo>
                    <a:pt x="0" y="934140"/>
                  </a:lnTo>
                  <a:close/>
                </a:path>
              </a:pathLst>
            </a:custGeom>
            <a:grpFill/>
          </p:spPr>
          <p:txBody>
            <a:bodyPr/>
            <a:lstStyle/>
            <a:p>
              <a:endParaRPr lang="en-US">
                <a:latin typeface="Arial" panose="020B0604020202020204" pitchFamily="34" charset="0"/>
                <a:cs typeface="Arial" panose="020B0604020202020204" pitchFamily="34" charset="0"/>
              </a:endParaRPr>
            </a:p>
          </p:txBody>
        </p:sp>
        <p:sp>
          <p:nvSpPr>
            <p:cNvPr id="55" name="TextBox 22">
              <a:extLst>
                <a:ext uri="{FF2B5EF4-FFF2-40B4-BE49-F238E27FC236}">
                  <a16:creationId xmlns:a16="http://schemas.microsoft.com/office/drawing/2014/main" id="{FF6065D9-4742-E345-8B31-EB27C31716B5}"/>
                </a:ext>
              </a:extLst>
            </p:cNvPr>
            <p:cNvSpPr txBox="1"/>
            <p:nvPr/>
          </p:nvSpPr>
          <p:spPr>
            <a:xfrm>
              <a:off x="0" y="-19050"/>
              <a:ext cx="1575118" cy="953190"/>
            </a:xfrm>
            <a:prstGeom prst="rect">
              <a:avLst/>
            </a:prstGeom>
            <a:grpFill/>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56" name="Freeform 25">
            <a:extLst>
              <a:ext uri="{FF2B5EF4-FFF2-40B4-BE49-F238E27FC236}">
                <a16:creationId xmlns:a16="http://schemas.microsoft.com/office/drawing/2014/main" id="{08F1908C-0BD2-D54C-891F-B6369F91DA9F}"/>
              </a:ext>
            </a:extLst>
          </p:cNvPr>
          <p:cNvSpPr/>
          <p:nvPr/>
        </p:nvSpPr>
        <p:spPr>
          <a:xfrm>
            <a:off x="9603311" y="1549488"/>
            <a:ext cx="2171166" cy="2171166"/>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3FB9D6"/>
          </a:solidFill>
        </p:spPr>
        <p:txBody>
          <a:bodyPr/>
          <a:lstStyle/>
          <a:p>
            <a:endParaRPr lang="en-US">
              <a:latin typeface="Arial" panose="020B0604020202020204" pitchFamily="34" charset="0"/>
              <a:cs typeface="Arial" panose="020B0604020202020204" pitchFamily="34" charset="0"/>
            </a:endParaRPr>
          </a:p>
        </p:txBody>
      </p:sp>
      <p:sp>
        <p:nvSpPr>
          <p:cNvPr id="57" name="TextBox 48">
            <a:extLst>
              <a:ext uri="{FF2B5EF4-FFF2-40B4-BE49-F238E27FC236}">
                <a16:creationId xmlns:a16="http://schemas.microsoft.com/office/drawing/2014/main" id="{5F2A385E-A398-6349-85AE-53EDDABB51C5}"/>
              </a:ext>
            </a:extLst>
          </p:cNvPr>
          <p:cNvSpPr txBox="1"/>
          <p:nvPr/>
        </p:nvSpPr>
        <p:spPr>
          <a:xfrm>
            <a:off x="6540407" y="1866824"/>
            <a:ext cx="3608225" cy="329193"/>
          </a:xfrm>
          <a:prstGeom prst="rect">
            <a:avLst/>
          </a:prstGeom>
        </p:spPr>
        <p:txBody>
          <a:bodyPr wrap="square" lIns="0" tIns="0" rIns="0" bIns="0" rtlCol="0" anchor="t">
            <a:spAutoFit/>
          </a:bodyPr>
          <a:lstStyle/>
          <a:p>
            <a:pPr>
              <a:lnSpc>
                <a:spcPts val="2515"/>
              </a:lnSpc>
            </a:pPr>
            <a:r>
              <a:rPr lang="en-US" sz="2800" spc="51">
                <a:solidFill>
                  <a:srgbClr val="263F6B"/>
                </a:solidFill>
                <a:latin typeface="Arial" panose="020B0604020202020204" pitchFamily="34" charset="0"/>
                <a:cs typeface="Arial" panose="020B0604020202020204" pitchFamily="34" charset="0"/>
              </a:rPr>
              <a:t>--</a:t>
            </a:r>
            <a:endParaRPr lang="en-US" sz="2400" spc="51">
              <a:solidFill>
                <a:srgbClr val="263F6B"/>
              </a:solidFill>
              <a:latin typeface="Arial" panose="020B0604020202020204" pitchFamily="34" charset="0"/>
              <a:cs typeface="Arial" panose="020B0604020202020204" pitchFamily="34" charset="0"/>
            </a:endParaRPr>
          </a:p>
        </p:txBody>
      </p:sp>
      <p:sp>
        <p:nvSpPr>
          <p:cNvPr id="58" name="TextBox 39">
            <a:extLst>
              <a:ext uri="{FF2B5EF4-FFF2-40B4-BE49-F238E27FC236}">
                <a16:creationId xmlns:a16="http://schemas.microsoft.com/office/drawing/2014/main" id="{1CF7247A-E64F-A643-81F3-9357C30E15DF}"/>
              </a:ext>
            </a:extLst>
          </p:cNvPr>
          <p:cNvSpPr txBox="1"/>
          <p:nvPr/>
        </p:nvSpPr>
        <p:spPr>
          <a:xfrm>
            <a:off x="1074432" y="3124803"/>
            <a:ext cx="3070916" cy="360291"/>
          </a:xfrm>
          <a:prstGeom prst="rect">
            <a:avLst/>
          </a:prstGeom>
        </p:spPr>
        <p:txBody>
          <a:bodyPr wrap="square" lIns="0" tIns="0" rIns="0" bIns="0" rtlCol="0" anchor="t">
            <a:spAutoFit/>
          </a:bodyPr>
          <a:lstStyle/>
          <a:p>
            <a:pPr>
              <a:lnSpc>
                <a:spcPts val="2814"/>
              </a:lnSpc>
            </a:pPr>
            <a:r>
              <a:rPr lang="en-US" sz="2400" spc="57">
                <a:solidFill>
                  <a:srgbClr val="FFFFFF"/>
                </a:solidFill>
                <a:latin typeface="Arial" panose="020B0604020202020204" pitchFamily="34" charset="0"/>
                <a:cs typeface="Arial" panose="020B0604020202020204" pitchFamily="34" charset="0"/>
              </a:rPr>
              <a:t>Demographics</a:t>
            </a:r>
          </a:p>
        </p:txBody>
      </p:sp>
      <p:sp>
        <p:nvSpPr>
          <p:cNvPr id="59" name="TextBox 39">
            <a:extLst>
              <a:ext uri="{FF2B5EF4-FFF2-40B4-BE49-F238E27FC236}">
                <a16:creationId xmlns:a16="http://schemas.microsoft.com/office/drawing/2014/main" id="{A59D2237-296F-0C4F-B5C0-2F0BFC3EBE93}"/>
              </a:ext>
            </a:extLst>
          </p:cNvPr>
          <p:cNvSpPr txBox="1"/>
          <p:nvPr/>
        </p:nvSpPr>
        <p:spPr>
          <a:xfrm>
            <a:off x="6783318" y="3088761"/>
            <a:ext cx="3070916" cy="360291"/>
          </a:xfrm>
          <a:prstGeom prst="rect">
            <a:avLst/>
          </a:prstGeom>
        </p:spPr>
        <p:txBody>
          <a:bodyPr wrap="square" lIns="0" tIns="0" rIns="0" bIns="0" rtlCol="0" anchor="t">
            <a:spAutoFit/>
          </a:bodyPr>
          <a:lstStyle/>
          <a:p>
            <a:pPr>
              <a:lnSpc>
                <a:spcPts val="2814"/>
              </a:lnSpc>
            </a:pPr>
            <a:r>
              <a:rPr lang="en-US" sz="2400" spc="57">
                <a:solidFill>
                  <a:srgbClr val="FFFFFF"/>
                </a:solidFill>
                <a:latin typeface="Arial" panose="020B0604020202020204" pitchFamily="34" charset="0"/>
                <a:cs typeface="Arial" panose="020B0604020202020204" pitchFamily="34" charset="0"/>
              </a:rPr>
              <a:t>Demographics</a:t>
            </a:r>
            <a:endParaRPr lang="en-US" sz="2871" spc="57">
              <a:solidFill>
                <a:srgbClr val="FFFFFF"/>
              </a:solidFill>
              <a:latin typeface="Arial" panose="020B0604020202020204" pitchFamily="34" charset="0"/>
              <a:cs typeface="Arial" panose="020B0604020202020204" pitchFamily="34" charset="0"/>
            </a:endParaRPr>
          </a:p>
        </p:txBody>
      </p:sp>
      <p:sp>
        <p:nvSpPr>
          <p:cNvPr id="60" name="TextBox 44">
            <a:extLst>
              <a:ext uri="{FF2B5EF4-FFF2-40B4-BE49-F238E27FC236}">
                <a16:creationId xmlns:a16="http://schemas.microsoft.com/office/drawing/2014/main" id="{4B45E657-A760-734A-9757-ADD8A95EDD07}"/>
              </a:ext>
            </a:extLst>
          </p:cNvPr>
          <p:cNvSpPr txBox="1"/>
          <p:nvPr/>
        </p:nvSpPr>
        <p:spPr>
          <a:xfrm>
            <a:off x="6485825" y="3464519"/>
            <a:ext cx="4923841" cy="826380"/>
          </a:xfrm>
          <a:prstGeom prst="rect">
            <a:avLst/>
          </a:prstGeom>
        </p:spPr>
        <p:txBody>
          <a:bodyPr wrap="square" lIns="0" tIns="0" rIns="0" bIns="0" rtlCol="0" anchor="t">
            <a:spAutoFit/>
          </a:bodyPr>
          <a:lstStyle/>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sp>
        <p:nvSpPr>
          <p:cNvPr id="61" name="TextBox 39">
            <a:extLst>
              <a:ext uri="{FF2B5EF4-FFF2-40B4-BE49-F238E27FC236}">
                <a16:creationId xmlns:a16="http://schemas.microsoft.com/office/drawing/2014/main" id="{68084ED5-C885-8945-BF75-EE3110D4797D}"/>
              </a:ext>
            </a:extLst>
          </p:cNvPr>
          <p:cNvSpPr txBox="1"/>
          <p:nvPr/>
        </p:nvSpPr>
        <p:spPr>
          <a:xfrm>
            <a:off x="1115066" y="4675623"/>
            <a:ext cx="4391278" cy="359650"/>
          </a:xfrm>
          <a:prstGeom prst="rect">
            <a:avLst/>
          </a:prstGeom>
        </p:spPr>
        <p:txBody>
          <a:bodyPr wrap="square" lIns="0" tIns="0" rIns="0" bIns="0" rtlCol="0" anchor="t">
            <a:spAutoFit/>
          </a:bodyPr>
          <a:lstStyle/>
          <a:p>
            <a:pPr>
              <a:lnSpc>
                <a:spcPts val="2814"/>
              </a:lnSpc>
            </a:pPr>
            <a:r>
              <a:rPr lang="en-US" sz="2400" spc="57">
                <a:solidFill>
                  <a:srgbClr val="FFFFFF"/>
                </a:solidFill>
                <a:latin typeface="Arial" panose="020B0604020202020204" pitchFamily="34" charset="0"/>
                <a:cs typeface="Arial" panose="020B0604020202020204" pitchFamily="34" charset="0"/>
              </a:rPr>
              <a:t>Psychographics</a:t>
            </a:r>
          </a:p>
        </p:txBody>
      </p:sp>
      <p:sp>
        <p:nvSpPr>
          <p:cNvPr id="62" name="TextBox 39">
            <a:extLst>
              <a:ext uri="{FF2B5EF4-FFF2-40B4-BE49-F238E27FC236}">
                <a16:creationId xmlns:a16="http://schemas.microsoft.com/office/drawing/2014/main" id="{5246DB3E-E321-F847-BDA2-CA569F974F43}"/>
              </a:ext>
            </a:extLst>
          </p:cNvPr>
          <p:cNvSpPr txBox="1"/>
          <p:nvPr/>
        </p:nvSpPr>
        <p:spPr>
          <a:xfrm>
            <a:off x="1088388" y="6487945"/>
            <a:ext cx="5790467" cy="359650"/>
          </a:xfrm>
          <a:prstGeom prst="rect">
            <a:avLst/>
          </a:prstGeom>
        </p:spPr>
        <p:txBody>
          <a:bodyPr wrap="square" lIns="0" tIns="0" rIns="0" bIns="0" rtlCol="0" anchor="t">
            <a:spAutoFit/>
          </a:bodyPr>
          <a:lstStyle/>
          <a:p>
            <a:pPr>
              <a:lnSpc>
                <a:spcPts val="2814"/>
              </a:lnSpc>
            </a:pPr>
            <a:r>
              <a:rPr lang="en-US" sz="2400" spc="57" err="1">
                <a:solidFill>
                  <a:srgbClr val="FFFFFF"/>
                </a:solidFill>
                <a:latin typeface="Arial" panose="020B0604020202020204" pitchFamily="34" charset="0"/>
                <a:cs typeface="Arial" panose="020B0604020202020204" pitchFamily="34" charset="0"/>
              </a:rPr>
              <a:t>Behavioural</a:t>
            </a:r>
            <a:r>
              <a:rPr lang="en-US" sz="2400" spc="57">
                <a:solidFill>
                  <a:srgbClr val="FFFFFF"/>
                </a:solidFill>
                <a:latin typeface="Arial" panose="020B0604020202020204" pitchFamily="34" charset="0"/>
                <a:cs typeface="Arial" panose="020B0604020202020204" pitchFamily="34" charset="0"/>
              </a:rPr>
              <a:t> Traits</a:t>
            </a:r>
          </a:p>
        </p:txBody>
      </p:sp>
      <p:sp>
        <p:nvSpPr>
          <p:cNvPr id="63" name="TextBox 44">
            <a:extLst>
              <a:ext uri="{FF2B5EF4-FFF2-40B4-BE49-F238E27FC236}">
                <a16:creationId xmlns:a16="http://schemas.microsoft.com/office/drawing/2014/main" id="{233565F7-CB48-D74C-A756-536B9C78F361}"/>
              </a:ext>
            </a:extLst>
          </p:cNvPr>
          <p:cNvSpPr txBox="1"/>
          <p:nvPr/>
        </p:nvSpPr>
        <p:spPr>
          <a:xfrm>
            <a:off x="749408" y="5067026"/>
            <a:ext cx="5142242" cy="390363"/>
          </a:xfrm>
          <a:prstGeom prst="rect">
            <a:avLst/>
          </a:prstGeom>
        </p:spPr>
        <p:txBody>
          <a:bodyPr wrap="square" lIns="0" tIns="0" rIns="0" bIns="0" rtlCol="0" anchor="t">
            <a:spAutoFit/>
          </a:bodyPr>
          <a:lstStyle/>
          <a:p>
            <a:pPr marL="511810" lvl="1" indent="-255905">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sp>
        <p:nvSpPr>
          <p:cNvPr id="64" name="TextBox 44">
            <a:extLst>
              <a:ext uri="{FF2B5EF4-FFF2-40B4-BE49-F238E27FC236}">
                <a16:creationId xmlns:a16="http://schemas.microsoft.com/office/drawing/2014/main" id="{8586B0A6-F97B-CB40-8E2B-54AD59650122}"/>
              </a:ext>
            </a:extLst>
          </p:cNvPr>
          <p:cNvSpPr txBox="1"/>
          <p:nvPr/>
        </p:nvSpPr>
        <p:spPr>
          <a:xfrm>
            <a:off x="873157" y="6908635"/>
            <a:ext cx="6613914" cy="826380"/>
          </a:xfrm>
          <a:prstGeom prst="rect">
            <a:avLst/>
          </a:prstGeom>
        </p:spPr>
        <p:txBody>
          <a:bodyPr wrap="square" lIns="0" tIns="0" rIns="0" bIns="0" rtlCol="0" anchor="t">
            <a:spAutoFit/>
          </a:bodyPr>
          <a:lstStyle/>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sp>
        <p:nvSpPr>
          <p:cNvPr id="65" name="TextBox 39">
            <a:extLst>
              <a:ext uri="{FF2B5EF4-FFF2-40B4-BE49-F238E27FC236}">
                <a16:creationId xmlns:a16="http://schemas.microsoft.com/office/drawing/2014/main" id="{B44DA764-0E9C-3347-9C3A-4B4D67545A0F}"/>
              </a:ext>
            </a:extLst>
          </p:cNvPr>
          <p:cNvSpPr txBox="1"/>
          <p:nvPr/>
        </p:nvSpPr>
        <p:spPr>
          <a:xfrm>
            <a:off x="6848940" y="4625029"/>
            <a:ext cx="4391278" cy="359650"/>
          </a:xfrm>
          <a:prstGeom prst="rect">
            <a:avLst/>
          </a:prstGeom>
        </p:spPr>
        <p:txBody>
          <a:bodyPr wrap="square" lIns="0" tIns="0" rIns="0" bIns="0" rtlCol="0" anchor="t">
            <a:spAutoFit/>
          </a:bodyPr>
          <a:lstStyle/>
          <a:p>
            <a:pPr>
              <a:lnSpc>
                <a:spcPts val="2814"/>
              </a:lnSpc>
            </a:pPr>
            <a:r>
              <a:rPr lang="en-US" sz="2400" spc="57">
                <a:solidFill>
                  <a:srgbClr val="FFFFFF"/>
                </a:solidFill>
                <a:latin typeface="Arial" panose="020B0604020202020204" pitchFamily="34" charset="0"/>
                <a:cs typeface="Arial" panose="020B0604020202020204" pitchFamily="34" charset="0"/>
              </a:rPr>
              <a:t>Psychographics</a:t>
            </a:r>
          </a:p>
        </p:txBody>
      </p:sp>
      <p:sp>
        <p:nvSpPr>
          <p:cNvPr id="66" name="TextBox 39">
            <a:extLst>
              <a:ext uri="{FF2B5EF4-FFF2-40B4-BE49-F238E27FC236}">
                <a16:creationId xmlns:a16="http://schemas.microsoft.com/office/drawing/2014/main" id="{62350071-7638-7F44-ABD0-41784F8DA589}"/>
              </a:ext>
            </a:extLst>
          </p:cNvPr>
          <p:cNvSpPr txBox="1"/>
          <p:nvPr/>
        </p:nvSpPr>
        <p:spPr>
          <a:xfrm>
            <a:off x="6848940" y="6630572"/>
            <a:ext cx="5790467" cy="359650"/>
          </a:xfrm>
          <a:prstGeom prst="rect">
            <a:avLst/>
          </a:prstGeom>
        </p:spPr>
        <p:txBody>
          <a:bodyPr wrap="square" lIns="0" tIns="0" rIns="0" bIns="0" rtlCol="0" anchor="t">
            <a:spAutoFit/>
          </a:bodyPr>
          <a:lstStyle/>
          <a:p>
            <a:pPr>
              <a:lnSpc>
                <a:spcPts val="2814"/>
              </a:lnSpc>
            </a:pPr>
            <a:r>
              <a:rPr lang="en-US" sz="2400" spc="57" err="1">
                <a:solidFill>
                  <a:srgbClr val="FFFFFF"/>
                </a:solidFill>
                <a:latin typeface="Arial" panose="020B0604020202020204" pitchFamily="34" charset="0"/>
                <a:cs typeface="Arial" panose="020B0604020202020204" pitchFamily="34" charset="0"/>
              </a:rPr>
              <a:t>Behavioural</a:t>
            </a:r>
            <a:r>
              <a:rPr lang="en-US" sz="2400" spc="57">
                <a:solidFill>
                  <a:srgbClr val="FFFFFF"/>
                </a:solidFill>
                <a:latin typeface="Arial" panose="020B0604020202020204" pitchFamily="34" charset="0"/>
                <a:cs typeface="Arial" panose="020B0604020202020204" pitchFamily="34" charset="0"/>
              </a:rPr>
              <a:t> Traits</a:t>
            </a:r>
          </a:p>
        </p:txBody>
      </p:sp>
      <p:sp>
        <p:nvSpPr>
          <p:cNvPr id="67" name="TextBox 44">
            <a:extLst>
              <a:ext uri="{FF2B5EF4-FFF2-40B4-BE49-F238E27FC236}">
                <a16:creationId xmlns:a16="http://schemas.microsoft.com/office/drawing/2014/main" id="{99ADBF90-0E62-7640-AFA7-38BFCC6691A1}"/>
              </a:ext>
            </a:extLst>
          </p:cNvPr>
          <p:cNvSpPr txBox="1"/>
          <p:nvPr/>
        </p:nvSpPr>
        <p:spPr>
          <a:xfrm>
            <a:off x="6449152" y="4982456"/>
            <a:ext cx="5240167" cy="826380"/>
          </a:xfrm>
          <a:prstGeom prst="rect">
            <a:avLst/>
          </a:prstGeom>
        </p:spPr>
        <p:txBody>
          <a:bodyPr wrap="square" lIns="0" tIns="0" rIns="0" bIns="0" rtlCol="0" anchor="t">
            <a:spAutoFit/>
          </a:bodyPr>
          <a:lstStyle/>
          <a:p>
            <a:pPr marL="511810" lvl="1" indent="-255905">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a:p>
            <a:pPr marL="511810" lvl="1" indent="-255905">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sp>
        <p:nvSpPr>
          <p:cNvPr id="68" name="TextBox 44">
            <a:extLst>
              <a:ext uri="{FF2B5EF4-FFF2-40B4-BE49-F238E27FC236}">
                <a16:creationId xmlns:a16="http://schemas.microsoft.com/office/drawing/2014/main" id="{4A533871-48FD-EB42-9043-B487A2F35A31}"/>
              </a:ext>
            </a:extLst>
          </p:cNvPr>
          <p:cNvSpPr txBox="1"/>
          <p:nvPr/>
        </p:nvSpPr>
        <p:spPr>
          <a:xfrm>
            <a:off x="6532782" y="7100977"/>
            <a:ext cx="5240167" cy="385362"/>
          </a:xfrm>
          <a:prstGeom prst="rect">
            <a:avLst/>
          </a:prstGeom>
        </p:spPr>
        <p:txBody>
          <a:bodyPr wrap="square" lIns="0" tIns="0" rIns="0" bIns="0" rtlCol="0" anchor="t">
            <a:spAutoFit/>
          </a:bodyPr>
          <a:lstStyle/>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pic>
        <p:nvPicPr>
          <p:cNvPr id="69" name="Picture 68" descr="A person smiling at the camera&#10;&#10;Description automatically generated">
            <a:extLst>
              <a:ext uri="{FF2B5EF4-FFF2-40B4-BE49-F238E27FC236}">
                <a16:creationId xmlns:a16="http://schemas.microsoft.com/office/drawing/2014/main" id="{2C483576-D0FF-3249-9EE1-938E41E50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4174" y="1663913"/>
            <a:ext cx="1910114" cy="1931709"/>
          </a:xfrm>
          <a:prstGeom prst="ellipse">
            <a:avLst/>
          </a:prstGeom>
        </p:spPr>
      </p:pic>
      <p:sp>
        <p:nvSpPr>
          <p:cNvPr id="70" name="TextBox 39">
            <a:extLst>
              <a:ext uri="{FF2B5EF4-FFF2-40B4-BE49-F238E27FC236}">
                <a16:creationId xmlns:a16="http://schemas.microsoft.com/office/drawing/2014/main" id="{C74C99E7-C6C7-B54A-9B04-DC13A131D531}"/>
              </a:ext>
            </a:extLst>
          </p:cNvPr>
          <p:cNvSpPr txBox="1"/>
          <p:nvPr/>
        </p:nvSpPr>
        <p:spPr>
          <a:xfrm>
            <a:off x="9821803" y="3359746"/>
            <a:ext cx="1814395" cy="359073"/>
          </a:xfrm>
          <a:prstGeom prst="rect">
            <a:avLst/>
          </a:prstGeom>
          <a:solidFill>
            <a:srgbClr val="3FB9D6"/>
          </a:solidFill>
        </p:spPr>
        <p:txBody>
          <a:bodyPr wrap="square" lIns="0" tIns="0" rIns="0" bIns="0" rtlCol="0" anchor="t">
            <a:spAutoFit/>
          </a:bodyPr>
          <a:lstStyle/>
          <a:p>
            <a:pPr algn="ctr">
              <a:lnSpc>
                <a:spcPts val="2814"/>
              </a:lnSpc>
            </a:pPr>
            <a:r>
              <a:rPr lang="en-US" sz="2400" spc="57">
                <a:solidFill>
                  <a:srgbClr val="FFFFFF"/>
                </a:solidFill>
                <a:latin typeface="Arial" panose="020B0604020202020204" pitchFamily="34" charset="0"/>
                <a:cs typeface="Arial" panose="020B0604020202020204" pitchFamily="34" charset="0"/>
              </a:rPr>
              <a:t>LEO</a:t>
            </a:r>
          </a:p>
        </p:txBody>
      </p:sp>
      <p:grpSp>
        <p:nvGrpSpPr>
          <p:cNvPr id="71" name="Group 14">
            <a:extLst>
              <a:ext uri="{FF2B5EF4-FFF2-40B4-BE49-F238E27FC236}">
                <a16:creationId xmlns:a16="http://schemas.microsoft.com/office/drawing/2014/main" id="{BEDDBEEF-E4B9-F746-A6DA-839F17D358EB}"/>
              </a:ext>
            </a:extLst>
          </p:cNvPr>
          <p:cNvGrpSpPr/>
          <p:nvPr/>
        </p:nvGrpSpPr>
        <p:grpSpPr>
          <a:xfrm>
            <a:off x="12189064" y="2797350"/>
            <a:ext cx="5417679" cy="5276406"/>
            <a:chOff x="0" y="0"/>
            <a:chExt cx="1599607" cy="934140"/>
          </a:xfrm>
          <a:solidFill>
            <a:srgbClr val="263F6B"/>
          </a:solidFill>
        </p:grpSpPr>
        <p:sp>
          <p:nvSpPr>
            <p:cNvPr id="72" name="Freeform 15">
              <a:extLst>
                <a:ext uri="{FF2B5EF4-FFF2-40B4-BE49-F238E27FC236}">
                  <a16:creationId xmlns:a16="http://schemas.microsoft.com/office/drawing/2014/main" id="{A1327190-879E-6440-8C2B-44F77E1263EA}"/>
                </a:ext>
              </a:extLst>
            </p:cNvPr>
            <p:cNvSpPr/>
            <p:nvPr/>
          </p:nvSpPr>
          <p:spPr>
            <a:xfrm>
              <a:off x="0" y="0"/>
              <a:ext cx="1599607" cy="934140"/>
            </a:xfrm>
            <a:custGeom>
              <a:avLst/>
              <a:gdLst/>
              <a:ahLst/>
              <a:cxnLst/>
              <a:rect l="l" t="t" r="r" b="b"/>
              <a:pathLst>
                <a:path w="1575118" h="934140">
                  <a:moveTo>
                    <a:pt x="0" y="0"/>
                  </a:moveTo>
                  <a:lnTo>
                    <a:pt x="1575118" y="0"/>
                  </a:lnTo>
                  <a:lnTo>
                    <a:pt x="1575118" y="934140"/>
                  </a:lnTo>
                  <a:lnTo>
                    <a:pt x="0" y="934140"/>
                  </a:lnTo>
                  <a:close/>
                </a:path>
              </a:pathLst>
            </a:custGeom>
            <a:grpFill/>
          </p:spPr>
          <p:txBody>
            <a:bodyPr/>
            <a:lstStyle/>
            <a:p>
              <a:endParaRPr lang="en-US">
                <a:latin typeface="Arial" panose="020B0604020202020204" pitchFamily="34" charset="0"/>
                <a:cs typeface="Arial" panose="020B0604020202020204" pitchFamily="34" charset="0"/>
              </a:endParaRPr>
            </a:p>
          </p:txBody>
        </p:sp>
        <p:sp>
          <p:nvSpPr>
            <p:cNvPr id="73" name="TextBox 16">
              <a:extLst>
                <a:ext uri="{FF2B5EF4-FFF2-40B4-BE49-F238E27FC236}">
                  <a16:creationId xmlns:a16="http://schemas.microsoft.com/office/drawing/2014/main" id="{6FDA6DEB-55C4-E846-9941-E00B871B42DF}"/>
                </a:ext>
              </a:extLst>
            </p:cNvPr>
            <p:cNvSpPr txBox="1"/>
            <p:nvPr/>
          </p:nvSpPr>
          <p:spPr>
            <a:xfrm>
              <a:off x="0" y="23716"/>
              <a:ext cx="1599607" cy="910424"/>
            </a:xfrm>
            <a:prstGeom prst="rect">
              <a:avLst/>
            </a:prstGeom>
            <a:grpFill/>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74" name="Freeform 19">
            <a:extLst>
              <a:ext uri="{FF2B5EF4-FFF2-40B4-BE49-F238E27FC236}">
                <a16:creationId xmlns:a16="http://schemas.microsoft.com/office/drawing/2014/main" id="{15593B72-4429-924A-9510-0A156B706776}"/>
              </a:ext>
            </a:extLst>
          </p:cNvPr>
          <p:cNvSpPr/>
          <p:nvPr/>
        </p:nvSpPr>
        <p:spPr>
          <a:xfrm>
            <a:off x="15502585" y="1546002"/>
            <a:ext cx="2156168" cy="2156168"/>
          </a:xfrm>
          <a:custGeom>
            <a:avLst/>
            <a:gdLst/>
            <a:ahLst/>
            <a:cxnLst/>
            <a:rect l="l" t="t" r="r" b="b"/>
            <a:pathLst>
              <a:path w="6350000" h="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3FB9D6"/>
          </a:solidFill>
        </p:spPr>
        <p:txBody>
          <a:bodyPr/>
          <a:lstStyle/>
          <a:p>
            <a:endParaRPr lang="en-US">
              <a:latin typeface="Arial" panose="020B0604020202020204" pitchFamily="34" charset="0"/>
              <a:cs typeface="Arial" panose="020B0604020202020204" pitchFamily="34" charset="0"/>
            </a:endParaRPr>
          </a:p>
        </p:txBody>
      </p:sp>
      <p:sp>
        <p:nvSpPr>
          <p:cNvPr id="75" name="TextBox 44">
            <a:extLst>
              <a:ext uri="{FF2B5EF4-FFF2-40B4-BE49-F238E27FC236}">
                <a16:creationId xmlns:a16="http://schemas.microsoft.com/office/drawing/2014/main" id="{F5DDFD43-164B-7F43-8977-48E7232DA1CF}"/>
              </a:ext>
            </a:extLst>
          </p:cNvPr>
          <p:cNvSpPr txBox="1"/>
          <p:nvPr/>
        </p:nvSpPr>
        <p:spPr>
          <a:xfrm>
            <a:off x="12272695" y="3479654"/>
            <a:ext cx="4438835" cy="826380"/>
          </a:xfrm>
          <a:prstGeom prst="rect">
            <a:avLst/>
          </a:prstGeom>
        </p:spPr>
        <p:txBody>
          <a:bodyPr wrap="square" lIns="0" tIns="0" rIns="0" bIns="0" rtlCol="0" anchor="t">
            <a:spAutoFit/>
          </a:bodyPr>
          <a:lstStyle/>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a:p>
            <a:pPr marL="512107" lvl="1" indent="-256054">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sp>
        <p:nvSpPr>
          <p:cNvPr id="76" name="TextBox 48">
            <a:extLst>
              <a:ext uri="{FF2B5EF4-FFF2-40B4-BE49-F238E27FC236}">
                <a16:creationId xmlns:a16="http://schemas.microsoft.com/office/drawing/2014/main" id="{68AE77CB-6E67-C940-9C3C-10702FC7468E}"/>
              </a:ext>
            </a:extLst>
          </p:cNvPr>
          <p:cNvSpPr txBox="1"/>
          <p:nvPr/>
        </p:nvSpPr>
        <p:spPr>
          <a:xfrm>
            <a:off x="12238309" y="1886183"/>
            <a:ext cx="4401745" cy="329193"/>
          </a:xfrm>
          <a:prstGeom prst="rect">
            <a:avLst/>
          </a:prstGeom>
        </p:spPr>
        <p:txBody>
          <a:bodyPr wrap="square" lIns="0" tIns="0" rIns="0" bIns="0" rtlCol="0" anchor="t">
            <a:spAutoFit/>
          </a:bodyPr>
          <a:lstStyle/>
          <a:p>
            <a:pPr>
              <a:lnSpc>
                <a:spcPts val="2515"/>
              </a:lnSpc>
            </a:pPr>
            <a:r>
              <a:rPr lang="en-US" sz="2800" spc="51">
                <a:solidFill>
                  <a:srgbClr val="263F6B"/>
                </a:solidFill>
                <a:latin typeface="Arial" panose="020B0604020202020204" pitchFamily="34" charset="0"/>
                <a:cs typeface="Arial" panose="020B0604020202020204" pitchFamily="34" charset="0"/>
              </a:rPr>
              <a:t>--</a:t>
            </a:r>
            <a:endParaRPr lang="en-US" sz="2400" spc="51">
              <a:solidFill>
                <a:srgbClr val="263F6B"/>
              </a:solidFill>
              <a:latin typeface="Arial" panose="020B0604020202020204" pitchFamily="34" charset="0"/>
              <a:cs typeface="Arial" panose="020B0604020202020204" pitchFamily="34" charset="0"/>
            </a:endParaRPr>
          </a:p>
        </p:txBody>
      </p:sp>
      <p:sp>
        <p:nvSpPr>
          <p:cNvPr id="77" name="TextBox 39">
            <a:extLst>
              <a:ext uri="{FF2B5EF4-FFF2-40B4-BE49-F238E27FC236}">
                <a16:creationId xmlns:a16="http://schemas.microsoft.com/office/drawing/2014/main" id="{E6F1B61A-B620-4D47-A3C1-EA89CDD75653}"/>
              </a:ext>
            </a:extLst>
          </p:cNvPr>
          <p:cNvSpPr txBox="1"/>
          <p:nvPr/>
        </p:nvSpPr>
        <p:spPr>
          <a:xfrm>
            <a:off x="12609191" y="3124133"/>
            <a:ext cx="3070916" cy="360291"/>
          </a:xfrm>
          <a:prstGeom prst="rect">
            <a:avLst/>
          </a:prstGeom>
        </p:spPr>
        <p:txBody>
          <a:bodyPr wrap="square" lIns="0" tIns="0" rIns="0" bIns="0" rtlCol="0" anchor="t">
            <a:spAutoFit/>
          </a:bodyPr>
          <a:lstStyle/>
          <a:p>
            <a:pPr>
              <a:lnSpc>
                <a:spcPts val="2814"/>
              </a:lnSpc>
            </a:pPr>
            <a:r>
              <a:rPr lang="en-US" sz="2400" spc="57">
                <a:solidFill>
                  <a:srgbClr val="FFFFFF"/>
                </a:solidFill>
                <a:latin typeface="Arial" panose="020B0604020202020204" pitchFamily="34" charset="0"/>
                <a:cs typeface="Arial" panose="020B0604020202020204" pitchFamily="34" charset="0"/>
              </a:rPr>
              <a:t>Demographics</a:t>
            </a:r>
          </a:p>
        </p:txBody>
      </p:sp>
      <p:sp>
        <p:nvSpPr>
          <p:cNvPr id="78" name="TextBox 39">
            <a:extLst>
              <a:ext uri="{FF2B5EF4-FFF2-40B4-BE49-F238E27FC236}">
                <a16:creationId xmlns:a16="http://schemas.microsoft.com/office/drawing/2014/main" id="{F9B058F2-0299-A349-BC01-CE67612BDD0D}"/>
              </a:ext>
            </a:extLst>
          </p:cNvPr>
          <p:cNvSpPr txBox="1"/>
          <p:nvPr/>
        </p:nvSpPr>
        <p:spPr>
          <a:xfrm>
            <a:off x="12609191" y="4704130"/>
            <a:ext cx="4391278" cy="359650"/>
          </a:xfrm>
          <a:prstGeom prst="rect">
            <a:avLst/>
          </a:prstGeom>
        </p:spPr>
        <p:txBody>
          <a:bodyPr wrap="square" lIns="0" tIns="0" rIns="0" bIns="0" rtlCol="0" anchor="t">
            <a:spAutoFit/>
          </a:bodyPr>
          <a:lstStyle/>
          <a:p>
            <a:pPr>
              <a:lnSpc>
                <a:spcPts val="2814"/>
              </a:lnSpc>
            </a:pPr>
            <a:r>
              <a:rPr lang="en-US" sz="2400" spc="57">
                <a:solidFill>
                  <a:srgbClr val="FFFFFF"/>
                </a:solidFill>
                <a:latin typeface="Arial" panose="020B0604020202020204" pitchFamily="34" charset="0"/>
                <a:cs typeface="Arial" panose="020B0604020202020204" pitchFamily="34" charset="0"/>
              </a:rPr>
              <a:t>Psychographics</a:t>
            </a:r>
            <a:endParaRPr lang="en-US" sz="2850" spc="57">
              <a:solidFill>
                <a:srgbClr val="FFFFFF"/>
              </a:solidFill>
              <a:latin typeface="Arial" panose="020B0604020202020204" pitchFamily="34" charset="0"/>
              <a:cs typeface="Arial" panose="020B0604020202020204" pitchFamily="34" charset="0"/>
            </a:endParaRPr>
          </a:p>
        </p:txBody>
      </p:sp>
      <p:sp>
        <p:nvSpPr>
          <p:cNvPr id="79" name="TextBox 44">
            <a:extLst>
              <a:ext uri="{FF2B5EF4-FFF2-40B4-BE49-F238E27FC236}">
                <a16:creationId xmlns:a16="http://schemas.microsoft.com/office/drawing/2014/main" id="{031DCC52-071B-1541-A073-2018F679F174}"/>
              </a:ext>
            </a:extLst>
          </p:cNvPr>
          <p:cNvSpPr txBox="1"/>
          <p:nvPr/>
        </p:nvSpPr>
        <p:spPr>
          <a:xfrm>
            <a:off x="12272695" y="5078225"/>
            <a:ext cx="5054548" cy="393762"/>
          </a:xfrm>
          <a:prstGeom prst="rect">
            <a:avLst/>
          </a:prstGeom>
        </p:spPr>
        <p:txBody>
          <a:bodyPr wrap="square" lIns="0" tIns="0" rIns="0" bIns="0" rtlCol="0" anchor="t">
            <a:spAutoFit/>
          </a:bodyPr>
          <a:lstStyle/>
          <a:p>
            <a:pPr marL="598805" lvl="1" indent="-342900">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endParaRPr lang="en-US" sz="1600">
              <a:solidFill>
                <a:srgbClr val="000000"/>
              </a:solidFill>
              <a:latin typeface="Arial" panose="020B0604020202020204" pitchFamily="34" charset="0"/>
              <a:cs typeface="Arial" panose="020B0604020202020204" pitchFamily="34" charset="0"/>
            </a:endParaRPr>
          </a:p>
        </p:txBody>
      </p:sp>
      <p:sp>
        <p:nvSpPr>
          <p:cNvPr id="80" name="TextBox 44">
            <a:extLst>
              <a:ext uri="{FF2B5EF4-FFF2-40B4-BE49-F238E27FC236}">
                <a16:creationId xmlns:a16="http://schemas.microsoft.com/office/drawing/2014/main" id="{86BEC16A-A6D8-924F-AAD1-7EA348CDB23B}"/>
              </a:ext>
            </a:extLst>
          </p:cNvPr>
          <p:cNvSpPr txBox="1"/>
          <p:nvPr/>
        </p:nvSpPr>
        <p:spPr>
          <a:xfrm>
            <a:off x="12272694" y="7014569"/>
            <a:ext cx="5240167" cy="390363"/>
          </a:xfrm>
          <a:prstGeom prst="rect">
            <a:avLst/>
          </a:prstGeom>
        </p:spPr>
        <p:txBody>
          <a:bodyPr wrap="square" lIns="0" tIns="0" rIns="0" bIns="0" rtlCol="0" anchor="t">
            <a:spAutoFit/>
          </a:bodyPr>
          <a:lstStyle/>
          <a:p>
            <a:pPr marL="511810" lvl="1" indent="-255905">
              <a:lnSpc>
                <a:spcPts val="3368"/>
              </a:lnSpc>
              <a:buFont typeface="Arial"/>
              <a:buChar char="•"/>
            </a:pPr>
            <a:r>
              <a:rPr lang="en-US" sz="2000" spc="47">
                <a:solidFill>
                  <a:srgbClr val="FFFFFF"/>
                </a:solidFill>
                <a:latin typeface="Arial" panose="020B0604020202020204" pitchFamily="34" charset="0"/>
                <a:cs typeface="Arial" panose="020B0604020202020204" pitchFamily="34" charset="0"/>
              </a:rPr>
              <a:t>--</a:t>
            </a:r>
          </a:p>
        </p:txBody>
      </p:sp>
      <p:pic>
        <p:nvPicPr>
          <p:cNvPr id="81" name="Picture 80" descr="A person in a white coat&#10;&#10;Description automatically generated">
            <a:extLst>
              <a:ext uri="{FF2B5EF4-FFF2-40B4-BE49-F238E27FC236}">
                <a16:creationId xmlns:a16="http://schemas.microsoft.com/office/drawing/2014/main" id="{DEABCC63-DC99-D540-9348-4F8D9477EC1C}"/>
              </a:ext>
            </a:extLst>
          </p:cNvPr>
          <p:cNvPicPr>
            <a:picLocks noChangeAspect="1"/>
          </p:cNvPicPr>
          <p:nvPr/>
        </p:nvPicPr>
        <p:blipFill rotWithShape="1">
          <a:blip r:embed="rId3">
            <a:extLst>
              <a:ext uri="{28A0092B-C50C-407E-A947-70E740481C1C}">
                <a14:useLocalDpi xmlns:a14="http://schemas.microsoft.com/office/drawing/2010/main" val="0"/>
              </a:ext>
            </a:extLst>
          </a:blip>
          <a:srcRect l="6251" t="5789" r="17669" b="37134"/>
          <a:stretch/>
        </p:blipFill>
        <p:spPr>
          <a:xfrm>
            <a:off x="15609241" y="1642760"/>
            <a:ext cx="1942856" cy="1942856"/>
          </a:xfrm>
          <a:prstGeom prst="ellipse">
            <a:avLst/>
          </a:prstGeom>
        </p:spPr>
      </p:pic>
      <p:sp>
        <p:nvSpPr>
          <p:cNvPr id="82" name="TextBox 39">
            <a:extLst>
              <a:ext uri="{FF2B5EF4-FFF2-40B4-BE49-F238E27FC236}">
                <a16:creationId xmlns:a16="http://schemas.microsoft.com/office/drawing/2014/main" id="{A99C4EF7-E460-0E4F-89B9-0D0F714B8616}"/>
              </a:ext>
            </a:extLst>
          </p:cNvPr>
          <p:cNvSpPr txBox="1"/>
          <p:nvPr/>
        </p:nvSpPr>
        <p:spPr>
          <a:xfrm>
            <a:off x="15706273" y="3362204"/>
            <a:ext cx="1814395" cy="359073"/>
          </a:xfrm>
          <a:prstGeom prst="rect">
            <a:avLst/>
          </a:prstGeom>
          <a:solidFill>
            <a:srgbClr val="3FB9D6"/>
          </a:solidFill>
        </p:spPr>
        <p:txBody>
          <a:bodyPr wrap="square" lIns="0" tIns="0" rIns="0" bIns="0" rtlCol="0" anchor="t">
            <a:spAutoFit/>
          </a:bodyPr>
          <a:lstStyle/>
          <a:p>
            <a:pPr algn="ctr">
              <a:lnSpc>
                <a:spcPts val="2814"/>
              </a:lnSpc>
            </a:pPr>
            <a:r>
              <a:rPr lang="en-US" sz="2400" spc="57">
                <a:solidFill>
                  <a:srgbClr val="FFFFFF"/>
                </a:solidFill>
                <a:latin typeface="Arial" panose="020B0604020202020204" pitchFamily="34" charset="0"/>
                <a:cs typeface="Arial" panose="020B0604020202020204" pitchFamily="34" charset="0"/>
              </a:rPr>
              <a:t>GARRY</a:t>
            </a:r>
          </a:p>
        </p:txBody>
      </p:sp>
      <p:pic>
        <p:nvPicPr>
          <p:cNvPr id="83" name="Picture 82" descr="Medium shot of a person smiling&#10;&#10;Description automatically generated">
            <a:extLst>
              <a:ext uri="{FF2B5EF4-FFF2-40B4-BE49-F238E27FC236}">
                <a16:creationId xmlns:a16="http://schemas.microsoft.com/office/drawing/2014/main" id="{46725F98-3F59-F845-9A40-1ED76935D523}"/>
              </a:ext>
            </a:extLst>
          </p:cNvPr>
          <p:cNvPicPr>
            <a:picLocks noChangeAspect="1"/>
          </p:cNvPicPr>
          <p:nvPr/>
        </p:nvPicPr>
        <p:blipFill rotWithShape="1">
          <a:blip r:embed="rId4">
            <a:extLst>
              <a:ext uri="{28A0092B-C50C-407E-A947-70E740481C1C}">
                <a14:useLocalDpi xmlns:a14="http://schemas.microsoft.com/office/drawing/2010/main" val="0"/>
              </a:ext>
            </a:extLst>
          </a:blip>
          <a:srcRect l="18252" t="6773" r="3846" b="-2187"/>
          <a:stretch/>
        </p:blipFill>
        <p:spPr>
          <a:xfrm>
            <a:off x="3990088" y="1742774"/>
            <a:ext cx="1828607" cy="1889160"/>
          </a:xfrm>
          <a:prstGeom prst="ellipse">
            <a:avLst/>
          </a:prstGeom>
        </p:spPr>
      </p:pic>
      <p:sp>
        <p:nvSpPr>
          <p:cNvPr id="84" name="TextBox 39">
            <a:extLst>
              <a:ext uri="{FF2B5EF4-FFF2-40B4-BE49-F238E27FC236}">
                <a16:creationId xmlns:a16="http://schemas.microsoft.com/office/drawing/2014/main" id="{EF53C3D5-90DE-D343-85D7-B1171F534447}"/>
              </a:ext>
            </a:extLst>
          </p:cNvPr>
          <p:cNvSpPr txBox="1"/>
          <p:nvPr/>
        </p:nvSpPr>
        <p:spPr>
          <a:xfrm>
            <a:off x="4016254" y="3398779"/>
            <a:ext cx="1814395" cy="359073"/>
          </a:xfrm>
          <a:prstGeom prst="rect">
            <a:avLst/>
          </a:prstGeom>
          <a:solidFill>
            <a:srgbClr val="3FB9D6"/>
          </a:solidFill>
        </p:spPr>
        <p:txBody>
          <a:bodyPr wrap="square" lIns="0" tIns="0" rIns="0" bIns="0" rtlCol="0" anchor="t">
            <a:spAutoFit/>
          </a:bodyPr>
          <a:lstStyle/>
          <a:p>
            <a:pPr algn="ctr">
              <a:lnSpc>
                <a:spcPts val="2814"/>
              </a:lnSpc>
            </a:pPr>
            <a:r>
              <a:rPr lang="en-US" sz="2400" spc="57">
                <a:solidFill>
                  <a:srgbClr val="FFFFFF"/>
                </a:solidFill>
                <a:latin typeface="Arial" panose="020B0604020202020204" pitchFamily="34" charset="0"/>
                <a:cs typeface="Arial" panose="020B0604020202020204" pitchFamily="34" charset="0"/>
              </a:rPr>
              <a:t>MARTHA</a:t>
            </a:r>
          </a:p>
        </p:txBody>
      </p:sp>
      <p:sp>
        <p:nvSpPr>
          <p:cNvPr id="85" name="TextBox 39">
            <a:extLst>
              <a:ext uri="{FF2B5EF4-FFF2-40B4-BE49-F238E27FC236}">
                <a16:creationId xmlns:a16="http://schemas.microsoft.com/office/drawing/2014/main" id="{B82912E2-7A46-0E4F-AC1E-78164037394C}"/>
              </a:ext>
            </a:extLst>
          </p:cNvPr>
          <p:cNvSpPr txBox="1"/>
          <p:nvPr/>
        </p:nvSpPr>
        <p:spPr>
          <a:xfrm>
            <a:off x="12553693" y="6655538"/>
            <a:ext cx="5790467" cy="359650"/>
          </a:xfrm>
          <a:prstGeom prst="rect">
            <a:avLst/>
          </a:prstGeom>
        </p:spPr>
        <p:txBody>
          <a:bodyPr wrap="square" lIns="0" tIns="0" rIns="0" bIns="0" rtlCol="0" anchor="t">
            <a:spAutoFit/>
          </a:bodyPr>
          <a:lstStyle/>
          <a:p>
            <a:pPr>
              <a:lnSpc>
                <a:spcPts val="2814"/>
              </a:lnSpc>
            </a:pPr>
            <a:r>
              <a:rPr lang="en-US" sz="2400" spc="57" err="1">
                <a:solidFill>
                  <a:srgbClr val="FFFFFF"/>
                </a:solidFill>
                <a:latin typeface="Arial" panose="020B0604020202020204" pitchFamily="34" charset="0"/>
                <a:cs typeface="Arial" panose="020B0604020202020204" pitchFamily="34" charset="0"/>
              </a:rPr>
              <a:t>Behavioural</a:t>
            </a:r>
            <a:r>
              <a:rPr lang="en-US" sz="2400" spc="57">
                <a:solidFill>
                  <a:srgbClr val="FFFFFF"/>
                </a:solidFill>
                <a:latin typeface="Arial" panose="020B0604020202020204" pitchFamily="34" charset="0"/>
                <a:cs typeface="Arial" panose="020B0604020202020204" pitchFamily="34" charset="0"/>
              </a:rPr>
              <a:t> Traits</a:t>
            </a:r>
          </a:p>
        </p:txBody>
      </p:sp>
      <p:sp>
        <p:nvSpPr>
          <p:cNvPr id="8" name="Slide Number Placeholder 7">
            <a:extLst>
              <a:ext uri="{FF2B5EF4-FFF2-40B4-BE49-F238E27FC236}">
                <a16:creationId xmlns:a16="http://schemas.microsoft.com/office/drawing/2014/main" id="{A02F3996-97EF-E91D-21C0-0C33B8ED5AB8}"/>
              </a:ext>
            </a:extLst>
          </p:cNvPr>
          <p:cNvSpPr>
            <a:spLocks noGrp="1"/>
          </p:cNvSpPr>
          <p:nvPr>
            <p:ph type="sldNum" sz="quarter" idx="12"/>
          </p:nvPr>
        </p:nvSpPr>
        <p:spPr/>
        <p:txBody>
          <a:bodyPr/>
          <a:lstStyle/>
          <a:p>
            <a:fld id="{B6F15528-21DE-4FAA-801E-634DDDAF4B2B}" type="slidenum">
              <a:rPr lang="en-US" smtClean="0"/>
              <a:pPr/>
              <a:t>72</a:t>
            </a:fld>
            <a:endParaRPr lang="en-US"/>
          </a:p>
        </p:txBody>
      </p:sp>
      <p:sp>
        <p:nvSpPr>
          <p:cNvPr id="18" name="Text Placeholder 17">
            <a:extLst>
              <a:ext uri="{FF2B5EF4-FFF2-40B4-BE49-F238E27FC236}">
                <a16:creationId xmlns:a16="http://schemas.microsoft.com/office/drawing/2014/main" id="{36BF3CE9-0FAF-35D6-4A56-72B51CFBF9DF}"/>
              </a:ext>
            </a:extLst>
          </p:cNvPr>
          <p:cNvSpPr>
            <a:spLocks noGrp="1"/>
          </p:cNvSpPr>
          <p:nvPr>
            <p:ph type="body" sz="quarter" idx="15"/>
          </p:nvPr>
        </p:nvSpPr>
        <p:spPr/>
        <p:txBody>
          <a:bodyPr/>
          <a:lstStyle/>
          <a:p>
            <a:r>
              <a:rPr lang="en-US" dirty="0">
                <a:latin typeface="Arial" panose="020B0604020202020204" pitchFamily="34" charset="0"/>
              </a:rPr>
              <a:t>Stakeholder </a:t>
            </a:r>
            <a:r>
              <a:rPr lang="en-US" dirty="0" err="1">
                <a:latin typeface="Arial" panose="020B0604020202020204" pitchFamily="34" charset="0"/>
              </a:rPr>
              <a:t>Analysus</a:t>
            </a:r>
            <a:endParaRPr lang="en-US" dirty="0">
              <a:latin typeface="Arial" panose="020B0604020202020204" pitchFamily="34" charset="0"/>
            </a:endParaRPr>
          </a:p>
        </p:txBody>
      </p:sp>
      <p:sp>
        <p:nvSpPr>
          <p:cNvPr id="16" name="Text Placeholder 15">
            <a:extLst>
              <a:ext uri="{FF2B5EF4-FFF2-40B4-BE49-F238E27FC236}">
                <a16:creationId xmlns:a16="http://schemas.microsoft.com/office/drawing/2014/main" id="{07E1C1D1-9D5E-5459-6F09-D2524553E33B}"/>
              </a:ext>
            </a:extLst>
          </p:cNvPr>
          <p:cNvSpPr>
            <a:spLocks noGrp="1"/>
          </p:cNvSpPr>
          <p:nvPr>
            <p:ph type="body" sz="quarter" idx="13"/>
          </p:nvPr>
        </p:nvSpPr>
        <p:spPr/>
        <p:txBody>
          <a:bodyPr/>
          <a:lstStyle/>
          <a:p>
            <a:endParaRPr lang="en-US">
              <a:latin typeface="Arial" panose="020B0604020202020204" pitchFamily="34" charset="0"/>
            </a:endParaRPr>
          </a:p>
        </p:txBody>
      </p:sp>
      <p:sp>
        <p:nvSpPr>
          <p:cNvPr id="17" name="Text Placeholder 16">
            <a:extLst>
              <a:ext uri="{FF2B5EF4-FFF2-40B4-BE49-F238E27FC236}">
                <a16:creationId xmlns:a16="http://schemas.microsoft.com/office/drawing/2014/main" id="{9DF737AC-F58B-F7B2-2D6C-9BDE174F4A20}"/>
              </a:ext>
            </a:extLst>
          </p:cNvPr>
          <p:cNvSpPr>
            <a:spLocks noGrp="1"/>
          </p:cNvSpPr>
          <p:nvPr>
            <p:ph type="body" sz="quarter" idx="14"/>
          </p:nvPr>
        </p:nvSpPr>
        <p:spPr/>
        <p:txBody>
          <a:bodyPr/>
          <a:lstStyle/>
          <a:p>
            <a:endParaRPr lang="en-US">
              <a:latin typeface="Arial" panose="020B0604020202020204" pitchFamily="34" charset="0"/>
            </a:endParaRPr>
          </a:p>
        </p:txBody>
      </p:sp>
      <p:sp>
        <p:nvSpPr>
          <p:cNvPr id="19" name="Text Placeholder 18">
            <a:extLst>
              <a:ext uri="{FF2B5EF4-FFF2-40B4-BE49-F238E27FC236}">
                <a16:creationId xmlns:a16="http://schemas.microsoft.com/office/drawing/2014/main" id="{596CFFA3-5A14-0437-D293-54E0F490A6A4}"/>
              </a:ext>
            </a:extLst>
          </p:cNvPr>
          <p:cNvSpPr>
            <a:spLocks noGrp="1"/>
          </p:cNvSpPr>
          <p:nvPr>
            <p:ph type="body" sz="quarter" idx="16"/>
          </p:nvPr>
        </p:nvSpPr>
        <p:spPr/>
        <p:txBody>
          <a:bodyPr/>
          <a:lstStyle/>
          <a:p>
            <a:endParaRPr lang="en-US">
              <a:latin typeface="Arial" panose="020B0604020202020204" pitchFamily="34" charset="0"/>
            </a:endParaRPr>
          </a:p>
        </p:txBody>
      </p:sp>
    </p:spTree>
    <p:extLst>
      <p:ext uri="{BB962C8B-B14F-4D97-AF65-F5344CB8AC3E}">
        <p14:creationId xmlns:p14="http://schemas.microsoft.com/office/powerpoint/2010/main" val="7368118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TextBox 38"/>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98" name="Rectangle 97">
            <a:extLst>
              <a:ext uri="{FF2B5EF4-FFF2-40B4-BE49-F238E27FC236}">
                <a16:creationId xmlns:a16="http://schemas.microsoft.com/office/drawing/2014/main" id="{FCB0A5FC-337A-9A4E-B193-F78600E9D07C}"/>
              </a:ext>
            </a:extLst>
          </p:cNvPr>
          <p:cNvSpPr/>
          <p:nvPr/>
        </p:nvSpPr>
        <p:spPr>
          <a:xfrm>
            <a:off x="818842" y="5090227"/>
            <a:ext cx="4009291" cy="1626576"/>
          </a:xfrm>
          <a:prstGeom prst="rect">
            <a:avLst/>
          </a:prstGeom>
          <a:solidFill>
            <a:srgbClr val="41B8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99" name="Group 34">
            <a:extLst>
              <a:ext uri="{FF2B5EF4-FFF2-40B4-BE49-F238E27FC236}">
                <a16:creationId xmlns:a16="http://schemas.microsoft.com/office/drawing/2014/main" id="{497B35CA-CA14-9446-93E3-EA3424D3F97F}"/>
              </a:ext>
            </a:extLst>
          </p:cNvPr>
          <p:cNvGrpSpPr/>
          <p:nvPr/>
        </p:nvGrpSpPr>
        <p:grpSpPr>
          <a:xfrm>
            <a:off x="6665163" y="3766245"/>
            <a:ext cx="13033952" cy="1689200"/>
            <a:chOff x="0" y="-19050"/>
            <a:chExt cx="2154427" cy="516700"/>
          </a:xfrm>
        </p:grpSpPr>
        <p:sp>
          <p:nvSpPr>
            <p:cNvPr id="100" name="Freeform 35">
              <a:extLst>
                <a:ext uri="{FF2B5EF4-FFF2-40B4-BE49-F238E27FC236}">
                  <a16:creationId xmlns:a16="http://schemas.microsoft.com/office/drawing/2014/main" id="{6578ECED-AFBA-3049-9D7D-95AFAB5D32D1}"/>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p>
          </p:txBody>
        </p:sp>
        <p:sp>
          <p:nvSpPr>
            <p:cNvPr id="101" name="TextBox 36">
              <a:extLst>
                <a:ext uri="{FF2B5EF4-FFF2-40B4-BE49-F238E27FC236}">
                  <a16:creationId xmlns:a16="http://schemas.microsoft.com/office/drawing/2014/main" id="{F3E10D5B-6B93-3B4A-9D42-5FE961643C57}"/>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p>
          </p:txBody>
        </p:sp>
      </p:grpSp>
      <p:grpSp>
        <p:nvGrpSpPr>
          <p:cNvPr id="102" name="Group 34">
            <a:extLst>
              <a:ext uri="{FF2B5EF4-FFF2-40B4-BE49-F238E27FC236}">
                <a16:creationId xmlns:a16="http://schemas.microsoft.com/office/drawing/2014/main" id="{A04F5D61-30F0-1148-880A-82C335817481}"/>
              </a:ext>
            </a:extLst>
          </p:cNvPr>
          <p:cNvGrpSpPr/>
          <p:nvPr/>
        </p:nvGrpSpPr>
        <p:grpSpPr>
          <a:xfrm>
            <a:off x="6708552" y="5862996"/>
            <a:ext cx="12990563" cy="1671616"/>
            <a:chOff x="0" y="-19050"/>
            <a:chExt cx="2154427" cy="516700"/>
          </a:xfrm>
        </p:grpSpPr>
        <p:sp>
          <p:nvSpPr>
            <p:cNvPr id="103" name="Freeform 35">
              <a:extLst>
                <a:ext uri="{FF2B5EF4-FFF2-40B4-BE49-F238E27FC236}">
                  <a16:creationId xmlns:a16="http://schemas.microsoft.com/office/drawing/2014/main" id="{0F00350B-D51E-444B-8E99-FF21F8BB22D6}"/>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p>
          </p:txBody>
        </p:sp>
        <p:sp>
          <p:nvSpPr>
            <p:cNvPr id="104" name="TextBox 36">
              <a:extLst>
                <a:ext uri="{FF2B5EF4-FFF2-40B4-BE49-F238E27FC236}">
                  <a16:creationId xmlns:a16="http://schemas.microsoft.com/office/drawing/2014/main" id="{68FC6C00-E6A3-DE4A-8235-DB7EC382E45B}"/>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p>
          </p:txBody>
        </p:sp>
      </p:grpSp>
      <p:sp>
        <p:nvSpPr>
          <p:cNvPr id="105" name="TextBox 104">
            <a:extLst>
              <a:ext uri="{FF2B5EF4-FFF2-40B4-BE49-F238E27FC236}">
                <a16:creationId xmlns:a16="http://schemas.microsoft.com/office/drawing/2014/main" id="{E3C4D72A-4D0E-E641-8F0B-3587E4EB69DA}"/>
              </a:ext>
            </a:extLst>
          </p:cNvPr>
          <p:cNvSpPr txBox="1"/>
          <p:nvPr/>
        </p:nvSpPr>
        <p:spPr>
          <a:xfrm>
            <a:off x="821247" y="5500964"/>
            <a:ext cx="3863560" cy="453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350">
                <a:solidFill>
                  <a:schemeClr val="bg1"/>
                </a:solidFill>
                <a:latin typeface="Arial" panose="020B0604020202020204" pitchFamily="34" charset="0"/>
                <a:cs typeface="Arial" panose="020B0604020202020204" pitchFamily="34" charset="0"/>
              </a:rPr>
              <a:t>--</a:t>
            </a:r>
            <a:endParaRPr lang="en-US">
              <a:solidFill>
                <a:schemeClr val="bg1"/>
              </a:solidFill>
              <a:latin typeface="Arial" panose="020B0604020202020204" pitchFamily="34" charset="0"/>
              <a:cs typeface="Arial" panose="020B0604020202020204" pitchFamily="34" charset="0"/>
            </a:endParaRPr>
          </a:p>
        </p:txBody>
      </p:sp>
      <p:grpSp>
        <p:nvGrpSpPr>
          <p:cNvPr id="106" name="Group 16">
            <a:extLst>
              <a:ext uri="{FF2B5EF4-FFF2-40B4-BE49-F238E27FC236}">
                <a16:creationId xmlns:a16="http://schemas.microsoft.com/office/drawing/2014/main" id="{04D12E35-4F8A-B74A-B70E-74B5BED80626}"/>
              </a:ext>
            </a:extLst>
          </p:cNvPr>
          <p:cNvGrpSpPr/>
          <p:nvPr/>
        </p:nvGrpSpPr>
        <p:grpSpPr>
          <a:xfrm>
            <a:off x="1077907" y="2433635"/>
            <a:ext cx="3345493" cy="3013125"/>
            <a:chOff x="0" y="0"/>
            <a:chExt cx="812800" cy="812800"/>
          </a:xfrm>
        </p:grpSpPr>
        <p:sp>
          <p:nvSpPr>
            <p:cNvPr id="107" name="Freeform 17">
              <a:extLst>
                <a:ext uri="{FF2B5EF4-FFF2-40B4-BE49-F238E27FC236}">
                  <a16:creationId xmlns:a16="http://schemas.microsoft.com/office/drawing/2014/main" id="{5687409A-54C5-BC45-B113-64F3B189A8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B8D5"/>
            </a:solidFill>
          </p:spPr>
          <p:txBody>
            <a:bodyPr/>
            <a:lstStyle/>
            <a:p>
              <a:endParaRPr lang="en-US">
                <a:latin typeface="Arial" panose="020B0604020202020204" pitchFamily="34" charset="0"/>
                <a:cs typeface="Arial" panose="020B0604020202020204" pitchFamily="34" charset="0"/>
              </a:endParaRPr>
            </a:p>
          </p:txBody>
        </p:sp>
        <p:sp>
          <p:nvSpPr>
            <p:cNvPr id="108" name="TextBox 18">
              <a:extLst>
                <a:ext uri="{FF2B5EF4-FFF2-40B4-BE49-F238E27FC236}">
                  <a16:creationId xmlns:a16="http://schemas.microsoft.com/office/drawing/2014/main" id="{42BC3F45-8E07-5143-8B7F-97AA689D3074}"/>
                </a:ext>
              </a:extLst>
            </p:cNvPr>
            <p:cNvSpPr txBox="1"/>
            <p:nvPr/>
          </p:nvSpPr>
          <p:spPr>
            <a:xfrm>
              <a:off x="76200" y="57150"/>
              <a:ext cx="660400" cy="679450"/>
            </a:xfrm>
            <a:prstGeom prst="rect">
              <a:avLst/>
            </a:prstGeom>
          </p:spPr>
          <p:txBody>
            <a:bodyPr lIns="50800" tIns="50800" rIns="50800" bIns="50800" rtlCol="0" anchor="ctr"/>
            <a:lstStyle/>
            <a:p>
              <a:pPr algn="ctr">
                <a:lnSpc>
                  <a:spcPts val="3250"/>
                </a:lnSpc>
              </a:pPr>
              <a:endParaRPr>
                <a:latin typeface="Arial" panose="020B0604020202020204" pitchFamily="34" charset="0"/>
                <a:cs typeface="Arial" panose="020B0604020202020204" pitchFamily="34" charset="0"/>
              </a:endParaRPr>
            </a:p>
          </p:txBody>
        </p:sp>
      </p:grpSp>
      <p:sp>
        <p:nvSpPr>
          <p:cNvPr id="109" name="TextBox 108">
            <a:extLst>
              <a:ext uri="{FF2B5EF4-FFF2-40B4-BE49-F238E27FC236}">
                <a16:creationId xmlns:a16="http://schemas.microsoft.com/office/drawing/2014/main" id="{3456251A-9D94-8B4E-B493-58FFC172674C}"/>
              </a:ext>
            </a:extLst>
          </p:cNvPr>
          <p:cNvSpPr txBox="1"/>
          <p:nvPr/>
        </p:nvSpPr>
        <p:spPr>
          <a:xfrm>
            <a:off x="1652898" y="3345408"/>
            <a:ext cx="23648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a:solidFill>
                  <a:schemeClr val="bg1"/>
                </a:solidFill>
                <a:latin typeface="Arial" panose="020B0604020202020204" pitchFamily="34" charset="0"/>
                <a:cs typeface="Arial" panose="020B0604020202020204" pitchFamily="34" charset="0"/>
              </a:rPr>
              <a:t>xx%</a:t>
            </a:r>
          </a:p>
        </p:txBody>
      </p:sp>
      <p:grpSp>
        <p:nvGrpSpPr>
          <p:cNvPr id="110" name="Group 34">
            <a:extLst>
              <a:ext uri="{FF2B5EF4-FFF2-40B4-BE49-F238E27FC236}">
                <a16:creationId xmlns:a16="http://schemas.microsoft.com/office/drawing/2014/main" id="{0D7598F0-32E9-B941-927E-F18B44551ECE}"/>
              </a:ext>
            </a:extLst>
          </p:cNvPr>
          <p:cNvGrpSpPr/>
          <p:nvPr/>
        </p:nvGrpSpPr>
        <p:grpSpPr>
          <a:xfrm>
            <a:off x="6657216" y="1760743"/>
            <a:ext cx="12990563" cy="1689200"/>
            <a:chOff x="0" y="-19050"/>
            <a:chExt cx="2154427" cy="516700"/>
          </a:xfrm>
        </p:grpSpPr>
        <p:sp>
          <p:nvSpPr>
            <p:cNvPr id="111" name="Freeform 35">
              <a:extLst>
                <a:ext uri="{FF2B5EF4-FFF2-40B4-BE49-F238E27FC236}">
                  <a16:creationId xmlns:a16="http://schemas.microsoft.com/office/drawing/2014/main" id="{C7D07A84-E95B-9D47-9A2F-9D75DF15D2A5}"/>
                </a:ext>
              </a:extLst>
            </p:cNvPr>
            <p:cNvSpPr/>
            <p:nvPr/>
          </p:nvSpPr>
          <p:spPr>
            <a:xfrm>
              <a:off x="0" y="0"/>
              <a:ext cx="1775536" cy="497650"/>
            </a:xfrm>
            <a:custGeom>
              <a:avLst/>
              <a:gdLst/>
              <a:ahLst/>
              <a:cxnLst/>
              <a:rect l="l" t="t" r="r" b="b"/>
              <a:pathLst>
                <a:path w="2154427" h="497650">
                  <a:moveTo>
                    <a:pt x="0" y="0"/>
                  </a:moveTo>
                  <a:lnTo>
                    <a:pt x="2154427" y="0"/>
                  </a:lnTo>
                  <a:lnTo>
                    <a:pt x="2154427" y="497650"/>
                  </a:lnTo>
                  <a:lnTo>
                    <a:pt x="0" y="497650"/>
                  </a:lnTo>
                  <a:close/>
                </a:path>
              </a:pathLst>
            </a:custGeom>
            <a:solidFill>
              <a:srgbClr val="263E6C"/>
            </a:solidFill>
          </p:spPr>
          <p:txBody>
            <a:bodyPr/>
            <a:lstStyle/>
            <a:p>
              <a:endParaRPr lang="en-US"/>
            </a:p>
          </p:txBody>
        </p:sp>
        <p:sp>
          <p:nvSpPr>
            <p:cNvPr id="112" name="TextBox 36">
              <a:extLst>
                <a:ext uri="{FF2B5EF4-FFF2-40B4-BE49-F238E27FC236}">
                  <a16:creationId xmlns:a16="http://schemas.microsoft.com/office/drawing/2014/main" id="{4CCCD97F-58F6-D648-A617-C87817DB1901}"/>
                </a:ext>
              </a:extLst>
            </p:cNvPr>
            <p:cNvSpPr txBox="1"/>
            <p:nvPr/>
          </p:nvSpPr>
          <p:spPr>
            <a:xfrm>
              <a:off x="0" y="-19050"/>
              <a:ext cx="2154427" cy="516700"/>
            </a:xfrm>
            <a:prstGeom prst="rect">
              <a:avLst/>
            </a:prstGeom>
          </p:spPr>
          <p:txBody>
            <a:bodyPr lIns="50800" tIns="50800" rIns="50800" bIns="50800" rtlCol="0" anchor="ctr"/>
            <a:lstStyle/>
            <a:p>
              <a:pPr algn="ctr">
                <a:lnSpc>
                  <a:spcPts val="3250"/>
                </a:lnSpc>
              </a:pPr>
              <a:endParaRPr/>
            </a:p>
          </p:txBody>
        </p:sp>
      </p:grpSp>
      <p:sp>
        <p:nvSpPr>
          <p:cNvPr id="113" name="TextBox 112">
            <a:extLst>
              <a:ext uri="{FF2B5EF4-FFF2-40B4-BE49-F238E27FC236}">
                <a16:creationId xmlns:a16="http://schemas.microsoft.com/office/drawing/2014/main" id="{FE811BF3-E00E-CF4E-8474-F8BEE6F5CFEB}"/>
              </a:ext>
            </a:extLst>
          </p:cNvPr>
          <p:cNvSpPr txBox="1"/>
          <p:nvPr/>
        </p:nvSpPr>
        <p:spPr>
          <a:xfrm>
            <a:off x="7008340" y="2010218"/>
            <a:ext cx="23648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a:solidFill>
                  <a:schemeClr val="bg1"/>
                </a:solidFill>
                <a:latin typeface="Arial" panose="020B0604020202020204" pitchFamily="34" charset="0"/>
                <a:cs typeface="Arial" panose="020B0604020202020204" pitchFamily="34" charset="0"/>
              </a:rPr>
              <a:t>xx%</a:t>
            </a:r>
          </a:p>
        </p:txBody>
      </p:sp>
      <p:sp>
        <p:nvSpPr>
          <p:cNvPr id="114" name="Freeform 20">
            <a:extLst>
              <a:ext uri="{FF2B5EF4-FFF2-40B4-BE49-F238E27FC236}">
                <a16:creationId xmlns:a16="http://schemas.microsoft.com/office/drawing/2014/main" id="{DA85A657-2114-694A-B340-67DC5858C425}"/>
              </a:ext>
            </a:extLst>
          </p:cNvPr>
          <p:cNvSpPr/>
          <p:nvPr/>
        </p:nvSpPr>
        <p:spPr>
          <a:xfrm>
            <a:off x="5368542" y="5367647"/>
            <a:ext cx="616886" cy="922265"/>
          </a:xfrm>
          <a:custGeom>
            <a:avLst/>
            <a:gdLst/>
            <a:ahLst/>
            <a:cxnLst/>
            <a:rect l="l" t="t" r="r" b="b"/>
            <a:pathLst>
              <a:path w="616886" h="922265">
                <a:moveTo>
                  <a:pt x="0" y="0"/>
                </a:moveTo>
                <a:lnTo>
                  <a:pt x="616886" y="0"/>
                </a:lnTo>
                <a:lnTo>
                  <a:pt x="616886" y="922265"/>
                </a:lnTo>
                <a:lnTo>
                  <a:pt x="0" y="9222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15" name="TextBox 114">
            <a:extLst>
              <a:ext uri="{FF2B5EF4-FFF2-40B4-BE49-F238E27FC236}">
                <a16:creationId xmlns:a16="http://schemas.microsoft.com/office/drawing/2014/main" id="{250016F4-8891-374B-9570-9F43DA0932DB}"/>
              </a:ext>
            </a:extLst>
          </p:cNvPr>
          <p:cNvSpPr txBox="1"/>
          <p:nvPr/>
        </p:nvSpPr>
        <p:spPr>
          <a:xfrm>
            <a:off x="7043508" y="6098640"/>
            <a:ext cx="23648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7200">
                <a:solidFill>
                  <a:schemeClr val="bg1"/>
                </a:solidFill>
                <a:latin typeface="Arial" panose="020B0604020202020204" pitchFamily="34" charset="0"/>
                <a:cs typeface="Arial" panose="020B0604020202020204" pitchFamily="34" charset="0"/>
              </a:rPr>
              <a:t>xx%</a:t>
            </a:r>
          </a:p>
        </p:txBody>
      </p:sp>
      <p:sp>
        <p:nvSpPr>
          <p:cNvPr id="116" name="TextBox 9">
            <a:extLst>
              <a:ext uri="{FF2B5EF4-FFF2-40B4-BE49-F238E27FC236}">
                <a16:creationId xmlns:a16="http://schemas.microsoft.com/office/drawing/2014/main" id="{E8066A1C-46B7-7C4D-AF49-971A5F79053B}"/>
              </a:ext>
            </a:extLst>
          </p:cNvPr>
          <p:cNvSpPr txBox="1"/>
          <p:nvPr/>
        </p:nvSpPr>
        <p:spPr>
          <a:xfrm>
            <a:off x="9144000" y="1752371"/>
            <a:ext cx="7804156" cy="1842972"/>
          </a:xfrm>
          <a:prstGeom prst="rect">
            <a:avLst/>
          </a:prstGeom>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endParaRPr lang="en-US" sz="2500" b="1" spc="50">
              <a:solidFill>
                <a:srgbClr val="FFFFFF"/>
              </a:solidFill>
              <a:latin typeface="Arial" panose="020B0604020202020204" pitchFamily="34" charset="0"/>
              <a:cs typeface="Arial" panose="020B0604020202020204" pitchFamily="34" charset="0"/>
            </a:endParaRPr>
          </a:p>
        </p:txBody>
      </p:sp>
      <p:sp>
        <p:nvSpPr>
          <p:cNvPr id="117" name="TextBox 9">
            <a:extLst>
              <a:ext uri="{FF2B5EF4-FFF2-40B4-BE49-F238E27FC236}">
                <a16:creationId xmlns:a16="http://schemas.microsoft.com/office/drawing/2014/main" id="{076D1E9C-89FE-6748-820A-FC5AB3855D43}"/>
              </a:ext>
            </a:extLst>
          </p:cNvPr>
          <p:cNvSpPr txBox="1"/>
          <p:nvPr/>
        </p:nvSpPr>
        <p:spPr>
          <a:xfrm>
            <a:off x="8993609" y="5783200"/>
            <a:ext cx="8246456" cy="1842972"/>
          </a:xfrm>
          <a:prstGeom prst="rect">
            <a:avLst/>
          </a:prstGeom>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endParaRPr lang="en-US" sz="2500" b="1" spc="50">
              <a:solidFill>
                <a:srgbClr val="FFFFFF"/>
              </a:solidFill>
              <a:latin typeface="Arial" panose="020B0604020202020204" pitchFamily="34" charset="0"/>
              <a:cs typeface="Arial" panose="020B0604020202020204" pitchFamily="34" charset="0"/>
            </a:endParaRPr>
          </a:p>
        </p:txBody>
      </p:sp>
      <p:sp>
        <p:nvSpPr>
          <p:cNvPr id="118" name="TextBox 9">
            <a:extLst>
              <a:ext uri="{FF2B5EF4-FFF2-40B4-BE49-F238E27FC236}">
                <a16:creationId xmlns:a16="http://schemas.microsoft.com/office/drawing/2014/main" id="{4E3998DE-784D-694F-8C19-4CA40A750D04}"/>
              </a:ext>
            </a:extLst>
          </p:cNvPr>
          <p:cNvSpPr txBox="1"/>
          <p:nvPr/>
        </p:nvSpPr>
        <p:spPr>
          <a:xfrm>
            <a:off x="9349700" y="3734228"/>
            <a:ext cx="7804156" cy="1842972"/>
          </a:xfrm>
          <a:prstGeom prst="rect">
            <a:avLst/>
          </a:prstGeom>
        </p:spPr>
        <p:txBody>
          <a:bodyPr lIns="50800" tIns="50800" rIns="50800" bIns="50800" rtlCol="0" anchor="ct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endParaRPr lang="en-US" sz="2500" b="1" spc="50">
              <a:solidFill>
                <a:srgbClr val="FFFFFF"/>
              </a:solidFill>
              <a:latin typeface="Arial" panose="020B0604020202020204" pitchFamily="34" charset="0"/>
              <a:cs typeface="Arial" panose="020B0604020202020204" pitchFamily="34" charset="0"/>
            </a:endParaRPr>
          </a:p>
        </p:txBody>
      </p:sp>
      <p:pic>
        <p:nvPicPr>
          <p:cNvPr id="119" name="Graphic 118" descr="Handshake outline">
            <a:extLst>
              <a:ext uri="{FF2B5EF4-FFF2-40B4-BE49-F238E27FC236}">
                <a16:creationId xmlns:a16="http://schemas.microsoft.com/office/drawing/2014/main" id="{244AF678-7087-9B4D-8545-EA42DEA441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41777" y="3746273"/>
            <a:ext cx="1709172" cy="1709172"/>
          </a:xfrm>
          <a:prstGeom prst="rect">
            <a:avLst/>
          </a:prstGeom>
        </p:spPr>
      </p:pic>
      <p:sp>
        <p:nvSpPr>
          <p:cNvPr id="8" name="Slide Number Placeholder 7">
            <a:extLst>
              <a:ext uri="{FF2B5EF4-FFF2-40B4-BE49-F238E27FC236}">
                <a16:creationId xmlns:a16="http://schemas.microsoft.com/office/drawing/2014/main" id="{85E3FF72-FDAB-FCA3-E743-AA5E6313D7B8}"/>
              </a:ext>
            </a:extLst>
          </p:cNvPr>
          <p:cNvSpPr>
            <a:spLocks noGrp="1"/>
          </p:cNvSpPr>
          <p:nvPr>
            <p:ph type="sldNum" sz="quarter" idx="12"/>
          </p:nvPr>
        </p:nvSpPr>
        <p:spPr/>
        <p:txBody>
          <a:bodyPr/>
          <a:lstStyle/>
          <a:p>
            <a:fld id="{B6F15528-21DE-4FAA-801E-634DDDAF4B2B}" type="slidenum">
              <a:rPr lang="en-US" smtClean="0"/>
              <a:pPr/>
              <a:t>73</a:t>
            </a:fld>
            <a:endParaRPr lang="en-US"/>
          </a:p>
        </p:txBody>
      </p:sp>
      <p:sp>
        <p:nvSpPr>
          <p:cNvPr id="18" name="Text Placeholder 17">
            <a:extLst>
              <a:ext uri="{FF2B5EF4-FFF2-40B4-BE49-F238E27FC236}">
                <a16:creationId xmlns:a16="http://schemas.microsoft.com/office/drawing/2014/main" id="{29406423-721C-573D-698E-4A51683C8613}"/>
              </a:ext>
            </a:extLst>
          </p:cNvPr>
          <p:cNvSpPr>
            <a:spLocks noGrp="1"/>
          </p:cNvSpPr>
          <p:nvPr>
            <p:ph type="body" sz="quarter" idx="15"/>
          </p:nvPr>
        </p:nvSpPr>
        <p:spPr/>
        <p:txBody>
          <a:bodyPr/>
          <a:lstStyle/>
          <a:p>
            <a:endParaRPr lang="en-US">
              <a:latin typeface="Arial" panose="020B0604020202020204" pitchFamily="34" charset="0"/>
            </a:endParaRPr>
          </a:p>
        </p:txBody>
      </p:sp>
      <p:sp>
        <p:nvSpPr>
          <p:cNvPr id="16" name="Text Placeholder 15">
            <a:extLst>
              <a:ext uri="{FF2B5EF4-FFF2-40B4-BE49-F238E27FC236}">
                <a16:creationId xmlns:a16="http://schemas.microsoft.com/office/drawing/2014/main" id="{15F02F8D-2AB0-D8D4-CBEF-70763C4290D5}"/>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CCF20B40-7210-4963-60AC-32CEAA4A2D77}"/>
              </a:ext>
            </a:extLst>
          </p:cNvPr>
          <p:cNvSpPr>
            <a:spLocks noGrp="1"/>
          </p:cNvSpPr>
          <p:nvPr>
            <p:ph type="body" sz="quarter" idx="14"/>
          </p:nvPr>
        </p:nvSpPr>
        <p:spPr/>
        <p:txBody>
          <a:bodyPr/>
          <a:lstStyle/>
          <a:p>
            <a:endParaRPr lang="en-US"/>
          </a:p>
        </p:txBody>
      </p:sp>
      <p:sp>
        <p:nvSpPr>
          <p:cNvPr id="19" name="Text Placeholder 18">
            <a:extLst>
              <a:ext uri="{FF2B5EF4-FFF2-40B4-BE49-F238E27FC236}">
                <a16:creationId xmlns:a16="http://schemas.microsoft.com/office/drawing/2014/main" id="{3ABD1084-ADED-CCA9-A446-0EE21D630BF6}"/>
              </a:ext>
            </a:extLst>
          </p:cNvPr>
          <p:cNvSpPr>
            <a:spLocks noGrp="1"/>
          </p:cNvSpPr>
          <p:nvPr>
            <p:ph type="body" sz="quarter" idx="16"/>
          </p:nvPr>
        </p:nvSpPr>
        <p:spPr/>
        <p:txBody>
          <a:bodyPr/>
          <a:lstStyle/>
          <a:p>
            <a:endParaRPr lang="en-US">
              <a:latin typeface="Arial" panose="020B0604020202020204" pitchFamily="34" charset="0"/>
            </a:endParaRPr>
          </a:p>
        </p:txBody>
      </p:sp>
    </p:spTree>
    <p:extLst>
      <p:ext uri="{BB962C8B-B14F-4D97-AF65-F5344CB8AC3E}">
        <p14:creationId xmlns:p14="http://schemas.microsoft.com/office/powerpoint/2010/main" val="4190634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AutoShape 3"/>
          <p:cNvSpPr/>
          <p:nvPr/>
        </p:nvSpPr>
        <p:spPr>
          <a:xfrm rot="10087">
            <a:off x="1028665" y="4685426"/>
            <a:ext cx="16230670" cy="0"/>
          </a:xfrm>
          <a:prstGeom prst="line">
            <a:avLst/>
          </a:prstGeom>
          <a:ln w="95250" cap="rnd">
            <a:solidFill>
              <a:srgbClr val="000000"/>
            </a:solidFill>
            <a:prstDash val="solid"/>
            <a:headEnd type="none" w="sm" len="sm"/>
            <a:tailEnd type="none" w="sm" len="sm"/>
          </a:ln>
        </p:spPr>
        <p:txBody>
          <a:bodyPr/>
          <a:lstStyle/>
          <a:p>
            <a:endParaRPr lang="en-CA">
              <a:latin typeface="Arial" panose="020B0604020202020204" pitchFamily="34" charset="0"/>
              <a:cs typeface="Arial" panose="020B0604020202020204" pitchFamily="34" charset="0"/>
            </a:endParaRPr>
          </a:p>
        </p:txBody>
      </p:sp>
      <p:grpSp>
        <p:nvGrpSpPr>
          <p:cNvPr id="4" name="Group 4"/>
          <p:cNvGrpSpPr/>
          <p:nvPr/>
        </p:nvGrpSpPr>
        <p:grpSpPr>
          <a:xfrm>
            <a:off x="2726348" y="4477360"/>
            <a:ext cx="511382" cy="511382"/>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63F6B"/>
            </a:solidFill>
          </p:spPr>
          <p:txBody>
            <a:bodyPr/>
            <a:lstStyle/>
            <a:p>
              <a:endParaRPr lang="en-CA">
                <a:latin typeface="Arial" panose="020B0604020202020204" pitchFamily="34" charset="0"/>
                <a:cs typeface="Arial" panose="020B0604020202020204" pitchFamily="34" charset="0"/>
              </a:endParaRPr>
            </a:p>
          </p:txBody>
        </p:sp>
      </p:grpSp>
      <p:grpSp>
        <p:nvGrpSpPr>
          <p:cNvPr id="6" name="Group 6"/>
          <p:cNvGrpSpPr/>
          <p:nvPr/>
        </p:nvGrpSpPr>
        <p:grpSpPr>
          <a:xfrm>
            <a:off x="925484" y="5364033"/>
            <a:ext cx="4113110" cy="2309782"/>
            <a:chOff x="0" y="0"/>
            <a:chExt cx="1500474" cy="1059142"/>
          </a:xfrm>
          <a:solidFill>
            <a:srgbClr val="2C8BBB"/>
          </a:solidFill>
        </p:grpSpPr>
        <p:sp>
          <p:nvSpPr>
            <p:cNvPr id="7" name="Freeform 7"/>
            <p:cNvSpPr/>
            <p:nvPr/>
          </p:nvSpPr>
          <p:spPr>
            <a:xfrm>
              <a:off x="0" y="0"/>
              <a:ext cx="1500474" cy="1059143"/>
            </a:xfrm>
            <a:custGeom>
              <a:avLst/>
              <a:gdLst/>
              <a:ahLst/>
              <a:cxnLst/>
              <a:rect l="l" t="t" r="r" b="b"/>
              <a:pathLst>
                <a:path w="1500474" h="1059143">
                  <a:moveTo>
                    <a:pt x="1376013" y="1059142"/>
                  </a:moveTo>
                  <a:lnTo>
                    <a:pt x="124460" y="1059142"/>
                  </a:lnTo>
                  <a:cubicBezTo>
                    <a:pt x="55880" y="1059142"/>
                    <a:pt x="0" y="1003262"/>
                    <a:pt x="0" y="934682"/>
                  </a:cubicBezTo>
                  <a:lnTo>
                    <a:pt x="0" y="124460"/>
                  </a:lnTo>
                  <a:cubicBezTo>
                    <a:pt x="0" y="55880"/>
                    <a:pt x="55880" y="0"/>
                    <a:pt x="124460" y="0"/>
                  </a:cubicBezTo>
                  <a:lnTo>
                    <a:pt x="1376014" y="0"/>
                  </a:lnTo>
                  <a:cubicBezTo>
                    <a:pt x="1444594" y="0"/>
                    <a:pt x="1500474" y="55880"/>
                    <a:pt x="1500474" y="124460"/>
                  </a:cubicBezTo>
                  <a:lnTo>
                    <a:pt x="1500474" y="934682"/>
                  </a:lnTo>
                  <a:cubicBezTo>
                    <a:pt x="1500474" y="1003262"/>
                    <a:pt x="1444594" y="1059143"/>
                    <a:pt x="1376014" y="1059143"/>
                  </a:cubicBezTo>
                  <a:close/>
                </a:path>
              </a:pathLst>
            </a:custGeom>
            <a:grpFill/>
          </p:spPr>
          <p:txBody>
            <a:bodyPr/>
            <a:lstStyle/>
            <a:p>
              <a:endParaRPr lang="en-CA">
                <a:latin typeface="Arial" panose="020B0604020202020204" pitchFamily="34" charset="0"/>
                <a:cs typeface="Arial" panose="020B0604020202020204" pitchFamily="34" charset="0"/>
              </a:endParaRPr>
            </a:p>
          </p:txBody>
        </p:sp>
      </p:grpSp>
      <p:grpSp>
        <p:nvGrpSpPr>
          <p:cNvPr id="8" name="Group 8"/>
          <p:cNvGrpSpPr/>
          <p:nvPr/>
        </p:nvGrpSpPr>
        <p:grpSpPr>
          <a:xfrm>
            <a:off x="4006465" y="1819320"/>
            <a:ext cx="4113110" cy="2341309"/>
            <a:chOff x="0" y="0"/>
            <a:chExt cx="1500474" cy="1059142"/>
          </a:xfrm>
          <a:solidFill>
            <a:srgbClr val="2C8BBB"/>
          </a:solidFill>
        </p:grpSpPr>
        <p:sp>
          <p:nvSpPr>
            <p:cNvPr id="9" name="Freeform 9"/>
            <p:cNvSpPr/>
            <p:nvPr/>
          </p:nvSpPr>
          <p:spPr>
            <a:xfrm>
              <a:off x="0" y="0"/>
              <a:ext cx="1500474" cy="1059143"/>
            </a:xfrm>
            <a:custGeom>
              <a:avLst/>
              <a:gdLst/>
              <a:ahLst/>
              <a:cxnLst/>
              <a:rect l="l" t="t" r="r" b="b"/>
              <a:pathLst>
                <a:path w="1500474" h="1059143">
                  <a:moveTo>
                    <a:pt x="1376013" y="1059142"/>
                  </a:moveTo>
                  <a:lnTo>
                    <a:pt x="124460" y="1059142"/>
                  </a:lnTo>
                  <a:cubicBezTo>
                    <a:pt x="55880" y="1059142"/>
                    <a:pt x="0" y="1003262"/>
                    <a:pt x="0" y="934682"/>
                  </a:cubicBezTo>
                  <a:lnTo>
                    <a:pt x="0" y="124460"/>
                  </a:lnTo>
                  <a:cubicBezTo>
                    <a:pt x="0" y="55880"/>
                    <a:pt x="55880" y="0"/>
                    <a:pt x="124460" y="0"/>
                  </a:cubicBezTo>
                  <a:lnTo>
                    <a:pt x="1376014" y="0"/>
                  </a:lnTo>
                  <a:cubicBezTo>
                    <a:pt x="1444594" y="0"/>
                    <a:pt x="1500474" y="55880"/>
                    <a:pt x="1500474" y="124460"/>
                  </a:cubicBezTo>
                  <a:lnTo>
                    <a:pt x="1500474" y="934682"/>
                  </a:lnTo>
                  <a:cubicBezTo>
                    <a:pt x="1500474" y="1003262"/>
                    <a:pt x="1444594" y="1059143"/>
                    <a:pt x="1376014" y="1059143"/>
                  </a:cubicBezTo>
                  <a:close/>
                </a:path>
              </a:pathLst>
            </a:custGeom>
            <a:grpFill/>
          </p:spPr>
          <p:txBody>
            <a:bodyPr/>
            <a:lstStyle/>
            <a:p>
              <a:endParaRPr lang="en-CA">
                <a:latin typeface="Arial" panose="020B0604020202020204" pitchFamily="34" charset="0"/>
                <a:cs typeface="Arial" panose="020B0604020202020204" pitchFamily="34" charset="0"/>
              </a:endParaRPr>
            </a:p>
          </p:txBody>
        </p:sp>
      </p:grpSp>
      <p:grpSp>
        <p:nvGrpSpPr>
          <p:cNvPr id="10" name="Group 10"/>
          <p:cNvGrpSpPr/>
          <p:nvPr/>
        </p:nvGrpSpPr>
        <p:grpSpPr>
          <a:xfrm>
            <a:off x="10168426" y="1791159"/>
            <a:ext cx="4113110" cy="2369470"/>
            <a:chOff x="0" y="0"/>
            <a:chExt cx="1500474" cy="1059142"/>
          </a:xfrm>
          <a:solidFill>
            <a:srgbClr val="2C8BBB"/>
          </a:solidFill>
        </p:grpSpPr>
        <p:sp>
          <p:nvSpPr>
            <p:cNvPr id="11" name="Freeform 11"/>
            <p:cNvSpPr/>
            <p:nvPr/>
          </p:nvSpPr>
          <p:spPr>
            <a:xfrm>
              <a:off x="0" y="0"/>
              <a:ext cx="1500474" cy="1059143"/>
            </a:xfrm>
            <a:custGeom>
              <a:avLst/>
              <a:gdLst/>
              <a:ahLst/>
              <a:cxnLst/>
              <a:rect l="l" t="t" r="r" b="b"/>
              <a:pathLst>
                <a:path w="1500474" h="1059143">
                  <a:moveTo>
                    <a:pt x="1376013" y="1059142"/>
                  </a:moveTo>
                  <a:lnTo>
                    <a:pt x="124460" y="1059142"/>
                  </a:lnTo>
                  <a:cubicBezTo>
                    <a:pt x="55880" y="1059142"/>
                    <a:pt x="0" y="1003262"/>
                    <a:pt x="0" y="934682"/>
                  </a:cubicBezTo>
                  <a:lnTo>
                    <a:pt x="0" y="124460"/>
                  </a:lnTo>
                  <a:cubicBezTo>
                    <a:pt x="0" y="55880"/>
                    <a:pt x="55880" y="0"/>
                    <a:pt x="124460" y="0"/>
                  </a:cubicBezTo>
                  <a:lnTo>
                    <a:pt x="1376014" y="0"/>
                  </a:lnTo>
                  <a:cubicBezTo>
                    <a:pt x="1444594" y="0"/>
                    <a:pt x="1500474" y="55880"/>
                    <a:pt x="1500474" y="124460"/>
                  </a:cubicBezTo>
                  <a:lnTo>
                    <a:pt x="1500474" y="934682"/>
                  </a:lnTo>
                  <a:cubicBezTo>
                    <a:pt x="1500474" y="1003262"/>
                    <a:pt x="1444594" y="1059143"/>
                    <a:pt x="1376014" y="1059143"/>
                  </a:cubicBezTo>
                  <a:close/>
                </a:path>
              </a:pathLst>
            </a:custGeom>
            <a:grpFill/>
          </p:spPr>
          <p:txBody>
            <a:bodyPr/>
            <a:lstStyle/>
            <a:p>
              <a:endParaRPr lang="en-CA">
                <a:latin typeface="Arial" panose="020B0604020202020204" pitchFamily="34" charset="0"/>
                <a:cs typeface="Arial" panose="020B0604020202020204" pitchFamily="34" charset="0"/>
              </a:endParaRPr>
            </a:p>
          </p:txBody>
        </p:sp>
      </p:grpSp>
      <p:grpSp>
        <p:nvGrpSpPr>
          <p:cNvPr id="12" name="Group 12"/>
          <p:cNvGrpSpPr/>
          <p:nvPr/>
        </p:nvGrpSpPr>
        <p:grpSpPr>
          <a:xfrm>
            <a:off x="5807329" y="4477360"/>
            <a:ext cx="511382" cy="511382"/>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63F6B"/>
            </a:solidFill>
          </p:spPr>
          <p:txBody>
            <a:bodyPr/>
            <a:lstStyle/>
            <a:p>
              <a:endParaRPr lang="en-CA">
                <a:latin typeface="Arial" panose="020B0604020202020204" pitchFamily="34" charset="0"/>
                <a:cs typeface="Arial" panose="020B0604020202020204" pitchFamily="34" charset="0"/>
              </a:endParaRPr>
            </a:p>
          </p:txBody>
        </p:sp>
      </p:grpSp>
      <p:grpSp>
        <p:nvGrpSpPr>
          <p:cNvPr id="14" name="Group 14"/>
          <p:cNvGrpSpPr/>
          <p:nvPr/>
        </p:nvGrpSpPr>
        <p:grpSpPr>
          <a:xfrm>
            <a:off x="11969290" y="4477360"/>
            <a:ext cx="511382" cy="511382"/>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63F6B"/>
            </a:solidFill>
          </p:spPr>
          <p:txBody>
            <a:bodyPr/>
            <a:lstStyle/>
            <a:p>
              <a:endParaRPr lang="en-CA">
                <a:latin typeface="Arial" panose="020B0604020202020204" pitchFamily="34" charset="0"/>
                <a:cs typeface="Arial" panose="020B0604020202020204" pitchFamily="34" charset="0"/>
              </a:endParaRPr>
            </a:p>
          </p:txBody>
        </p:sp>
      </p:grpSp>
      <p:grpSp>
        <p:nvGrpSpPr>
          <p:cNvPr id="16" name="Group 16"/>
          <p:cNvGrpSpPr/>
          <p:nvPr/>
        </p:nvGrpSpPr>
        <p:grpSpPr>
          <a:xfrm>
            <a:off x="8888309" y="4477360"/>
            <a:ext cx="511382" cy="511382"/>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63F6B"/>
            </a:solidFill>
          </p:spPr>
          <p:txBody>
            <a:bodyPr/>
            <a:lstStyle/>
            <a:p>
              <a:endParaRPr lang="en-CA">
                <a:latin typeface="Arial" panose="020B0604020202020204" pitchFamily="34" charset="0"/>
                <a:cs typeface="Arial" panose="020B0604020202020204" pitchFamily="34" charset="0"/>
              </a:endParaRPr>
            </a:p>
          </p:txBody>
        </p:sp>
      </p:grpSp>
      <p:grpSp>
        <p:nvGrpSpPr>
          <p:cNvPr id="18" name="Group 18"/>
          <p:cNvGrpSpPr/>
          <p:nvPr/>
        </p:nvGrpSpPr>
        <p:grpSpPr>
          <a:xfrm>
            <a:off x="7087445" y="5364033"/>
            <a:ext cx="4113110" cy="2309782"/>
            <a:chOff x="0" y="0"/>
            <a:chExt cx="1500474" cy="1059142"/>
          </a:xfrm>
          <a:solidFill>
            <a:srgbClr val="2C8BBB"/>
          </a:solidFill>
        </p:grpSpPr>
        <p:sp>
          <p:nvSpPr>
            <p:cNvPr id="19" name="Freeform 19"/>
            <p:cNvSpPr/>
            <p:nvPr/>
          </p:nvSpPr>
          <p:spPr>
            <a:xfrm>
              <a:off x="0" y="0"/>
              <a:ext cx="1500474" cy="1059143"/>
            </a:xfrm>
            <a:custGeom>
              <a:avLst/>
              <a:gdLst/>
              <a:ahLst/>
              <a:cxnLst/>
              <a:rect l="l" t="t" r="r" b="b"/>
              <a:pathLst>
                <a:path w="1500474" h="1059143">
                  <a:moveTo>
                    <a:pt x="1376013" y="1059142"/>
                  </a:moveTo>
                  <a:lnTo>
                    <a:pt x="124460" y="1059142"/>
                  </a:lnTo>
                  <a:cubicBezTo>
                    <a:pt x="55880" y="1059142"/>
                    <a:pt x="0" y="1003262"/>
                    <a:pt x="0" y="934682"/>
                  </a:cubicBezTo>
                  <a:lnTo>
                    <a:pt x="0" y="124460"/>
                  </a:lnTo>
                  <a:cubicBezTo>
                    <a:pt x="0" y="55880"/>
                    <a:pt x="55880" y="0"/>
                    <a:pt x="124460" y="0"/>
                  </a:cubicBezTo>
                  <a:lnTo>
                    <a:pt x="1376014" y="0"/>
                  </a:lnTo>
                  <a:cubicBezTo>
                    <a:pt x="1444594" y="0"/>
                    <a:pt x="1500474" y="55880"/>
                    <a:pt x="1500474" y="124460"/>
                  </a:cubicBezTo>
                  <a:lnTo>
                    <a:pt x="1500474" y="934682"/>
                  </a:lnTo>
                  <a:cubicBezTo>
                    <a:pt x="1500474" y="1003262"/>
                    <a:pt x="1444594" y="1059143"/>
                    <a:pt x="1376014" y="1059143"/>
                  </a:cubicBezTo>
                  <a:close/>
                </a:path>
              </a:pathLst>
            </a:custGeom>
            <a:grpFill/>
          </p:spPr>
          <p:txBody>
            <a:bodyPr/>
            <a:lstStyle/>
            <a:p>
              <a:endParaRPr lang="en-CA">
                <a:latin typeface="Arial" panose="020B0604020202020204" pitchFamily="34" charset="0"/>
                <a:cs typeface="Arial" panose="020B0604020202020204" pitchFamily="34" charset="0"/>
              </a:endParaRPr>
            </a:p>
          </p:txBody>
        </p:sp>
      </p:grpSp>
      <p:grpSp>
        <p:nvGrpSpPr>
          <p:cNvPr id="20" name="Group 20"/>
          <p:cNvGrpSpPr/>
          <p:nvPr/>
        </p:nvGrpSpPr>
        <p:grpSpPr>
          <a:xfrm>
            <a:off x="15050270" y="4477360"/>
            <a:ext cx="511382" cy="511382"/>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63F6B"/>
            </a:solidFill>
          </p:spPr>
          <p:txBody>
            <a:bodyPr/>
            <a:lstStyle/>
            <a:p>
              <a:endParaRPr lang="en-CA">
                <a:latin typeface="Arial" panose="020B0604020202020204" pitchFamily="34" charset="0"/>
                <a:cs typeface="Arial" panose="020B0604020202020204" pitchFamily="34" charset="0"/>
              </a:endParaRPr>
            </a:p>
          </p:txBody>
        </p:sp>
      </p:grpSp>
      <p:grpSp>
        <p:nvGrpSpPr>
          <p:cNvPr id="22" name="Group 22"/>
          <p:cNvGrpSpPr/>
          <p:nvPr/>
        </p:nvGrpSpPr>
        <p:grpSpPr>
          <a:xfrm>
            <a:off x="13249406" y="5364032"/>
            <a:ext cx="4113110" cy="2358224"/>
            <a:chOff x="0" y="0"/>
            <a:chExt cx="1500474" cy="1059142"/>
          </a:xfrm>
          <a:solidFill>
            <a:srgbClr val="2C8BBB"/>
          </a:solidFill>
        </p:grpSpPr>
        <p:sp>
          <p:nvSpPr>
            <p:cNvPr id="23" name="Freeform 23"/>
            <p:cNvSpPr/>
            <p:nvPr/>
          </p:nvSpPr>
          <p:spPr>
            <a:xfrm>
              <a:off x="0" y="0"/>
              <a:ext cx="1500474" cy="1059143"/>
            </a:xfrm>
            <a:custGeom>
              <a:avLst/>
              <a:gdLst/>
              <a:ahLst/>
              <a:cxnLst/>
              <a:rect l="l" t="t" r="r" b="b"/>
              <a:pathLst>
                <a:path w="1500474" h="1059143">
                  <a:moveTo>
                    <a:pt x="1376013" y="1059142"/>
                  </a:moveTo>
                  <a:lnTo>
                    <a:pt x="124460" y="1059142"/>
                  </a:lnTo>
                  <a:cubicBezTo>
                    <a:pt x="55880" y="1059142"/>
                    <a:pt x="0" y="1003262"/>
                    <a:pt x="0" y="934682"/>
                  </a:cubicBezTo>
                  <a:lnTo>
                    <a:pt x="0" y="124460"/>
                  </a:lnTo>
                  <a:cubicBezTo>
                    <a:pt x="0" y="55880"/>
                    <a:pt x="55880" y="0"/>
                    <a:pt x="124460" y="0"/>
                  </a:cubicBezTo>
                  <a:lnTo>
                    <a:pt x="1376014" y="0"/>
                  </a:lnTo>
                  <a:cubicBezTo>
                    <a:pt x="1444594" y="0"/>
                    <a:pt x="1500474" y="55880"/>
                    <a:pt x="1500474" y="124460"/>
                  </a:cubicBezTo>
                  <a:lnTo>
                    <a:pt x="1500474" y="934682"/>
                  </a:lnTo>
                  <a:cubicBezTo>
                    <a:pt x="1500474" y="1003262"/>
                    <a:pt x="1444594" y="1059143"/>
                    <a:pt x="1376014" y="1059143"/>
                  </a:cubicBezTo>
                  <a:close/>
                </a:path>
              </a:pathLst>
            </a:custGeom>
            <a:grpFill/>
          </p:spPr>
          <p:txBody>
            <a:bodyPr/>
            <a:lstStyle/>
            <a:p>
              <a:endParaRPr lang="en-CA">
                <a:latin typeface="Arial" panose="020B0604020202020204" pitchFamily="34" charset="0"/>
                <a:cs typeface="Arial" panose="020B0604020202020204" pitchFamily="34" charset="0"/>
              </a:endParaRPr>
            </a:p>
          </p:txBody>
        </p:sp>
      </p:grpSp>
      <p:sp>
        <p:nvSpPr>
          <p:cNvPr id="28" name="TextBox 28"/>
          <p:cNvSpPr txBox="1"/>
          <p:nvPr/>
        </p:nvSpPr>
        <p:spPr>
          <a:xfrm>
            <a:off x="1361478" y="5761903"/>
            <a:ext cx="3241123" cy="396875"/>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1</a:t>
            </a:r>
          </a:p>
        </p:txBody>
      </p:sp>
      <p:sp>
        <p:nvSpPr>
          <p:cNvPr id="29" name="TextBox 29"/>
          <p:cNvSpPr txBox="1"/>
          <p:nvPr/>
        </p:nvSpPr>
        <p:spPr>
          <a:xfrm>
            <a:off x="4442458" y="2311692"/>
            <a:ext cx="3241123" cy="396875"/>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2</a:t>
            </a:r>
          </a:p>
        </p:txBody>
      </p:sp>
      <p:sp>
        <p:nvSpPr>
          <p:cNvPr id="30" name="TextBox 30"/>
          <p:cNvSpPr txBox="1"/>
          <p:nvPr/>
        </p:nvSpPr>
        <p:spPr>
          <a:xfrm>
            <a:off x="10604419" y="2311692"/>
            <a:ext cx="3241123" cy="396875"/>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4</a:t>
            </a:r>
          </a:p>
        </p:txBody>
      </p:sp>
      <p:sp>
        <p:nvSpPr>
          <p:cNvPr id="31" name="TextBox 31"/>
          <p:cNvSpPr txBox="1"/>
          <p:nvPr/>
        </p:nvSpPr>
        <p:spPr>
          <a:xfrm>
            <a:off x="1361478" y="6596928"/>
            <a:ext cx="3241123" cy="396583"/>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sp>
        <p:nvSpPr>
          <p:cNvPr id="32" name="TextBox 32"/>
          <p:cNvSpPr txBox="1"/>
          <p:nvPr/>
        </p:nvSpPr>
        <p:spPr>
          <a:xfrm>
            <a:off x="4442458" y="3146717"/>
            <a:ext cx="3241123" cy="396583"/>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sp>
        <p:nvSpPr>
          <p:cNvPr id="33" name="TextBox 33"/>
          <p:cNvSpPr txBox="1"/>
          <p:nvPr/>
        </p:nvSpPr>
        <p:spPr>
          <a:xfrm>
            <a:off x="10604419" y="3146717"/>
            <a:ext cx="3241123" cy="396583"/>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sp>
        <p:nvSpPr>
          <p:cNvPr id="34" name="TextBox 34"/>
          <p:cNvSpPr txBox="1"/>
          <p:nvPr/>
        </p:nvSpPr>
        <p:spPr>
          <a:xfrm>
            <a:off x="7523439" y="5761903"/>
            <a:ext cx="3241123" cy="396875"/>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3</a:t>
            </a:r>
          </a:p>
        </p:txBody>
      </p:sp>
      <p:sp>
        <p:nvSpPr>
          <p:cNvPr id="35" name="TextBox 35"/>
          <p:cNvSpPr txBox="1"/>
          <p:nvPr/>
        </p:nvSpPr>
        <p:spPr>
          <a:xfrm>
            <a:off x="7523439" y="6596928"/>
            <a:ext cx="3241123" cy="396583"/>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sp>
        <p:nvSpPr>
          <p:cNvPr id="36" name="TextBox 36"/>
          <p:cNvSpPr txBox="1"/>
          <p:nvPr/>
        </p:nvSpPr>
        <p:spPr>
          <a:xfrm>
            <a:off x="13685399" y="5761903"/>
            <a:ext cx="3241123" cy="396583"/>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5</a:t>
            </a:r>
          </a:p>
        </p:txBody>
      </p:sp>
      <p:sp>
        <p:nvSpPr>
          <p:cNvPr id="37" name="TextBox 37"/>
          <p:cNvSpPr txBox="1"/>
          <p:nvPr/>
        </p:nvSpPr>
        <p:spPr>
          <a:xfrm>
            <a:off x="13685399" y="6796647"/>
            <a:ext cx="3241123" cy="396583"/>
          </a:xfrm>
          <a:prstGeom prst="rect">
            <a:avLst/>
          </a:prstGeom>
        </p:spPr>
        <p:txBody>
          <a:bodyPr lIns="0" tIns="0" rIns="0" bIns="0" rtlCol="0" anchor="t">
            <a:spAutoFit/>
          </a:bodyPr>
          <a:lstStyle/>
          <a:p>
            <a:pPr algn="ctr">
              <a:lnSpc>
                <a:spcPts val="3250"/>
              </a:lnSpc>
            </a:pPr>
            <a:r>
              <a:rPr lang="en-US" sz="2500" spc="50">
                <a:solidFill>
                  <a:srgbClr val="FFFFFF"/>
                </a:solidFill>
                <a:latin typeface="Arial" panose="020B0604020202020204" pitchFamily="34" charset="0"/>
                <a:cs typeface="Arial" panose="020B0604020202020204" pitchFamily="34" charset="0"/>
              </a:rPr>
              <a:t>--</a:t>
            </a:r>
          </a:p>
        </p:txBody>
      </p:sp>
      <p:sp>
        <p:nvSpPr>
          <p:cNvPr id="48" name="TextBox 33">
            <a:extLst>
              <a:ext uri="{FF2B5EF4-FFF2-40B4-BE49-F238E27FC236}">
                <a16:creationId xmlns:a16="http://schemas.microsoft.com/office/drawing/2014/main" id="{2A29C656-6B0E-8B49-A528-BFDB33867E8B}"/>
              </a:ext>
            </a:extLst>
          </p:cNvPr>
          <p:cNvSpPr txBox="1"/>
          <p:nvPr/>
        </p:nvSpPr>
        <p:spPr>
          <a:xfrm>
            <a:off x="12145220" y="9730704"/>
            <a:ext cx="3303707" cy="329728"/>
          </a:xfrm>
          <a:prstGeom prst="rect">
            <a:avLst/>
          </a:prstGeom>
        </p:spPr>
        <p:txBody>
          <a:bodyPr lIns="0" tIns="0" rIns="0" bIns="0" rtlCol="0" anchor="t">
            <a:spAutoFit/>
          </a:bodyPr>
          <a:lstStyle/>
          <a:p>
            <a:pPr>
              <a:lnSpc>
                <a:spcPts val="2544"/>
              </a:lnSpc>
            </a:pPr>
            <a:r>
              <a:rPr lang="en-US" sz="2596" spc="-153">
                <a:solidFill>
                  <a:srgbClr val="263F6B"/>
                </a:solidFill>
                <a:latin typeface="Montserrat"/>
              </a:rPr>
              <a:t>Impact</a:t>
            </a:r>
          </a:p>
        </p:txBody>
      </p:sp>
      <p:sp>
        <p:nvSpPr>
          <p:cNvPr id="39" name="Slide Number Placeholder 38">
            <a:extLst>
              <a:ext uri="{FF2B5EF4-FFF2-40B4-BE49-F238E27FC236}">
                <a16:creationId xmlns:a16="http://schemas.microsoft.com/office/drawing/2014/main" id="{9921B842-FC40-90F4-F729-DFE2D45FA652}"/>
              </a:ext>
            </a:extLst>
          </p:cNvPr>
          <p:cNvSpPr>
            <a:spLocks noGrp="1"/>
          </p:cNvSpPr>
          <p:nvPr>
            <p:ph type="sldNum" sz="quarter" idx="12"/>
          </p:nvPr>
        </p:nvSpPr>
        <p:spPr/>
        <p:txBody>
          <a:bodyPr/>
          <a:lstStyle/>
          <a:p>
            <a:fld id="{B6F15528-21DE-4FAA-801E-634DDDAF4B2B}" type="slidenum">
              <a:rPr lang="en-US" smtClean="0"/>
              <a:pPr/>
              <a:t>74</a:t>
            </a:fld>
            <a:endParaRPr lang="en-US"/>
          </a:p>
        </p:txBody>
      </p:sp>
      <p:sp>
        <p:nvSpPr>
          <p:cNvPr id="52" name="Text Placeholder 51">
            <a:extLst>
              <a:ext uri="{FF2B5EF4-FFF2-40B4-BE49-F238E27FC236}">
                <a16:creationId xmlns:a16="http://schemas.microsoft.com/office/drawing/2014/main" id="{77326300-825B-9898-B710-CF415B2FFB5D}"/>
              </a:ext>
            </a:extLst>
          </p:cNvPr>
          <p:cNvSpPr>
            <a:spLocks noGrp="1"/>
          </p:cNvSpPr>
          <p:nvPr>
            <p:ph type="body" sz="quarter" idx="15"/>
          </p:nvPr>
        </p:nvSpPr>
        <p:spPr/>
        <p:txBody>
          <a:bodyPr/>
          <a:lstStyle/>
          <a:p>
            <a:r>
              <a:rPr lang="en-US" dirty="0"/>
              <a:t>Implementation</a:t>
            </a:r>
          </a:p>
        </p:txBody>
      </p:sp>
      <p:sp>
        <p:nvSpPr>
          <p:cNvPr id="47" name="Text Placeholder 46">
            <a:extLst>
              <a:ext uri="{FF2B5EF4-FFF2-40B4-BE49-F238E27FC236}">
                <a16:creationId xmlns:a16="http://schemas.microsoft.com/office/drawing/2014/main" id="{952E554F-B5C9-E278-E946-C90D929CE71B}"/>
              </a:ext>
            </a:extLst>
          </p:cNvPr>
          <p:cNvSpPr>
            <a:spLocks noGrp="1"/>
          </p:cNvSpPr>
          <p:nvPr>
            <p:ph type="body" sz="quarter" idx="13"/>
          </p:nvPr>
        </p:nvSpPr>
        <p:spPr/>
        <p:txBody>
          <a:bodyPr/>
          <a:lstStyle/>
          <a:p>
            <a:endParaRPr lang="en-US"/>
          </a:p>
        </p:txBody>
      </p:sp>
      <p:sp>
        <p:nvSpPr>
          <p:cNvPr id="49" name="Text Placeholder 48">
            <a:extLst>
              <a:ext uri="{FF2B5EF4-FFF2-40B4-BE49-F238E27FC236}">
                <a16:creationId xmlns:a16="http://schemas.microsoft.com/office/drawing/2014/main" id="{50544DA9-37B2-9F5F-5669-F9CAB9D6326F}"/>
              </a:ext>
            </a:extLst>
          </p:cNvPr>
          <p:cNvSpPr>
            <a:spLocks noGrp="1"/>
          </p:cNvSpPr>
          <p:nvPr>
            <p:ph type="body" sz="quarter" idx="14"/>
          </p:nvPr>
        </p:nvSpPr>
        <p:spPr/>
        <p:txBody>
          <a:bodyPr/>
          <a:lstStyle/>
          <a:p>
            <a:endParaRPr lang="en-US"/>
          </a:p>
        </p:txBody>
      </p:sp>
      <p:sp>
        <p:nvSpPr>
          <p:cNvPr id="54" name="Text Placeholder 53">
            <a:extLst>
              <a:ext uri="{FF2B5EF4-FFF2-40B4-BE49-F238E27FC236}">
                <a16:creationId xmlns:a16="http://schemas.microsoft.com/office/drawing/2014/main" id="{61F9B73D-63C6-D176-2F63-65D844D302A5}"/>
              </a:ext>
            </a:extLst>
          </p:cNvPr>
          <p:cNvSpPr>
            <a:spLocks noGrp="1"/>
          </p:cNvSpPr>
          <p:nvPr>
            <p:ph type="body" sz="quarter" idx="16"/>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DFDDDD"/>
      </a:dk2>
      <a:lt2>
        <a:srgbClr val="263F6B"/>
      </a:lt2>
      <a:accent1>
        <a:srgbClr val="2C8BBA"/>
      </a:accent1>
      <a:accent2>
        <a:srgbClr val="41B8D5"/>
      </a:accent2>
      <a:accent3>
        <a:srgbClr val="073E2C"/>
      </a:accent3>
      <a:accent4>
        <a:srgbClr val="157D59"/>
      </a:accent4>
      <a:accent5>
        <a:srgbClr val="1CBF88"/>
      </a:accent5>
      <a:accent6>
        <a:srgbClr val="263E6C"/>
      </a:accent6>
      <a:hlink>
        <a:srgbClr val="0000FF"/>
      </a:hlink>
      <a:folHlink>
        <a:srgbClr val="800080"/>
      </a:folHlink>
    </a:clrScheme>
    <a:fontScheme name="Monserrat Special">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1CF5B48409EE429E5FFE0E24AE2902" ma:contentTypeVersion="4" ma:contentTypeDescription="Create a new document." ma:contentTypeScope="" ma:versionID="c8a2f0dd537848fa6829e7649bcd3794">
  <xsd:schema xmlns:xsd="http://www.w3.org/2001/XMLSchema" xmlns:xs="http://www.w3.org/2001/XMLSchema" xmlns:p="http://schemas.microsoft.com/office/2006/metadata/properties" xmlns:ns2="a58c6779-9fc7-4e3b-8b85-a3e61338a9fe" targetNamespace="http://schemas.microsoft.com/office/2006/metadata/properties" ma:root="true" ma:fieldsID="1abbe5af55f2403cecb10231b1bc827b" ns2:_="">
    <xsd:import namespace="a58c6779-9fc7-4e3b-8b85-a3e61338a9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c6779-9fc7-4e3b-8b85-a3e61338a9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971040-CFB8-4AD6-8BBD-3838C44D5B69}">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52A0BB42-B382-4C54-8841-FBD0F3240EA7}">
  <ds:schemaRefs>
    <ds:schemaRef ds:uri="http://schemas.microsoft.com/office/2006/metadata/contentType"/>
    <ds:schemaRef ds:uri="http://schemas.microsoft.com/office/2006/metadata/properties/metaAttributes"/>
    <ds:schemaRef ds:uri="http://www.w3.org/2000/xmlns/"/>
    <ds:schemaRef ds:uri="http://www.w3.org/2001/XMLSchema"/>
    <ds:schemaRef ds:uri="a58c6779-9fc7-4e3b-8b85-a3e61338a9f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31885D2-C950-4974-8553-62C3E230E5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2156</TotalTime>
  <Words>1878</Words>
  <Application>Microsoft Macintosh PowerPoint</Application>
  <PresentationFormat>Custom</PresentationFormat>
  <Paragraphs>1290</Paragraphs>
  <Slides>74</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Montserrat</vt:lpstr>
      <vt:lpstr>Montserrat Bold</vt:lpstr>
      <vt:lpstr>AppleSystemUIFont</vt:lpstr>
      <vt:lpstr>Montserrat Ultra-Bold</vt:lpstr>
      <vt:lpstr>Arial</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ANFP Template</dc:title>
  <cp:lastModifiedBy>Aishmeen Brar</cp:lastModifiedBy>
  <cp:revision>15</cp:revision>
  <dcterms:created xsi:type="dcterms:W3CDTF">2006-08-16T00:00:00Z</dcterms:created>
  <dcterms:modified xsi:type="dcterms:W3CDTF">2026-01-24T00:17:25Z</dcterms:modified>
  <dc:identifier>DAF5cRawSyk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0x0101007E1CF5B48409EE429E5FFE0E24AE2902</vt:lpwstr>
  </property>
</Properties>
</file>