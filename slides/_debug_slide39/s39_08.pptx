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28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965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12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06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Base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2971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3108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55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849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All three shipping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