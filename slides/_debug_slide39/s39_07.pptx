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West Valley should pursue a 5-city organic entry with structured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37360"/>
            <a:ext cx="3840480" cy="34747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93392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3200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Launch the 5-city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07792"/>
            <a:ext cx="3246120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Seattle, Boise, Portland, Spokane, and San Diego maximize expected profit.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same five remain top-ranked in the base, +50%, and -50% shipping scenarios.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Seasonality requires monthly operating discipline, not a static annual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1828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965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212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706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Base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