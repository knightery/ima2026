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West Valley should pursue a 5-city organic entry with structured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37360"/>
            <a:ext cx="3840480" cy="34747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93392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Launch the 5-city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07792"/>
            <a:ext cx="3246120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Seattle, Boise, Portland, Spokane, and San Diego maximize expected profit.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same five remain top-ranked in the base, +50%, and -50% shipping scenarios.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Seasonality requires monthly operating discipline, not a static annual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1828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965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212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706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Base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0912" y="2971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3108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355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849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All three shipping scenarios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10912" y="4114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7216" y="4251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OPERATING DISCIPLINE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4498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Volume before 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4992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Plan by month, not by annual average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5955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Next decision: run the pilot, measure realized economics, and scale only where the pilot confirms the model.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SOURCES AND 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Q&amp;A / backup: sources, assumptions, and supporting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719072"/>
            <a:ext cx="5212080" cy="38404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719072"/>
            <a:ext cx="5212080" cy="38404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38528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Primary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4572000" cy="2834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case_full.md and case_context.md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case_comp_data.csv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outputs/question_1.md through outputs/question_9.md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outputs/q5_city_profitability_base.csv and scenario variants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outputs/q8_monthly_seasonality.csv and supporting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38528"/>
            <a:ext cx="25603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Backup exhibits 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240280"/>
            <a:ext cx="4572000" cy="2834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Winner matrix and city trend lines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Growth/share bridge and elasticity visuals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Selection matrix, frontier zoom, and freight sensitivity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Seasonality price and volume charts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Model caveats and implementation stage gates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